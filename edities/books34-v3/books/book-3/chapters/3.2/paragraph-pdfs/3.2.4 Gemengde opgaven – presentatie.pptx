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8c84c70a3694a1b" /><Relationship Type="http://schemas.openxmlformats.org/officeDocument/2006/relationships/extended-properties" Target="/docProps/app.xml" Id="R61fe503e75444b92" /><Relationship Type="http://schemas.openxmlformats.org/officeDocument/2006/relationships/officeDocument" Target="/ppt/presentation.xml" Id="R7ff6258c8b37447a" /></Relationships>
</file>

<file path=ppt/presentation.xml><?xml version="1.0" encoding="utf-8"?>
<p:presentation xmlns:p="http://schemas.openxmlformats.org/presentationml/2006/main">
  <p:sldMasterIdLst>
    <p:sldMasterId xmlns:r="http://schemas.openxmlformats.org/officeDocument/2006/relationships" id="2147483648" r:id="Ra39291fe0e2144d2"/>
  </p:sldMasterIdLst>
  <p:notesMasterIdLst>
    <p:notesMasterId xmlns:r="http://schemas.openxmlformats.org/officeDocument/2006/relationships" r:id="Rfb0b45e77add4b02"/>
  </p:notesMasterIdLst>
  <p:sldIdLst>
    <p:sldId xmlns:r="http://schemas.openxmlformats.org/officeDocument/2006/relationships" id="256" r:id="R5d1a0d181a674b1b"/>
    <p:sldId xmlns:r="http://schemas.openxmlformats.org/officeDocument/2006/relationships" id="257" r:id="Rad3870625cac4026"/>
    <p:sldId xmlns:r="http://schemas.openxmlformats.org/officeDocument/2006/relationships" id="258" r:id="R0ec9ace518364779"/>
    <p:sldId xmlns:r="http://schemas.openxmlformats.org/officeDocument/2006/relationships" id="259" r:id="R32f9d4df1b794aad"/>
    <p:sldId xmlns:r="http://schemas.openxmlformats.org/officeDocument/2006/relationships" id="260" r:id="R715195c9ef8141c4"/>
    <p:sldId xmlns:r="http://schemas.openxmlformats.org/officeDocument/2006/relationships" id="261" r:id="R3393039dacdf4a7e"/>
    <p:sldId xmlns:r="http://schemas.openxmlformats.org/officeDocument/2006/relationships" id="262" r:id="R2a5c0e74e07f45df"/>
    <p:sldId xmlns:r="http://schemas.openxmlformats.org/officeDocument/2006/relationships" id="263" r:id="R23a9c4632e6440ad"/>
    <p:sldId xmlns:r="http://schemas.openxmlformats.org/officeDocument/2006/relationships" id="264" r:id="R2f970ca07ee943ec"/>
    <p:sldId xmlns:r="http://schemas.openxmlformats.org/officeDocument/2006/relationships" id="265" r:id="R8a66fc6e57fa4de1"/>
    <p:sldId xmlns:r="http://schemas.openxmlformats.org/officeDocument/2006/relationships" id="266" r:id="R21d02ef536ec46b9"/>
    <p:sldId xmlns:r="http://schemas.openxmlformats.org/officeDocument/2006/relationships" id="267" r:id="R683fe73a60df4553"/>
    <p:sldId xmlns:r="http://schemas.openxmlformats.org/officeDocument/2006/relationships" id="268" r:id="R601025672e174da7"/>
    <p:sldId xmlns:r="http://schemas.openxmlformats.org/officeDocument/2006/relationships" id="269" r:id="R8f46ea5ee5cb4d7f"/>
    <p:sldId xmlns:r="http://schemas.openxmlformats.org/officeDocument/2006/relationships" id="270" r:id="Rd127803ca1f7430d"/>
    <p:sldId xmlns:r="http://schemas.openxmlformats.org/officeDocument/2006/relationships" id="271" r:id="R3ebc6cf7fd2b4306"/>
    <p:sldId xmlns:r="http://schemas.openxmlformats.org/officeDocument/2006/relationships" id="272" r:id="R66e22d1f97cd4d41"/>
    <p:sldId xmlns:r="http://schemas.openxmlformats.org/officeDocument/2006/relationships" id="273" r:id="Rf913f87d0e594fb4"/>
    <p:sldId xmlns:r="http://schemas.openxmlformats.org/officeDocument/2006/relationships" id="274" r:id="R9a457c9fdbdb45a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786b95bcc4609" /><Relationship Type="http://schemas.openxmlformats.org/officeDocument/2006/relationships/slideMaster" Target="/ppt/slideMasters/slideMaster1.xml" Id="Ra39291fe0e2144d2" /><Relationship Type="http://schemas.openxmlformats.org/officeDocument/2006/relationships/notesMaster" Target="/ppt/notesMasters/notesMaster1.xml" Id="Rfb0b45e77add4b02" /><Relationship Type="http://schemas.openxmlformats.org/officeDocument/2006/relationships/presProps" Target="/ppt/presProps.xml" Id="R0043e3b514db47dc" /><Relationship Type="http://schemas.openxmlformats.org/officeDocument/2006/relationships/tableStyles" Target="/ppt/tableStyles.xml" Id="Rb9fc824ee0fa4aaf" /><Relationship Type="http://schemas.openxmlformats.org/officeDocument/2006/relationships/slide" Target="/ppt/slides/slide1.xml" Id="R5d1a0d181a674b1b" /><Relationship Type="http://schemas.openxmlformats.org/officeDocument/2006/relationships/slide" Target="/ppt/slides/slide2.xml" Id="Rad3870625cac4026" /><Relationship Type="http://schemas.openxmlformats.org/officeDocument/2006/relationships/slide" Target="/ppt/slides/slide3.xml" Id="R0ec9ace518364779" /><Relationship Type="http://schemas.openxmlformats.org/officeDocument/2006/relationships/slide" Target="/ppt/slides/slide4.xml" Id="R32f9d4df1b794aad" /><Relationship Type="http://schemas.openxmlformats.org/officeDocument/2006/relationships/slide" Target="/ppt/slides/slide5.xml" Id="R715195c9ef8141c4" /><Relationship Type="http://schemas.openxmlformats.org/officeDocument/2006/relationships/slide" Target="/ppt/slides/slide6.xml" Id="R3393039dacdf4a7e" /><Relationship Type="http://schemas.openxmlformats.org/officeDocument/2006/relationships/slide" Target="/ppt/slides/slide7.xml" Id="R2a5c0e74e07f45df" /><Relationship Type="http://schemas.openxmlformats.org/officeDocument/2006/relationships/slide" Target="/ppt/slides/slide8.xml" Id="R23a9c4632e6440ad" /><Relationship Type="http://schemas.openxmlformats.org/officeDocument/2006/relationships/slide" Target="/ppt/slides/slide9.xml" Id="R2f970ca07ee943ec" /><Relationship Type="http://schemas.openxmlformats.org/officeDocument/2006/relationships/slide" Target="/ppt/slides/slide10.xml" Id="R8a66fc6e57fa4de1" /><Relationship Type="http://schemas.openxmlformats.org/officeDocument/2006/relationships/slide" Target="/ppt/slides/slide11.xml" Id="R21d02ef536ec46b9" /><Relationship Type="http://schemas.openxmlformats.org/officeDocument/2006/relationships/slide" Target="/ppt/slides/slide12.xml" Id="R683fe73a60df4553" /><Relationship Type="http://schemas.openxmlformats.org/officeDocument/2006/relationships/slide" Target="/ppt/slides/slide13.xml" Id="R601025672e174da7" /><Relationship Type="http://schemas.openxmlformats.org/officeDocument/2006/relationships/slide" Target="/ppt/slides/slide14.xml" Id="R8f46ea5ee5cb4d7f" /><Relationship Type="http://schemas.openxmlformats.org/officeDocument/2006/relationships/slide" Target="/ppt/slides/slide15.xml" Id="Rd127803ca1f7430d" /><Relationship Type="http://schemas.openxmlformats.org/officeDocument/2006/relationships/slide" Target="/ppt/slides/slide16.xml" Id="R3ebc6cf7fd2b4306" /><Relationship Type="http://schemas.openxmlformats.org/officeDocument/2006/relationships/slide" Target="/ppt/slides/slide17.xml" Id="R66e22d1f97cd4d41" /><Relationship Type="http://schemas.openxmlformats.org/officeDocument/2006/relationships/slide" Target="/ppt/slides/slide18.xml" Id="Rf913f87d0e594fb4" /><Relationship Type="http://schemas.openxmlformats.org/officeDocument/2006/relationships/slide" Target="/ppt/slides/slide19.xml" Id="R9a457c9fdbdb45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b91a59285e43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231764ddf84c05" /><Relationship Type="http://schemas.openxmlformats.org/officeDocument/2006/relationships/notesMaster" Target="/ppt/notesMasters/notesMaster1.xml" Id="R169f787e6a9747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4e3c5cfa6f4e53" /><Relationship Type="http://schemas.openxmlformats.org/officeDocument/2006/relationships/notesMaster" Target="/ppt/notesMasters/notesMaster1.xml" Id="Ref7146041d1f44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615cd7017f40f8" /><Relationship Type="http://schemas.openxmlformats.org/officeDocument/2006/relationships/notesMaster" Target="/ppt/notesMasters/notesMaster1.xml" Id="Rde8a9370ac8a40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5729bdf38c4db1" /><Relationship Type="http://schemas.openxmlformats.org/officeDocument/2006/relationships/notesMaster" Target="/ppt/notesMasters/notesMaster1.xml" Id="R5d8a9f6c855445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34f47a6b0a4fe4" /><Relationship Type="http://schemas.openxmlformats.org/officeDocument/2006/relationships/notesMaster" Target="/ppt/notesMasters/notesMaster1.xml" Id="R2a49ac2c94984e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d1ac3686544152" /><Relationship Type="http://schemas.openxmlformats.org/officeDocument/2006/relationships/notesMaster" Target="/ppt/notesMasters/notesMaster1.xml" Id="R6980c483956645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cbdcd982a4adf" /><Relationship Type="http://schemas.openxmlformats.org/officeDocument/2006/relationships/notesMaster" Target="/ppt/notesMasters/notesMaster1.xml" Id="Rb3afa351647f42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e6ee85d09446e1" /><Relationship Type="http://schemas.openxmlformats.org/officeDocument/2006/relationships/notesMaster" Target="/ppt/notesMasters/notesMaster1.xml" Id="Rd88c685cca264d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8f879952d479a" /><Relationship Type="http://schemas.openxmlformats.org/officeDocument/2006/relationships/notesMaster" Target="/ppt/notesMasters/notesMaster1.xml" Id="R507665b4e4ef4c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0657cb5a3b42fb" /><Relationship Type="http://schemas.openxmlformats.org/officeDocument/2006/relationships/notesMaster" Target="/ppt/notesMasters/notesMaster1.xml" Id="Rbde79b7b562c4b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57e793c1654c04" /><Relationship Type="http://schemas.openxmlformats.org/officeDocument/2006/relationships/notesMaster" Target="/ppt/notesMasters/notesMaster1.xml" Id="R64d5aadf91b14d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28b270457d49b4" /><Relationship Type="http://schemas.openxmlformats.org/officeDocument/2006/relationships/notesMaster" Target="/ppt/notesMasters/notesMaster1.xml" Id="R32d1dea19e3140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118fc3c5fc454b" /><Relationship Type="http://schemas.openxmlformats.org/officeDocument/2006/relationships/notesMaster" Target="/ppt/notesMasters/notesMaster1.xml" Id="Rf41b23d1e2d244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175ebc0a174db6" /><Relationship Type="http://schemas.openxmlformats.org/officeDocument/2006/relationships/notesMaster" Target="/ppt/notesMasters/notesMaster1.xml" Id="R6b466af6ef1742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c4114c635d43e9" /><Relationship Type="http://schemas.openxmlformats.org/officeDocument/2006/relationships/notesMaster" Target="/ppt/notesMasters/notesMaster1.xml" Id="R6a0cf6157b4d49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87686b7ab94bd3" /><Relationship Type="http://schemas.openxmlformats.org/officeDocument/2006/relationships/notesMaster" Target="/ppt/notesMasters/notesMaster1.xml" Id="R76d7f931811f41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0984c251c54e0d" /><Relationship Type="http://schemas.openxmlformats.org/officeDocument/2006/relationships/notesMaster" Target="/ppt/notesMasters/notesMaster1.xml" Id="R86b44d94a1f44e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ed347525c4464c" /><Relationship Type="http://schemas.openxmlformats.org/officeDocument/2006/relationships/notesMaster" Target="/ppt/notesMasters/notesMaster1.xml" Id="Re147f240628045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321dd11faa4449" /><Relationship Type="http://schemas.openxmlformats.org/officeDocument/2006/relationships/notesMaster" Target="/ppt/notesMasters/notesMaster1.xml" Id="Ra4a2a92f0e474c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gegeven hoort bij alle molens samen?</a:t>
            </a:r>
          </a:p>
          <a:p xmlns:a="http://schemas.openxmlformats.org/drawingml/2006/main">
            <a:r>
              <a:rPr sz="1400"/>
              <a:t/>
            </a:r>
          </a:p>
          <a:p xmlns:a="http://schemas.openxmlformats.org/drawingml/2006/main">
            <a:r>
              <a:rPr sz="1400"/>
              <a:t>Uitleg: Laat deze dia staan tijdens startopdracht. Start is de eerste echte gemengde opgave, dus 31, niet een verzonnen opgave 1. Opgave 31 staat op boekpagina 79, 32 op 80, 33–34 op 81, doel 35 op 82–83, bonus 36 en herhaling 37 op 84. Deze gemengde paragraaf heeft geen aparte basis- of zelfstandige secties. De classroom-afspraak is alle gemengde opgaven als huiswerk: 31 t/m 37 maken en nakijken, met de bonus- en herhalingslabels behouden. Dit wijkt van de boekroute af, die bonus en herhaling aanvullend noemt. De hele route is niet aantoonbaar één les. Laat onaf werk thuis of in een volgende les afronden.</a:t>
            </a:r>
          </a:p>
          <a:p xmlns:a="http://schemas.openxmlformats.org/drawingml/2006/main">
            <a:r>
              <a:rPr sz="1400"/>
              <a:t/>
            </a:r>
          </a:p>
          <a:p xmlns:a="http://schemas.openxmlformats.org/drawingml/2006/main">
            <a:r>
              <a:rPr sz="1400"/>
              <a:t>Start 31 haalt bestaande technieken op: marktevenwicht, TO, GO/MO en prijsnemerschap uit §3.2.1. Bij vastlopen: laat de leerling p. 54–56 gebruiken en benoemen welke bron bij de markt of één onderneming hoort. Bij terugkeer naar deze dia vóór zelfstandig werk: laat 31b–c opnieuw uitleggen. Geef zo nodig feedback vóór 32–35.</a:t>
            </a:r>
          </a:p>
          <a:p xmlns:a="http://schemas.openxmlformats.org/drawingml/2006/main">
            <a:r>
              <a:rPr sz="1400"/>
              <a:t/>
            </a:r>
          </a:p>
          <a:p xmlns:a="http://schemas.openxmlformats.org/drawingml/2006/main">
            <a:r>
              <a:rPr sz="1400"/>
              <a:t>Misvatting: Een markthoeveelheid Q is niet de productie q van de molen. De hoofdstuk-PDF gebruikt andere paginanummers dan het complete boek.</a:t>
            </a:r>
          </a:p>
          <a:p xmlns:a="http://schemas.openxmlformats.org/drawingml/2006/main">
            <a:r>
              <a:rPr sz="1400"/>
              <a:t/>
            </a:r>
          </a:p>
          <a:p xmlns:a="http://schemas.openxmlformats.org/drawingml/2006/main">
            <a:r>
              <a:rPr sz="1400"/>
              <a:t>Overgang: Gebruik de korte herhaling, of vervolg het oefenwerk.</a:t>
            </a:r>
          </a:p>
          <a:p xmlns:a="http://schemas.openxmlformats.org/drawingml/2006/main">
            <a:r>
              <a:rPr sz="1400"/>
              <a:t/>
            </a:r>
          </a:p>
          <a:p xmlns:a="http://schemas.openxmlformats.org/drawingml/2006/main">
            <a:r>
              <a:rPr sz="1400"/>
              <a:t>Bron: Leerlingenboek Boek 3, editie books34-v3, gedrukte boekpagina 54–56, 79–84.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neem je mee naar één onderneming?</a:t>
            </a:r>
          </a:p>
          <a:p xmlns:a="http://schemas.openxmlformats.org/drawingml/2006/main">
            <a:r>
              <a:rPr sz="1400"/>
              <a:t/>
            </a:r>
          </a:p>
          <a:p xmlns:a="http://schemas.openxmlformats.org/drawingml/2006/main">
            <a:r>
              <a:rPr sz="1400"/>
              <a:t>Uitleg: Dit is een zelfgemaakt onderwijsmodel. Er zijn veel kleine aanbieders van dezelfde kwaliteit klei, prijzen zijn bekend. De markt geeft de prijs: vraag gelijk aan aanbod, oplossen, terug invullen. Controleer bij 10 dat de vraag ook 8000 is. Eén onderneming neemt de prijs over. Haar q volgt pas uit haar eigen kosten en capaciteit. De context en getallen zijn anders dan alle opgaven 31–37.</a:t>
            </a:r>
          </a:p>
          <a:p xmlns:a="http://schemas.openxmlformats.org/drawingml/2006/main">
            <a:r>
              <a:rPr sz="1400"/>
              <a:t/>
            </a:r>
          </a:p>
          <a:p xmlns:a="http://schemas.openxmlformats.org/drawingml/2006/main">
            <a:r>
              <a:rPr sz="1400"/>
              <a:t>Misvatting: 8000 is de markt-Q, geen productieadvies voor één bedrijf.</a:t>
            </a:r>
          </a:p>
          <a:p xmlns:a="http://schemas.openxmlformats.org/drawingml/2006/main">
            <a:r>
              <a:rPr sz="1400"/>
              <a:t/>
            </a:r>
          </a:p>
          <a:p xmlns:a="http://schemas.openxmlformats.org/drawingml/2006/main">
            <a:r>
              <a:rPr sz="1400"/>
              <a:t>Overgang: Gebruik nu de kosten van één kleiproducent.</a:t>
            </a:r>
          </a:p>
          <a:p xmlns:a="http://schemas.openxmlformats.org/drawingml/2006/main">
            <a:r>
              <a:rPr sz="1400"/>
              <a:t/>
            </a:r>
          </a:p>
          <a:p xmlns:a="http://schemas.openxmlformats.org/drawingml/2006/main">
            <a:r>
              <a:rPr sz="1400"/>
              <a:t>Bron: Zelfgemaakt uitlegvoorbeeld Gestandaardiseerde klei. Context en cijfers zijn niet uit het boek. Het boek is uitsluitend de bron voor de methoden. Leerlingenboek Boek 3, editie books34-v3, gedrukte boekpagina 54–56.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MO = MK opschrijven onvoldoende?</a:t>
            </a:r>
          </a:p>
          <a:p xmlns:a="http://schemas.openxmlformats.org/drawingml/2006/main">
            <a:r>
              <a:rPr sz="1400"/>
              <a:t/>
            </a:r>
          </a:p>
          <a:p xmlns:a="http://schemas.openxmlformats.org/drawingml/2006/main">
            <a:r>
              <a:rPr sz="1400"/>
              <a:t>Uitleg: q is kg per week, TK euro per week. Alle productie kan tegen 10 euro worden verkocht. De 120 euro constante kosten zijn deze week ook bij nul productie onvermijdbaar. Differentieer per term: 0,05q² wordt 0,10q, 2q wordt 2, 120 wordt 0. Dat de constante verdwijnt uit MK verwijdert haar niet uit TK. Controleer met 60 en 90 de richting rond 80, plus de capaciteit. De winst bij nul wordt op de volgende dia vergeleken.</a:t>
            </a:r>
          </a:p>
          <a:p xmlns:a="http://schemas.openxmlformats.org/drawingml/2006/main">
            <a:r>
              <a:rPr sz="1400"/>
              <a:t/>
            </a:r>
          </a:p>
          <a:p xmlns:a="http://schemas.openxmlformats.org/drawingml/2006/main">
            <a:r>
              <a:rPr sz="1400"/>
              <a:t>Misvatting: Het minimum van GTK beantwoordt een andere vraag dan het maximum van totale winst.</a:t>
            </a:r>
          </a:p>
          <a:p xmlns:a="http://schemas.openxmlformats.org/drawingml/2006/main">
            <a:r>
              <a:rPr sz="1400"/>
              <a:t/>
            </a:r>
          </a:p>
          <a:p xmlns:a="http://schemas.openxmlformats.org/drawingml/2006/main">
            <a:r>
              <a:rPr sz="1400"/>
              <a:t>Overgang: Bereken alle totalen en GTK bij precies dezelfde q.</a:t>
            </a:r>
          </a:p>
          <a:p xmlns:a="http://schemas.openxmlformats.org/drawingml/2006/main">
            <a:r>
              <a:rPr sz="1400"/>
              <a:t/>
            </a:r>
          </a:p>
          <a:p xmlns:a="http://schemas.openxmlformats.org/drawingml/2006/main">
            <a:r>
              <a:rPr sz="1400"/>
              <a:t>Bron: Zelfgemaakt uitlegvoorbeeld Gestandaardiseerde klei. Context en cijfers zijn niet uit het boek. Het boek is uitsluitend de bron voor de methoden. Leerlingenboek Boek 3, editie books34-v3, gedrukte boekpagina 62–64, 69–72.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zijn de eenheden van breedte, hoogte en oppervlakte?</a:t>
            </a:r>
          </a:p>
          <a:p xmlns:a="http://schemas.openxmlformats.org/drawingml/2006/main">
            <a:r>
              <a:rPr sz="1400"/>
              <a:t/>
            </a:r>
          </a:p>
          <a:p xmlns:a="http://schemas.openxmlformats.org/drawingml/2006/main">
            <a:r>
              <a:rPr sz="1400"/>
              <a:t>Uitleg: De rechthoek loopt van q=0 tot 80 en van 7,50 tot 10 euro per kg. Het is de winst: breedte maal hoogte. TK = 0,05 × 80² + 2 × 80 + 120 = 600. TO=800 en winst=200. GTK bij dezelfde 80 is 7,50, niet het laagste punt van GTK. Bij q=0 bedraagt de winst −120, zodat 80 beter is. Wijs de vier grenzen van de rechthoek in de figuur aan.</a:t>
            </a:r>
          </a:p>
          <a:p xmlns:a="http://schemas.openxmlformats.org/drawingml/2006/main">
            <a:r>
              <a:rPr sz="1400"/>
              <a:t/>
            </a:r>
          </a:p>
          <a:p xmlns:a="http://schemas.openxmlformats.org/drawingml/2006/main">
            <a:r>
              <a:rPr sz="1400"/>
              <a:t>Misvatting: 10 euro is de prijs per kg, geen totale winst. De GTK-curve bestaat niet bij q=0, maar de rechthoek strekt wel tot de verticale as.</a:t>
            </a:r>
          </a:p>
          <a:p xmlns:a="http://schemas.openxmlformats.org/drawingml/2006/main">
            <a:r>
              <a:rPr sz="1400"/>
              <a:t/>
            </a:r>
          </a:p>
          <a:p xmlns:a="http://schemas.openxmlformats.org/drawingml/2006/main">
            <a:r>
              <a:rPr sz="1400"/>
              <a:t>Overgang: Controleer ook een bindende capaciteitsgrens.</a:t>
            </a:r>
          </a:p>
          <a:p xmlns:a="http://schemas.openxmlformats.org/drawingml/2006/main">
            <a:r>
              <a:rPr sz="1400"/>
              <a:t/>
            </a:r>
          </a:p>
          <a:p xmlns:a="http://schemas.openxmlformats.org/drawingml/2006/main">
            <a:r>
              <a:rPr sz="1400"/>
              <a:t>Bron: Zelfgemaakt uitlegvoorbeeld Gestandaardiseerde klei. Context en cijfers zijn niet uit het boek. Het boek is uitsluitend de bron voor de methoden. Leerlingenboek Boek 3, editie books34-v3, gedrukte boekpagina 71–72.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voorkomt een onuitvoerbaar productieadvies?</a:t>
            </a:r>
          </a:p>
          <a:p xmlns:a="http://schemas.openxmlformats.org/drawingml/2006/main">
            <a:r>
              <a:rPr sz="1400"/>
              <a:t/>
            </a:r>
          </a:p>
          <a:p xmlns:a="http://schemas.openxmlformats.org/drawingml/2006/main">
            <a:r>
              <a:rPr sz="1400"/>
              <a:t>Uitleg: Dit is een expliciete scenarioverandering ten opzichte van de vorige dia: capaciteit 70 in plaats van 100. Prijs en kostentechniek blijven gelijk. Omdat MK op het hele haalbare interval lager is dan 10, stijgt de winst tot de grens. We zoeken geen nieuw kruispunt binnen de capaciteit. Deze korte herhaling ondersteunt opgave 33. Laat bij bonus 36 teruggrijpen op hetzelfde onderscheid tussen een nulwinstuitkomst en bewijs van het maximum.</a:t>
            </a:r>
          </a:p>
          <a:p xmlns:a="http://schemas.openxmlformats.org/drawingml/2006/main">
            <a:r>
              <a:rPr sz="1400"/>
              <a:t/>
            </a:r>
          </a:p>
          <a:p xmlns:a="http://schemas.openxmlformats.org/drawingml/2006/main">
            <a:r>
              <a:rPr sz="1400"/>
              <a:t>Misvatting: Een capaciteitsgrens is alleen optimaal als de winst tot die grens blijft stijgen.</a:t>
            </a:r>
          </a:p>
          <a:p xmlns:a="http://schemas.openxmlformats.org/drawingml/2006/main">
            <a:r>
              <a:rPr sz="1400"/>
              <a:t/>
            </a:r>
          </a:p>
          <a:p xmlns:a="http://schemas.openxmlformats.org/drawingml/2006/main">
            <a:r>
              <a:rPr sz="1400"/>
              <a:t>Overgang: Laat opgave 31 kort terugkomen en ga zelfstandig verder.</a:t>
            </a:r>
          </a:p>
          <a:p xmlns:a="http://schemas.openxmlformats.org/drawingml/2006/main">
            <a:r>
              <a:rPr sz="1400"/>
              <a:t/>
            </a:r>
          </a:p>
          <a:p xmlns:a="http://schemas.openxmlformats.org/drawingml/2006/main">
            <a:r>
              <a:rPr sz="1400"/>
              <a:t>Bron: Zelfgemaakt uitlegvoorbeeld Gestandaardiseerde klei. Context en cijfers zijn niet uit het boek. Het boek is uitsluitend de bron voor de methoden. Leerlingenboek Boek 3, editie books34-v3, gedrukte boekpagina 70, 72, 76.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om hulp?</a:t>
            </a:r>
          </a:p>
          <a:p xmlns:a="http://schemas.openxmlformats.org/drawingml/2006/main">
            <a:r>
              <a:rPr sz="1400"/>
              <a:t/>
            </a:r>
          </a:p>
          <a:p xmlns:a="http://schemas.openxmlformats.org/drawingml/2006/main">
            <a:r>
              <a:rPr sz="1400"/>
              <a:t>Uitleg: Laat deze dia staan tijdens zelfstandig werken. Start is de eerste echte gemengde opgave, dus 31, niet een verzonnen opgave 1. Opgave 31 staat op boekpagina 79, 32 op 80, 33–34 op 81, doel 35 op 82–83, bonus 36 en herhaling 37 op 84. Deze gemengde paragraaf heeft geen aparte basis- of zelfstandige secties. De classroom-afspraak is alle gemengde opgaven als huiswerk: 31 t/m 37 maken en nakijken, met de bonus- en herhalingslabels behouden. Dit wijkt van de boekroute af, die bonus en herhaling aanvullend noemt. De hele route is niet aantoonbaar één les. Laat onaf werk thuis of in een volgende les afronden.</a:t>
            </a:r>
          </a:p>
          <a:p xmlns:a="http://schemas.openxmlformats.org/drawingml/2006/main">
            <a:r>
              <a:rPr sz="1400"/>
              <a:t/>
            </a:r>
          </a:p>
          <a:p xmlns:a="http://schemas.openxmlformats.org/drawingml/2006/main">
            <a:r>
              <a:rPr sz="1400"/>
              <a:t>Start 31 haalt bestaande technieken op: marktevenwicht, TO, GO/MO en prijsnemerschap uit §3.2.1. Bij vastlopen: laat de leerling p. 54–56 gebruiken en benoemen welke bron bij de markt of één onderneming hoort. Bij terugkeer naar deze dia vóór zelfstandig werk: laat 31b–c opnieuw uitleggen. Geef zo nodig feedback vóór 32–35.</a:t>
            </a:r>
          </a:p>
          <a:p xmlns:a="http://schemas.openxmlformats.org/drawingml/2006/main">
            <a:r>
              <a:rPr sz="1400"/>
              <a:t/>
            </a:r>
          </a:p>
          <a:p xmlns:a="http://schemas.openxmlformats.org/drawingml/2006/main">
            <a:r>
              <a:rPr sz="1400"/>
              <a:t>Misvatting: Een markthoeveelheid Q is niet de productie q van de molen. De hoofdstuk-PDF gebruikt andere paginanummers dan het complete boek.</a:t>
            </a:r>
          </a:p>
          <a:p xmlns:a="http://schemas.openxmlformats.org/drawingml/2006/main">
            <a:r>
              <a:rPr sz="1400"/>
              <a:t/>
            </a:r>
          </a:p>
          <a:p xmlns:a="http://schemas.openxmlformats.org/drawingml/2006/main">
            <a:r>
              <a:rPr sz="1400"/>
              <a:t>Overgang: Gebruik de korte herhaling, of vervolg het oefenwerk.</a:t>
            </a:r>
          </a:p>
          <a:p xmlns:a="http://schemas.openxmlformats.org/drawingml/2006/main">
            <a:r>
              <a:rPr sz="1400"/>
              <a:t/>
            </a:r>
          </a:p>
          <a:p xmlns:a="http://schemas.openxmlformats.org/drawingml/2006/main">
            <a:r>
              <a:rPr sz="1400"/>
              <a:t>Bron: Leerlingenboek Boek 3, editie books34-v3, gedrukte boekpagina 54–56, 79–84.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tussen de twee momenten?</a:t>
            </a:r>
          </a:p>
          <a:p xmlns:a="http://schemas.openxmlformats.org/drawingml/2006/main">
            <a:r>
              <a:rPr sz="1400"/>
              <a:t/>
            </a:r>
          </a:p>
          <a:p xmlns:a="http://schemas.openxmlformats.org/drawingml/2006/main">
            <a:r>
              <a:rPr sz="1400"/>
              <a:t>Uitleg: Lees de complete marktbron na de zelfstandige poging. Deze doelopgave combineert precies de hoofdstukdoelen: twee marktevenwichten, prijs overnemen, afgeleide, marginale keuze, capaciteit, winst en percentages. Daarom bespreken we de werkelijk genummerde doelopgave 35 en niet een willekeurige extra opgave. Het aantal bedrijven is op beide onderzochte momenten gelijk; voeg geen toetreding of langetermijnprijs toe. Toon eerst ook bron B, de basisgrafieken en alle vijf vragen voordat antwoorden verschijnen.</a:t>
            </a:r>
          </a:p>
          <a:p xmlns:a="http://schemas.openxmlformats.org/drawingml/2006/main">
            <a:r>
              <a:rPr sz="1400"/>
              <a:t/>
            </a:r>
          </a:p>
          <a:p xmlns:a="http://schemas.openxmlformats.org/drawingml/2006/main">
            <a:r>
              <a:rPr sz="1400"/>
              <a:t>Misvatting: De vraagverschuiving betekent geen verschuiving van de kostencurve van een bedrijf.</a:t>
            </a:r>
          </a:p>
          <a:p xmlns:a="http://schemas.openxmlformats.org/drawingml/2006/main">
            <a:r>
              <a:rPr sz="1400"/>
              <a:t/>
            </a:r>
          </a:p>
          <a:p xmlns:a="http://schemas.openxmlformats.org/drawingml/2006/main">
            <a:r>
              <a:rPr sz="1400"/>
              <a:t>Overgang: Lees de kostenbron en de twee basisgrafieken.</a:t>
            </a:r>
          </a:p>
          <a:p xmlns:a="http://schemas.openxmlformats.org/drawingml/2006/main">
            <a:r>
              <a:rPr sz="1400"/>
              <a:t/>
            </a:r>
          </a:p>
          <a:p xmlns:a="http://schemas.openxmlformats.org/drawingml/2006/main">
            <a:r>
              <a:rPr sz="1400"/>
              <a:t>Bron: Leerlingenboek Boek 3, editie books34-v3, gedrukte boekpagina 82.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lees je 20 op de linker horizontale as?</a:t>
            </a:r>
          </a:p>
          <a:p xmlns:a="http://schemas.openxmlformats.org/drawingml/2006/main">
            <a:r>
              <a:rPr sz="1400"/>
              <a:t/>
            </a:r>
          </a:p>
          <a:p xmlns:a="http://schemas.openxmlformats.org/drawingml/2006/main">
            <a:r>
              <a:rPr sz="1400"/>
              <a:t>Uitleg: Bron B geeft dezelfde kostenfunctie voor iedere onderneming. De basisgrafieken zijn inhoudelijk gelijk aan figuur 1: markt met V₀,V₁,A₀; onderneming met MK en GTK. Het boek tekent Q in duizenden kg en q in kg. De curves geven gegevens; de gevraagde evenwichtsmarkering, opbrengstlijn en winstrechthoek staan hier nog niet. Gebruik eerst de beginsituatie en daarna het moment direct na de vraagverandering. Laat tussenresultaten staan.</a:t>
            </a:r>
          </a:p>
          <a:p xmlns:a="http://schemas.openxmlformats.org/drawingml/2006/main">
            <a:r>
              <a:rPr sz="1400"/>
              <a:t/>
            </a:r>
          </a:p>
          <a:p xmlns:a="http://schemas.openxmlformats.org/drawingml/2006/main">
            <a:r>
              <a:rPr sz="1400"/>
              <a:t>Misvatting: De schaalfactor ×1000 hoort alleen bij Q, niet bij q.</a:t>
            </a:r>
          </a:p>
          <a:p xmlns:a="http://schemas.openxmlformats.org/drawingml/2006/main">
            <a:r>
              <a:rPr sz="1400"/>
              <a:t/>
            </a:r>
          </a:p>
          <a:p xmlns:a="http://schemas.openxmlformats.org/drawingml/2006/main">
            <a:r>
              <a:rPr sz="1400"/>
              <a:t>Overgang: Toon de volledige vragen a en b, nog zonder uitwerking.</a:t>
            </a:r>
          </a:p>
          <a:p xmlns:a="http://schemas.openxmlformats.org/drawingml/2006/main">
            <a:r>
              <a:rPr sz="1400"/>
              <a:t/>
            </a:r>
          </a:p>
          <a:p xmlns:a="http://schemas.openxmlformats.org/drawingml/2006/main">
            <a:r>
              <a:rPr sz="1400"/>
              <a:t>Bron: Leerlingenboek Boek 3, editie books34-v3, gedrukte boekpagina 82.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gebruik je voor a, welke veranderen bij b?</a:t>
            </a:r>
          </a:p>
          <a:p xmlns:a="http://schemas.openxmlformats.org/drawingml/2006/main">
            <a:r>
              <a:rPr sz="1400"/>
              <a:t/>
            </a:r>
          </a:p>
          <a:p xmlns:a="http://schemas.openxmlformats.org/drawingml/2006/main">
            <a:r>
              <a:rPr sz="1400"/>
              <a:t>Uitleg: Dit is de volledige vraagtekst van a en b met puntenaantallen. Het gegeven q=100 en de te controleren nulwinst zijn deel van vraag a, geen vervroegde uitwerking. Wacht met rekenen tot c, d en e ook zichtbaar zijn geweest.</a:t>
            </a:r>
          </a:p>
          <a:p xmlns:a="http://schemas.openxmlformats.org/drawingml/2006/main">
            <a:r>
              <a:rPr sz="1400"/>
              <a:t/>
            </a:r>
          </a:p>
          <a:p xmlns:a="http://schemas.openxmlformats.org/drawingml/2006/main">
            <a:r>
              <a:rPr sz="1400"/>
              <a:t>Misvatting: q=100 in a is gegeven. Dat getal mag niet in de marktaanbodfunctie worden ingevuld als Q.</a:t>
            </a:r>
          </a:p>
          <a:p xmlns:a="http://schemas.openxmlformats.org/drawingml/2006/main">
            <a:r>
              <a:rPr sz="1400"/>
              <a:t/>
            </a:r>
          </a:p>
          <a:p xmlns:a="http://schemas.openxmlformats.org/drawingml/2006/main">
            <a:r>
              <a:rPr sz="1400"/>
              <a:t>Overgang: Lees ook c, d en e.</a:t>
            </a:r>
          </a:p>
          <a:p xmlns:a="http://schemas.openxmlformats.org/drawingml/2006/main">
            <a:r>
              <a:rPr sz="1400"/>
              <a:t/>
            </a:r>
          </a:p>
          <a:p xmlns:a="http://schemas.openxmlformats.org/drawingml/2006/main">
            <a:r>
              <a:rPr sz="1400"/>
              <a:t>Bron: Leerlingenboek Boek 3, editie books34-v3, gedrukte boekpagina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controleren vóór je winst berekent?</a:t>
            </a:r>
          </a:p>
          <a:p xmlns:a="http://schemas.openxmlformats.org/drawingml/2006/main">
            <a:r>
              <a:rPr sz="1400"/>
              <a:t/>
            </a:r>
          </a:p>
          <a:p xmlns:a="http://schemas.openxmlformats.org/drawingml/2006/main">
            <a:r>
              <a:rPr sz="1400"/>
              <a:t>Uitleg: Alle deelvragen a–e zijn nu volledig beschikbaar geweest, na alle bronnen. Vraag c vereist méér dan een snijpunt, d méér dan een eindbedrag, e zowel een berekening als betekenis. Laat een leerling eerst de aanpak geven. Eventueel terugbladeren naar de bronnen.</a:t>
            </a:r>
          </a:p>
          <a:p xmlns:a="http://schemas.openxmlformats.org/drawingml/2006/main">
            <a:r>
              <a:rPr sz="1400"/>
              <a:t/>
            </a:r>
          </a:p>
          <a:p xmlns:a="http://schemas.openxmlformats.org/drawingml/2006/main">
            <a:r>
              <a:rPr sz="1400"/>
              <a:t>Misvatting: De rechthoek gebruikt GTK bij de gekozen q. Geen nieuwe langetermijnvraag toevoegen.</a:t>
            </a:r>
          </a:p>
          <a:p xmlns:a="http://schemas.openxmlformats.org/drawingml/2006/main">
            <a:r>
              <a:rPr sz="1400"/>
              <a:t/>
            </a:r>
          </a:p>
          <a:p xmlns:a="http://schemas.openxmlformats.org/drawingml/2006/main">
            <a:r>
              <a:rPr sz="1400"/>
              <a:t>Overgang: Begin nu pas de stapsgewijze uitwerking bij a.</a:t>
            </a:r>
          </a:p>
          <a:p xmlns:a="http://schemas.openxmlformats.org/drawingml/2006/main">
            <a:r>
              <a:rPr sz="1400"/>
              <a:t/>
            </a:r>
          </a:p>
          <a:p xmlns:a="http://schemas.openxmlformats.org/drawingml/2006/main">
            <a:r>
              <a:rPr sz="1400"/>
              <a:t>Bron: Leerlingenboek Boek 3, editie books34-v3, gedrukte boekpagina 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berekeningen controleren hetzelfde Q₀?</a:t>
            </a:r>
          </a:p>
          <a:p xmlns:a="http://schemas.openxmlformats.org/drawingml/2006/main">
            <a:r>
              <a:rPr sz="1400"/>
              <a:t/>
            </a:r>
          </a:p>
          <a:p xmlns:a="http://schemas.openxmlformats.org/drawingml/2006/main">
            <a:r>
              <a:rPr sz="1400"/>
              <a:t>Uitleg: Stel 30000−2500P gelijk aan 2500P−10000. Breng de 10000 naar links en de −2500P naar rechts, zodat 40000=5000P. P=8. Vul in aanbod in: 2500×8−10000=10000. Controleer vraag: 30000−2500×8=10000. In de grafiek is E₀=(10;8), want de hoeveelheidsschaal is ×1000. Het wegvallen van V₁ op deze begin-dia richt de aandacht op de eerste situatie; de schaal blijft gelijk.</a:t>
            </a:r>
          </a:p>
          <a:p xmlns:a="http://schemas.openxmlformats.org/drawingml/2006/main">
            <a:r>
              <a:rPr sz="1400"/>
              <a:t/>
            </a:r>
          </a:p>
          <a:p xmlns:a="http://schemas.openxmlformats.org/drawingml/2006/main">
            <a:r>
              <a:rPr sz="1400"/>
              <a:t>Misvatting: De coördinaat 10 betekent 10000 kg per week.</a:t>
            </a:r>
          </a:p>
          <a:p xmlns:a="http://schemas.openxmlformats.org/drawingml/2006/main">
            <a:r>
              <a:rPr sz="1400"/>
              <a:t/>
            </a:r>
          </a:p>
          <a:p xmlns:a="http://schemas.openxmlformats.org/drawingml/2006/main">
            <a:r>
              <a:rPr sz="1400"/>
              <a:t>Overgang: Controleer de nulwinst van één onderneming bij de gegeven q=100.</a:t>
            </a:r>
          </a:p>
          <a:p xmlns:a="http://schemas.openxmlformats.org/drawingml/2006/main">
            <a:r>
              <a:rPr sz="1400"/>
              <a:t/>
            </a:r>
          </a:p>
          <a:p xmlns:a="http://schemas.openxmlformats.org/drawingml/2006/main">
            <a:r>
              <a:rPr sz="1400"/>
              <a:t>Bron: Leerlingenboek Boek 3, editie books34-v3, gedrukte boekpagina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zitten de constante kosten in deze berekening?</a:t>
            </a:r>
          </a:p>
          <a:p xmlns:a="http://schemas.openxmlformats.org/drawingml/2006/main">
            <a:r>
              <a:rPr sz="1400"/>
              <a:t/>
            </a:r>
          </a:p>
          <a:p xmlns:a="http://schemas.openxmlformats.org/drawingml/2006/main">
            <a:r>
              <a:rPr sz="1400"/>
              <a:t>Uitleg: TK=200+400+200=800. TO=8×100=800. De winst is het verschil, dus nul. Dat is hier uitsluitend een rekenuitkomst. Het boek vraagt geen uitleg over normale ondernemersbeloning, toetreding of langetermijnevenwicht.</a:t>
            </a:r>
          </a:p>
          <a:p xmlns:a="http://schemas.openxmlformats.org/drawingml/2006/main">
            <a:r>
              <a:rPr sz="1400"/>
              <a:t/>
            </a:r>
          </a:p>
          <a:p xmlns:a="http://schemas.openxmlformats.org/drawingml/2006/main">
            <a:r>
              <a:rPr sz="1400"/>
              <a:t>Misvatting: Nulwinst op zichzelf bewijst niet dat q=100 optimaal is; daarvoor is een marginale controle nodig.</a:t>
            </a:r>
          </a:p>
          <a:p xmlns:a="http://schemas.openxmlformats.org/drawingml/2006/main">
            <a:r>
              <a:rPr sz="1400"/>
              <a:t/>
            </a:r>
          </a:p>
          <a:p xmlns:a="http://schemas.openxmlformats.org/drawingml/2006/main">
            <a:r>
              <a:rPr sz="1400"/>
              <a:t>Overgang: Verander nu alleen de marktvraag volgens bron A.</a:t>
            </a:r>
          </a:p>
          <a:p xmlns:a="http://schemas.openxmlformats.org/drawingml/2006/main">
            <a:r>
              <a:rPr sz="1400"/>
              <a:t/>
            </a:r>
          </a:p>
          <a:p xmlns:a="http://schemas.openxmlformats.org/drawingml/2006/main">
            <a:r>
              <a:rPr sz="1400"/>
              <a:t>Bron: Leerlingenboek Boek 3, editie books34-v3, gedrukte boekpagina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verschuift, langs welke lijn beweegt het evenwicht?</a:t>
            </a:r>
          </a:p>
          <a:p xmlns:a="http://schemas.openxmlformats.org/drawingml/2006/main">
            <a:r>
              <a:rPr sz="1400"/>
              <a:t/>
            </a:r>
          </a:p>
          <a:p xmlns:a="http://schemas.openxmlformats.org/drawingml/2006/main">
            <a:r>
              <a:rPr sz="1400"/>
              <a:t>Uitleg: Qa₀ blijft volgens de bron gelden. Los 50000−2500P=2500P−10000 op: 60000=5000P, P=12. Aanbod: 2500×12−10000=20000. Vraag geeft 50000−2500×12=20000. Markeer E₁ op (20;12) in de getoonde schaal. V verschuift rechts, de markt beweegt langs de gegeven aanbodlijn. De grotere productie komt van de bestaande ondernemingen; er wordt geen toetreding verondersteld.</a:t>
            </a:r>
          </a:p>
          <a:p xmlns:a="http://schemas.openxmlformats.org/drawingml/2006/main">
            <a:r>
              <a:rPr sz="1400"/>
              <a:t/>
            </a:r>
          </a:p>
          <a:p xmlns:a="http://schemas.openxmlformats.org/drawingml/2006/main">
            <a:r>
              <a:rPr sz="1400"/>
              <a:t>Misvatting: Ongewijzigd aanbod betekent dezelfde aanbodfunctie, niet dezelfde aangeboden hoeveelheid.</a:t>
            </a:r>
          </a:p>
          <a:p xmlns:a="http://schemas.openxmlformats.org/drawingml/2006/main">
            <a:r>
              <a:rPr sz="1400"/>
              <a:t/>
            </a:r>
          </a:p>
          <a:p xmlns:a="http://schemas.openxmlformats.org/drawingml/2006/main">
            <a:r>
              <a:rPr sz="1400"/>
              <a:t>Overgang: Neem de nieuwe prijs mee naar één onderneming.</a:t>
            </a:r>
          </a:p>
          <a:p xmlns:a="http://schemas.openxmlformats.org/drawingml/2006/main">
            <a:r>
              <a:rPr sz="1400"/>
              <a:t/>
            </a:r>
          </a:p>
          <a:p xmlns:a="http://schemas.openxmlformats.org/drawingml/2006/main">
            <a:r>
              <a:rPr sz="1400"/>
              <a:t>Bron: Leerlingenboek Boek 3, editie books34-v3, gedrukte boekpagina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komt 200 uit TK niet terug in MK?</a:t>
            </a:r>
          </a:p>
          <a:p xmlns:a="http://schemas.openxmlformats.org/drawingml/2006/main">
            <a:r>
              <a:rPr sz="1400"/>
              <a:t/>
            </a:r>
          </a:p>
          <a:p xmlns:a="http://schemas.openxmlformats.org/drawingml/2006/main">
            <a:r>
              <a:rPr sz="1400"/>
              <a:t>Uitleg: Gebruik de afgeleide uit §3.2.2 term voor term. Het gegeven TK beschrijft één onderneming, dus q is de kleine letter. De prijsnemer ontvangt bij elke kleine uitbreiding dezelfde 12 euro per kg. De oplossing 200 is vooralsnog een kandidaat, de controles volgen op de volgende dia.</a:t>
            </a:r>
          </a:p>
          <a:p xmlns:a="http://schemas.openxmlformats.org/drawingml/2006/main">
            <a:r>
              <a:rPr sz="1400"/>
              <a:t/>
            </a:r>
          </a:p>
          <a:p xmlns:a="http://schemas.openxmlformats.org/drawingml/2006/main">
            <a:r>
              <a:rPr sz="1400"/>
              <a:t>Misvatting: De constante 200 uit de kostenfunctie is euro per week; de gevonden q=200 is kg per week. Gelijke getallen maken de grootheden niet gelijk.</a:t>
            </a:r>
          </a:p>
          <a:p xmlns:a="http://schemas.openxmlformats.org/drawingml/2006/main">
            <a:r>
              <a:rPr sz="1400"/>
              <a:t/>
            </a:r>
          </a:p>
          <a:p xmlns:a="http://schemas.openxmlformats.org/drawingml/2006/main">
            <a:r>
              <a:rPr sz="1400"/>
              <a:t>Overgang: Controleer beide kanten van de kandidaat en de capaciteit.</a:t>
            </a:r>
          </a:p>
          <a:p xmlns:a="http://schemas.openxmlformats.org/drawingml/2006/main">
            <a:r>
              <a:rPr sz="1400"/>
              <a:t/>
            </a:r>
          </a:p>
          <a:p xmlns:a="http://schemas.openxmlformats.org/drawingml/2006/main">
            <a:r>
              <a:rPr sz="1400"/>
              <a:t>Bron: Leerlingenboek Boek 3, editie books34-v3, gedrukte boekpagina 62–64,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richting heeft de winstverandering net rechts van 200?</a:t>
            </a:r>
          </a:p>
          <a:p xmlns:a="http://schemas.openxmlformats.org/drawingml/2006/main">
            <a:r>
              <a:rPr sz="1400"/>
              <a:t/>
            </a:r>
          </a:p>
          <a:p xmlns:a="http://schemas.openxmlformats.org/drawingml/2006/main">
            <a:r>
              <a:rPr sz="1400"/>
              <a:t>Uitleg: MK stijgt lineair. Vóór 200 ligt MK lager dan MO en kan de winst door uitbreiding stijgen. Na 200 ligt MK hoger dan MO en kost verdere uitbreiding winst. De capaciteit 250 maakt de kandidaat 200 haalbaar. De controle links en rechts plus haalbaarheid onderbouwt het maximum in dit doorlopende model. De vergelijking met niet produceren wordt bevestigd door de positieve winst op de volgende dia.</a:t>
            </a:r>
          </a:p>
          <a:p xmlns:a="http://schemas.openxmlformats.org/drawingml/2006/main">
            <a:r>
              <a:rPr sz="1400"/>
              <a:t/>
            </a:r>
          </a:p>
          <a:p xmlns:a="http://schemas.openxmlformats.org/drawingml/2006/main">
            <a:r>
              <a:rPr sz="1400"/>
              <a:t>Misvatting: Het snijpunt heeft als verticale waarde 12 euro per kg, niet 12 euro winst.</a:t>
            </a:r>
          </a:p>
          <a:p xmlns:a="http://schemas.openxmlformats.org/drawingml/2006/main">
            <a:r>
              <a:rPr sz="1400"/>
              <a:t/>
            </a:r>
          </a:p>
          <a:p xmlns:a="http://schemas.openxmlformats.org/drawingml/2006/main">
            <a:r>
              <a:rPr sz="1400"/>
              <a:t>Overgang: Bereken nu het totale resultaat bij q=200.</a:t>
            </a:r>
          </a:p>
          <a:p xmlns:a="http://schemas.openxmlformats.org/drawingml/2006/main">
            <a:r>
              <a:rPr sz="1400"/>
              <a:t/>
            </a:r>
          </a:p>
          <a:p xmlns:a="http://schemas.openxmlformats.org/drawingml/2006/main">
            <a:r>
              <a:rPr sz="1400"/>
              <a:t>Bron: Leerlingenboek Boek 3, editie books34-v3, gedrukte boekpagina 70,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hoort op de verticale as van de ondernemingsgrafiek?</a:t>
            </a:r>
          </a:p>
          <a:p xmlns:a="http://schemas.openxmlformats.org/drawingml/2006/main">
            <a:r>
              <a:rPr sz="1400"/>
              <a:t/>
            </a:r>
          </a:p>
          <a:p xmlns:a="http://schemas.openxmlformats.org/drawingml/2006/main">
            <a:r>
              <a:rPr sz="1400"/>
              <a:t>Uitleg: Werk eerst het kwadraat uit: 200²=40000; maal 0,02 geeft 800. Tel 4×200=800 en 200 constante kosten op. TO2400 min TK1800 geeft 600 per week. GTK1800/200=9 euro per kg. Bij nul productie geeft de verstrekte TK-functie 200 euro kosten en nul opbrengst, dus −200 winst. 600 is hoger. Het maximum ligt binnen de capaciteit en overtreft de niet-produceren-grens.</a:t>
            </a:r>
          </a:p>
          <a:p xmlns:a="http://schemas.openxmlformats.org/drawingml/2006/main">
            <a:r>
              <a:rPr sz="1400"/>
              <a:t/>
            </a:r>
          </a:p>
          <a:p xmlns:a="http://schemas.openxmlformats.org/drawingml/2006/main">
            <a:r>
              <a:rPr sz="1400"/>
              <a:t>Misvatting: GTK is 9 euro per kg. 1800 euro totale kosten hoort niet op die as.</a:t>
            </a:r>
          </a:p>
          <a:p xmlns:a="http://schemas.openxmlformats.org/drawingml/2006/main">
            <a:r>
              <a:rPr sz="1400"/>
              <a:t/>
            </a:r>
          </a:p>
          <a:p xmlns:a="http://schemas.openxmlformats.org/drawingml/2006/main">
            <a:r>
              <a:rPr sz="1400"/>
              <a:t>Overgang: Teken de opbrengstlijn en arceer met precies deze q en GTK.</a:t>
            </a:r>
          </a:p>
          <a:p xmlns:a="http://schemas.openxmlformats.org/drawingml/2006/main">
            <a:r>
              <a:rPr sz="1400"/>
              <a:t/>
            </a:r>
          </a:p>
          <a:p xmlns:a="http://schemas.openxmlformats.org/drawingml/2006/main">
            <a:r>
              <a:rPr sz="1400"/>
              <a:t>Bron: Leerlingenboek Boek 3, editie books34-v3, gedrukte boekpagina 71–72,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vier grenswaarden bepalen de rechthoek?</a:t>
            </a:r>
          </a:p>
          <a:p xmlns:a="http://schemas.openxmlformats.org/drawingml/2006/main">
            <a:r>
              <a:rPr sz="1400"/>
              <a:t/>
            </a:r>
          </a:p>
          <a:p xmlns:a="http://schemas.openxmlformats.org/drawingml/2006/main">
            <a:r>
              <a:rPr sz="1400"/>
              <a:t>Uitleg: Teken de horizontale opbrengstlijn op 12 euro per kg. Lees bij q200 de GTK9. De gearceerde rechthoek loopt horizontaal van 0 tot 200 en verticaal van 9 tot 12. De breedte is kg per week en de hoogte euro per kg, dus de oppervlakte euro per week. Dit is hetzelfde resultaat als TO−TK. GTK is U-vormig met minimum bij q100 en GTK8; dat minimum bepaalt bij P12 niet de optimale productie. Het rechthoekdeel onder MK heeft geen zelfstandige kostenbetekenis: winst is TO minus alle kosten.</a:t>
            </a:r>
          </a:p>
          <a:p xmlns:a="http://schemas.openxmlformats.org/drawingml/2006/main">
            <a:r>
              <a:rPr sz="1400"/>
              <a:t/>
            </a:r>
          </a:p>
          <a:p xmlns:a="http://schemas.openxmlformats.org/drawingml/2006/main">
            <a:r>
              <a:rPr sz="1400"/>
              <a:t>Misvatting: De winst ligt niet onder de hele prijslijn en niet tussen P en MK. Gebruik GTK op dezelfde gekozen q.</a:t>
            </a:r>
          </a:p>
          <a:p xmlns:a="http://schemas.openxmlformats.org/drawingml/2006/main">
            <a:r>
              <a:rPr sz="1400"/>
              <a:t/>
            </a:r>
          </a:p>
          <a:p xmlns:a="http://schemas.openxmlformats.org/drawingml/2006/main">
            <a:r>
              <a:rPr sz="1400"/>
              <a:t>Overgang: Vergelijk ten slotte de veranderingen van markt en onderneming.</a:t>
            </a:r>
          </a:p>
          <a:p xmlns:a="http://schemas.openxmlformats.org/drawingml/2006/main">
            <a:r>
              <a:rPr sz="1400"/>
              <a:t/>
            </a:r>
          </a:p>
          <a:p xmlns:a="http://schemas.openxmlformats.org/drawingml/2006/main">
            <a:r>
              <a:rPr sz="1400"/>
              <a:t>Bron: Leerlingenboek Boek 3, editie books34-v3, gedrukte boekpagina 71,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een gelijke procentuele verandering geen gelijke hoeveelheid?</a:t>
            </a:r>
          </a:p>
          <a:p xmlns:a="http://schemas.openxmlformats.org/drawingml/2006/main">
            <a:r>
              <a:rPr sz="1400"/>
              <a:t/>
            </a:r>
          </a:p>
          <a:p xmlns:a="http://schemas.openxmlformats.org/drawingml/2006/main">
            <a:r>
              <a:rPr sz="1400"/>
              <a:t>Uitleg: Gebruik telkens de eigen oude hoeveelheid als noemer. Beide hoeveelheden verdubbelen, maar Q betreft alle ondernemingen en q één bedrijf. De absolute toenamen verschillen: 10000 versus 100 kg per week. De bron houdt het aantal ondernemingen gelijk en gebruikt dezelfde kostenfunctie per bedrijf. Deze modeluitkomst is geen algemene regel dat Q en q altijd even sterk veranderen. Laat leerlingen in hun eigen oplossing één ontbrekende reken- of redeneerstap aanvullen.</a:t>
            </a:r>
          </a:p>
          <a:p xmlns:a="http://schemas.openxmlformats.org/drawingml/2006/main">
            <a:r>
              <a:rPr sz="1400"/>
              <a:t/>
            </a:r>
          </a:p>
          <a:p xmlns:a="http://schemas.openxmlformats.org/drawingml/2006/main">
            <a:r>
              <a:rPr sz="1400"/>
              <a:t>Misvatting: 100% betekent een verdubbeling, niet dat de nieuwe waarde 100 kg is.</a:t>
            </a:r>
          </a:p>
          <a:p xmlns:a="http://schemas.openxmlformats.org/drawingml/2006/main">
            <a:r>
              <a:rPr sz="1400"/>
              <a:t/>
            </a:r>
          </a:p>
          <a:p xmlns:a="http://schemas.openxmlformats.org/drawingml/2006/main">
            <a:r>
              <a:rPr sz="1400"/>
              <a:t>Overgang: Sluit af met dezelfde overzichtsdia en noteer het huiswerk.</a:t>
            </a:r>
          </a:p>
          <a:p xmlns:a="http://schemas.openxmlformats.org/drawingml/2006/main">
            <a:r>
              <a:rPr sz="1400"/>
              <a:t/>
            </a:r>
          </a:p>
          <a:p xmlns:a="http://schemas.openxmlformats.org/drawingml/2006/main">
            <a:r>
              <a:rPr sz="1400"/>
              <a:t>Bron: Leerlingenboek Boek 3, editie books34-v3, gedrukte boekpagina 82–83.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om hulp?</a:t>
            </a:r>
          </a:p>
          <a:p xmlns:a="http://schemas.openxmlformats.org/drawingml/2006/main">
            <a:r>
              <a:rPr sz="1400"/>
              <a:t/>
            </a:r>
          </a:p>
          <a:p xmlns:a="http://schemas.openxmlformats.org/drawingml/2006/main">
            <a:r>
              <a:rPr sz="1400"/>
              <a:t>Uitleg: Laat deze dia staan tijdens afsluiting / huiswerk. Start is de eerste echte gemengde opgave, dus 31, niet een verzonnen opgave 1. Opgave 31 staat op boekpagina 79, 32 op 80, 33–34 op 81, doel 35 op 82–83, bonus 36 en herhaling 37 op 84. Deze gemengde paragraaf heeft geen aparte basis- of zelfstandige secties. De classroom-afspraak is alle gemengde opgaven als huiswerk: 31 t/m 37 maken en nakijken, met de bonus- en herhalingslabels behouden. Dit wijkt van de boekroute af, die bonus en herhaling aanvullend noemt. De hele route is niet aantoonbaar één les. Laat onaf werk thuis of in een volgende les afronden.</a:t>
            </a:r>
          </a:p>
          <a:p xmlns:a="http://schemas.openxmlformats.org/drawingml/2006/main">
            <a:r>
              <a:rPr sz="1400"/>
              <a:t/>
            </a:r>
          </a:p>
          <a:p xmlns:a="http://schemas.openxmlformats.org/drawingml/2006/main">
            <a:r>
              <a:rPr sz="1400"/>
              <a:t>Start 31 haalt bestaande technieken op: marktevenwicht, TO, GO/MO en prijsnemerschap uit §3.2.1. Bij vastlopen: laat de leerling p. 54–56 gebruiken en benoemen welke bron bij de markt of één onderneming hoort. Bij terugkeer naar deze dia vóór zelfstandig werk: laat 31b–c opnieuw uitleggen. Geef zo nodig feedback vóór 32–35.</a:t>
            </a:r>
          </a:p>
          <a:p xmlns:a="http://schemas.openxmlformats.org/drawingml/2006/main">
            <a:r>
              <a:rPr sz="1400"/>
              <a:t/>
            </a:r>
          </a:p>
          <a:p xmlns:a="http://schemas.openxmlformats.org/drawingml/2006/main">
            <a:r>
              <a:rPr sz="1400"/>
              <a:t>Misvatting: Een markthoeveelheid Q is niet de productie q van de molen. De hoofdstuk-PDF gebruikt andere paginanummers dan het complete boek.</a:t>
            </a:r>
          </a:p>
          <a:p xmlns:a="http://schemas.openxmlformats.org/drawingml/2006/main">
            <a:r>
              <a:rPr sz="1400"/>
              <a:t/>
            </a:r>
          </a:p>
          <a:p xmlns:a="http://schemas.openxmlformats.org/drawingml/2006/main">
            <a:r>
              <a:rPr sz="1400"/>
              <a:t>Overgang: Noteer 31 t/m 37 maken en nakijken in de agenda.</a:t>
            </a:r>
          </a:p>
          <a:p xmlns:a="http://schemas.openxmlformats.org/drawingml/2006/main">
            <a:r>
              <a:rPr sz="1400"/>
              <a:t/>
            </a:r>
          </a:p>
          <a:p xmlns:a="http://schemas.openxmlformats.org/drawingml/2006/main">
            <a:r>
              <a:rPr sz="1400"/>
              <a:t>Bron: Leerlingenboek Boek 3, editie books34-v3, gedrukte boekpagina 54–56, 79–84. https://github.com/meijer1973/4veco-lessen/blob/9b8304d5031cafac936a56281e144573a25fbbc9/edities/books34-v3/books/book-3/output/Boek_3_Compleet_v3.pdf</a:t>
            </a:r>
          </a:p>
          <a:p xmlns:a="http://schemas.openxmlformats.org/drawingml/2006/main">
            <a:r>
              <a:rPr sz="1400"/>
              <a:t>Paragraafbron: https://github.com/meijer1973/4veco-lessen/blob/9b8304d5031cafac936a56281e144573a25fbbc9/edities/books34-v3/books/book-3/chapters/3.2/3.2.4%20manuscript.md</a:t>
            </a:r>
          </a:p>
          <a:p xmlns:a="http://schemas.openxmlformats.org/drawingml/2006/main">
            <a:r>
              <a:rPr sz="1400"/>
              <a:t>Antwoordmodel bij de boekopgaven: https://github.com/meijer1973/4veco-lessen/blob/9b8304d5031cafac936a56281e144573a25fbbc9/edities/books34-v3/books/book-3/chapters/3.2/Antwoorden.md</a:t>
            </a:r>
          </a:p>
          <a:p xmlns:a="http://schemas.openxmlformats.org/drawingml/2006/main">
            <a:r>
              <a:rPr sz="1400"/>
              <a:t>Docentroute: https://github.com/meijer1973/4veco-lessen/blob/9b8304d5031cafac936a56281e144573a25fbbc9/edities/books34-v3/books/book-3/chapters/3.2/Docenteninformatie.md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75f6e6bb1145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5b174e782c4ebb" /><Relationship Type="http://schemas.openxmlformats.org/officeDocument/2006/relationships/slideLayout" Target="/ppt/slideLayouts/slideLayout1.xml" Id="Rf67386e2903c43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7386e2903c43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e0b11e896247d1" /><Relationship Type="http://schemas.openxmlformats.org/officeDocument/2006/relationships/notesSlide" Target="/ppt/notesSlides/notesSlide1.xml" Id="R63345dddbc1848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6cb57e80da4eb4" /><Relationship Type="http://schemas.openxmlformats.org/officeDocument/2006/relationships/notesSlide" Target="/ppt/notesSlides/notesSlide2.xml" Id="Rb38f5a9e756c47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4c968b82514cbc" /><Relationship Type="http://schemas.openxmlformats.org/officeDocument/2006/relationships/notesSlide" Target="/ppt/notesSlides/notesSlide3.xml" Id="Ra969213f875842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9cab06d8cf4049" /><Relationship Type="http://schemas.openxmlformats.org/officeDocument/2006/relationships/chart" Target="/ppt/slides/charts/chart1.xml" Id="R226c2087f7ac48c0" /><Relationship Type="http://schemas.openxmlformats.org/officeDocument/2006/relationships/notesSlide" Target="/ppt/notesSlides/notesSlide4.xml" Id="R54fe8999425349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59ecb57d3e4557" /><Relationship Type="http://schemas.openxmlformats.org/officeDocument/2006/relationships/notesSlide" Target="/ppt/notesSlides/notesSlide5.xml" Id="R1c9197b0a7d644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5bc4472abf4b2f" /><Relationship Type="http://schemas.openxmlformats.org/officeDocument/2006/relationships/notesSlide" Target="/ppt/notesSlides/notesSlide6.xml" Id="R604d942442a244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8b423031174870" /><Relationship Type="http://schemas.openxmlformats.org/officeDocument/2006/relationships/notesSlide" Target="/ppt/notesSlides/notesSlide7.xml" Id="Rd56735e76c704f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d83a66999b4179" /><Relationship Type="http://schemas.openxmlformats.org/officeDocument/2006/relationships/chart" Target="/ppt/slides/charts/chart2.xml" Id="R358d8e85bd9b4272" /><Relationship Type="http://schemas.openxmlformats.org/officeDocument/2006/relationships/chart" Target="/ppt/slides/charts/chart3.xml" Id="Ree30992478d141ee" /><Relationship Type="http://schemas.openxmlformats.org/officeDocument/2006/relationships/notesSlide" Target="/ppt/notesSlides/notesSlide8.xml" Id="R5f74926fb8194b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e6e7da923e42b4" /><Relationship Type="http://schemas.openxmlformats.org/officeDocument/2006/relationships/notesSlide" Target="/ppt/notesSlides/notesSlide9.xml" Id="R42a9015d68a945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7e0f54e434d38" /><Relationship Type="http://schemas.openxmlformats.org/officeDocument/2006/relationships/notesSlide" Target="/ppt/notesSlides/notesSlide10.xml" Id="Rb21a8bcaaf6f4e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f81fc50760402d" /><Relationship Type="http://schemas.openxmlformats.org/officeDocument/2006/relationships/chart" Target="/ppt/slides/charts/chart4.xml" Id="R04a6ffa732814a1b" /><Relationship Type="http://schemas.openxmlformats.org/officeDocument/2006/relationships/notesSlide" Target="/ppt/notesSlides/notesSlide11.xml" Id="R64576c683e3d4d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08fe392d264f72" /><Relationship Type="http://schemas.openxmlformats.org/officeDocument/2006/relationships/notesSlide" Target="/ppt/notesSlides/notesSlide12.xml" Id="R56162dd3503642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2bae7d14aa44a6" /><Relationship Type="http://schemas.openxmlformats.org/officeDocument/2006/relationships/chart" Target="/ppt/slides/charts/chart5.xml" Id="R6a0617ed6ea7404b" /><Relationship Type="http://schemas.openxmlformats.org/officeDocument/2006/relationships/notesSlide" Target="/ppt/notesSlides/notesSlide13.xml" Id="Rff2d4555931249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59661d5d1f47df" /><Relationship Type="http://schemas.openxmlformats.org/officeDocument/2006/relationships/notesSlide" Target="/ppt/notesSlides/notesSlide14.xml" Id="Rfa2c1a4f931049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79f071d194493d" /><Relationship Type="http://schemas.openxmlformats.org/officeDocument/2006/relationships/chart" Target="/ppt/slides/charts/chart6.xml" Id="Re72706f4874846be" /><Relationship Type="http://schemas.openxmlformats.org/officeDocument/2006/relationships/notesSlide" Target="/ppt/notesSlides/notesSlide15.xml" Id="R4b31baac547344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19f5e43a244d8f" /><Relationship Type="http://schemas.openxmlformats.org/officeDocument/2006/relationships/notesSlide" Target="/ppt/notesSlides/notesSlide16.xml" Id="R04bcbd5399664b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84b273b36484e9a" /><Relationship Type="http://schemas.openxmlformats.org/officeDocument/2006/relationships/chart" Target="/ppt/slides/charts/chart7.xml" Id="R57b2c962611b478c" /><Relationship Type="http://schemas.openxmlformats.org/officeDocument/2006/relationships/notesSlide" Target="/ppt/notesSlides/notesSlide17.xml" Id="R07d75e133bf84c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7cfe65fa4c4659" /><Relationship Type="http://schemas.openxmlformats.org/officeDocument/2006/relationships/notesSlide" Target="/ppt/notesSlides/notesSlide18.xml" Id="Rb40d762444cd4d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d409db618a04649" /><Relationship Type="http://schemas.openxmlformats.org/officeDocument/2006/relationships/notesSlide" Target="/ppt/notesSlides/notesSlide19.xml" Id="Rd0c5494ace6240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MK</c:v>
          </c:tx>
          <c:spPr>
            <ns1:ln w="28575">
              <ns1:solidFill>
                <ns1:srgbClr val="20665B"/>
              </ns1:solidFill>
            </ns1: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2</c:v>
                </c:pt>
                <c:pt idx="1">
                  <c:v>12</c:v>
                </c:pt>
              </c:numCache>
            </c:numRef>
          </c:yVal>
        </c:ser>
        <c:ser>
          <c:idx val="1"/>
          <c:order val="1"/>
          <c:tx>
            <c:v>GTK</c:v>
          </c:tx>
          <c:spPr>
            <ns1:ln w="28575">
              <ns1:solidFill>
                <ns1:srgbClr val="A94D16"/>
              </ns1:solidFill>
            </ns1:ln>
          </c:spPr>
          <c:marker>
            <c:symbol val="none"/>
          </c:marker>
          <c:xVal>
            <c:numRef>
              <c:f>'Chart Data'!$C$2:$C$186</c:f>
              <c:numCache>
                <c:formatCode>General</c:formatCode>
                <c:ptCount val="185"/>
                <c:pt idx="0">
                  <c:v>8.85122951396</c:v>
                </c:pt>
                <c:pt idx="1">
                  <c:v>9</c:v>
                </c:pt>
                <c:pt idx="2">
                  <c:v>9.5</c:v>
                </c:pt>
                <c:pt idx="3">
                  <c:v>10</c:v>
                </c:pt>
                <c:pt idx="4">
                  <c:v>10.5</c:v>
                </c:pt>
                <c:pt idx="5">
                  <c:v>11</c:v>
                </c:pt>
                <c:pt idx="6">
                  <c:v>11.5</c:v>
                </c:pt>
                <c:pt idx="7">
                  <c:v>12</c:v>
                </c:pt>
                <c:pt idx="8">
                  <c:v>12.5</c:v>
                </c:pt>
                <c:pt idx="9">
                  <c:v>13</c:v>
                </c:pt>
                <c:pt idx="10">
                  <c:v>13.5</c:v>
                </c:pt>
                <c:pt idx="11">
                  <c:v>14</c:v>
                </c:pt>
                <c:pt idx="12">
                  <c:v>14.5</c:v>
                </c:pt>
                <c:pt idx="13">
                  <c:v>15</c:v>
                </c:pt>
                <c:pt idx="14">
                  <c:v>15.5</c:v>
                </c:pt>
                <c:pt idx="15">
                  <c:v>16</c:v>
                </c:pt>
                <c:pt idx="16">
                  <c:v>16.5</c:v>
                </c:pt>
                <c:pt idx="17">
                  <c:v>17</c:v>
                </c:pt>
                <c:pt idx="18">
                  <c:v>17.5</c:v>
                </c:pt>
                <c:pt idx="19">
                  <c:v>18</c:v>
                </c:pt>
                <c:pt idx="20">
                  <c:v>18.5</c:v>
                </c:pt>
                <c:pt idx="21">
                  <c:v>19</c:v>
                </c:pt>
                <c:pt idx="22">
                  <c:v>19.5</c:v>
                </c:pt>
                <c:pt idx="23">
                  <c:v>20</c:v>
                </c:pt>
                <c:pt idx="24">
                  <c:v>20.5</c:v>
                </c:pt>
                <c:pt idx="25">
                  <c:v>21</c:v>
                </c:pt>
                <c:pt idx="26">
                  <c:v>21.5</c:v>
                </c:pt>
                <c:pt idx="27">
                  <c:v>22</c:v>
                </c:pt>
                <c:pt idx="28">
                  <c:v>22.5</c:v>
                </c:pt>
                <c:pt idx="29">
                  <c:v>23</c:v>
                </c:pt>
                <c:pt idx="30">
                  <c:v>23.5</c:v>
                </c:pt>
                <c:pt idx="31">
                  <c:v>24</c:v>
                </c:pt>
                <c:pt idx="32">
                  <c:v>24.5</c:v>
                </c:pt>
                <c:pt idx="33">
                  <c:v>25</c:v>
                </c:pt>
                <c:pt idx="34">
                  <c:v>25.5</c:v>
                </c:pt>
                <c:pt idx="35">
                  <c:v>26</c:v>
                </c:pt>
                <c:pt idx="36">
                  <c:v>26.5</c:v>
                </c:pt>
                <c:pt idx="37">
                  <c:v>27</c:v>
                </c:pt>
                <c:pt idx="38">
                  <c:v>27.5</c:v>
                </c:pt>
                <c:pt idx="39">
                  <c:v>28</c:v>
                </c:pt>
                <c:pt idx="40">
                  <c:v>28.5</c:v>
                </c:pt>
                <c:pt idx="41">
                  <c:v>29</c:v>
                </c:pt>
                <c:pt idx="42">
                  <c:v>29.5</c:v>
                </c:pt>
                <c:pt idx="43">
                  <c:v>30</c:v>
                </c:pt>
                <c:pt idx="44">
                  <c:v>30.5</c:v>
                </c:pt>
                <c:pt idx="45">
                  <c:v>31</c:v>
                </c:pt>
                <c:pt idx="46">
                  <c:v>31.5</c:v>
                </c:pt>
                <c:pt idx="47">
                  <c:v>32</c:v>
                </c:pt>
                <c:pt idx="48">
                  <c:v>32.5</c:v>
                </c:pt>
                <c:pt idx="49">
                  <c:v>33</c:v>
                </c:pt>
                <c:pt idx="50">
                  <c:v>33.5</c:v>
                </c:pt>
                <c:pt idx="51">
                  <c:v>34</c:v>
                </c:pt>
                <c:pt idx="52">
                  <c:v>34.5</c:v>
                </c:pt>
                <c:pt idx="53">
                  <c:v>35</c:v>
                </c:pt>
                <c:pt idx="54">
                  <c:v>35.5</c:v>
                </c:pt>
                <c:pt idx="55">
                  <c:v>36</c:v>
                </c:pt>
                <c:pt idx="56">
                  <c:v>36.5</c:v>
                </c:pt>
                <c:pt idx="57">
                  <c:v>37</c:v>
                </c:pt>
                <c:pt idx="58">
                  <c:v>37.5</c:v>
                </c:pt>
                <c:pt idx="59">
                  <c:v>38</c:v>
                </c:pt>
                <c:pt idx="60">
                  <c:v>38.5</c:v>
                </c:pt>
                <c:pt idx="61">
                  <c:v>39</c:v>
                </c:pt>
                <c:pt idx="62">
                  <c:v>39.5</c:v>
                </c:pt>
                <c:pt idx="63">
                  <c:v>40</c:v>
                </c:pt>
                <c:pt idx="64">
                  <c:v>40.5</c:v>
                </c:pt>
                <c:pt idx="65">
                  <c:v>41</c:v>
                </c:pt>
                <c:pt idx="66">
                  <c:v>41.5</c:v>
                </c:pt>
                <c:pt idx="67">
                  <c:v>42</c:v>
                </c:pt>
                <c:pt idx="68">
                  <c:v>42.5</c:v>
                </c:pt>
                <c:pt idx="69">
                  <c:v>43</c:v>
                </c:pt>
                <c:pt idx="70">
                  <c:v>43.5</c:v>
                </c:pt>
                <c:pt idx="71">
                  <c:v>44</c:v>
                </c:pt>
                <c:pt idx="72">
                  <c:v>44.5</c:v>
                </c:pt>
                <c:pt idx="73">
                  <c:v>45</c:v>
                </c:pt>
                <c:pt idx="74">
                  <c:v>45.5</c:v>
                </c:pt>
                <c:pt idx="75">
                  <c:v>46</c:v>
                </c:pt>
                <c:pt idx="76">
                  <c:v>46.5</c:v>
                </c:pt>
                <c:pt idx="77">
                  <c:v>47</c:v>
                </c:pt>
                <c:pt idx="78">
                  <c:v>47.5</c:v>
                </c:pt>
                <c:pt idx="79">
                  <c:v>48</c:v>
                </c:pt>
                <c:pt idx="80">
                  <c:v>48.5</c:v>
                </c:pt>
                <c:pt idx="81">
                  <c:v>48.9897948557</c:v>
                </c:pt>
                <c:pt idx="82">
                  <c:v>49</c:v>
                </c:pt>
                <c:pt idx="83">
                  <c:v>49.5</c:v>
                </c:pt>
                <c:pt idx="84">
                  <c:v>50</c:v>
                </c:pt>
                <c:pt idx="85">
                  <c:v>50.5</c:v>
                </c:pt>
                <c:pt idx="86">
                  <c:v>51</c:v>
                </c:pt>
                <c:pt idx="87">
                  <c:v>51.5</c:v>
                </c:pt>
                <c:pt idx="88">
                  <c:v>52</c:v>
                </c:pt>
                <c:pt idx="89">
                  <c:v>52.5</c:v>
                </c:pt>
                <c:pt idx="90">
                  <c:v>53</c:v>
                </c:pt>
                <c:pt idx="91">
                  <c:v>53.5</c:v>
                </c:pt>
                <c:pt idx="92">
                  <c:v>54</c:v>
                </c:pt>
                <c:pt idx="93">
                  <c:v>54.5</c:v>
                </c:pt>
                <c:pt idx="94">
                  <c:v>55</c:v>
                </c:pt>
                <c:pt idx="95">
                  <c:v>55.5</c:v>
                </c:pt>
                <c:pt idx="96">
                  <c:v>56</c:v>
                </c:pt>
                <c:pt idx="97">
                  <c:v>56.5</c:v>
                </c:pt>
                <c:pt idx="98">
                  <c:v>57</c:v>
                </c:pt>
                <c:pt idx="99">
                  <c:v>57.5</c:v>
                </c:pt>
                <c:pt idx="100">
                  <c:v>58</c:v>
                </c:pt>
                <c:pt idx="101">
                  <c:v>58.5</c:v>
                </c:pt>
                <c:pt idx="102">
                  <c:v>59</c:v>
                </c:pt>
                <c:pt idx="103">
                  <c:v>59.5</c:v>
                </c:pt>
                <c:pt idx="104">
                  <c:v>60</c:v>
                </c:pt>
                <c:pt idx="105">
                  <c:v>60.5</c:v>
                </c:pt>
                <c:pt idx="106">
                  <c:v>61</c:v>
                </c:pt>
                <c:pt idx="107">
                  <c:v>61.5</c:v>
                </c:pt>
                <c:pt idx="108">
                  <c:v>62</c:v>
                </c:pt>
                <c:pt idx="109">
                  <c:v>62.5</c:v>
                </c:pt>
                <c:pt idx="110">
                  <c:v>63</c:v>
                </c:pt>
                <c:pt idx="111">
                  <c:v>63.5</c:v>
                </c:pt>
                <c:pt idx="112">
                  <c:v>64</c:v>
                </c:pt>
                <c:pt idx="113">
                  <c:v>64.5</c:v>
                </c:pt>
                <c:pt idx="114">
                  <c:v>65</c:v>
                </c:pt>
                <c:pt idx="115">
                  <c:v>65.5</c:v>
                </c:pt>
                <c:pt idx="116">
                  <c:v>66</c:v>
                </c:pt>
                <c:pt idx="117">
                  <c:v>66.5</c:v>
                </c:pt>
                <c:pt idx="118">
                  <c:v>67</c:v>
                </c:pt>
                <c:pt idx="119">
                  <c:v>67.5</c:v>
                </c:pt>
                <c:pt idx="120">
                  <c:v>68</c:v>
                </c:pt>
                <c:pt idx="121">
                  <c:v>68.5</c:v>
                </c:pt>
                <c:pt idx="122">
                  <c:v>69</c:v>
                </c:pt>
                <c:pt idx="123">
                  <c:v>69.5</c:v>
                </c:pt>
                <c:pt idx="124">
                  <c:v>70</c:v>
                </c:pt>
                <c:pt idx="125">
                  <c:v>70.5</c:v>
                </c:pt>
                <c:pt idx="126">
                  <c:v>71</c:v>
                </c:pt>
                <c:pt idx="127">
                  <c:v>71.5</c:v>
                </c:pt>
                <c:pt idx="128">
                  <c:v>72</c:v>
                </c:pt>
                <c:pt idx="129">
                  <c:v>72.5</c:v>
                </c:pt>
                <c:pt idx="130">
                  <c:v>73</c:v>
                </c:pt>
                <c:pt idx="131">
                  <c:v>73.5</c:v>
                </c:pt>
                <c:pt idx="132">
                  <c:v>74</c:v>
                </c:pt>
                <c:pt idx="133">
                  <c:v>74.5</c:v>
                </c:pt>
                <c:pt idx="134">
                  <c:v>75</c:v>
                </c:pt>
                <c:pt idx="135">
                  <c:v>75.5</c:v>
                </c:pt>
                <c:pt idx="136">
                  <c:v>76</c:v>
                </c:pt>
                <c:pt idx="137">
                  <c:v>76.5</c:v>
                </c:pt>
                <c:pt idx="138">
                  <c:v>77</c:v>
                </c:pt>
                <c:pt idx="139">
                  <c:v>77.5</c:v>
                </c:pt>
                <c:pt idx="140">
                  <c:v>78</c:v>
                </c:pt>
                <c:pt idx="141">
                  <c:v>78.5</c:v>
                </c:pt>
                <c:pt idx="142">
                  <c:v>79</c:v>
                </c:pt>
                <c:pt idx="143">
                  <c:v>79.5</c:v>
                </c:pt>
                <c:pt idx="144">
                  <c:v>80</c:v>
                </c:pt>
                <c:pt idx="145">
                  <c:v>80.5</c:v>
                </c:pt>
                <c:pt idx="146">
                  <c:v>81</c:v>
                </c:pt>
                <c:pt idx="147">
                  <c:v>81.5</c:v>
                </c:pt>
                <c:pt idx="148">
                  <c:v>82</c:v>
                </c:pt>
                <c:pt idx="149">
                  <c:v>82.5</c:v>
                </c:pt>
                <c:pt idx="150">
                  <c:v>83</c:v>
                </c:pt>
                <c:pt idx="151">
                  <c:v>83.5</c:v>
                </c:pt>
                <c:pt idx="152">
                  <c:v>84</c:v>
                </c:pt>
                <c:pt idx="153">
                  <c:v>84.5</c:v>
                </c:pt>
                <c:pt idx="154">
                  <c:v>85</c:v>
                </c:pt>
                <c:pt idx="155">
                  <c:v>85.5</c:v>
                </c:pt>
                <c:pt idx="156">
                  <c:v>86</c:v>
                </c:pt>
                <c:pt idx="157">
                  <c:v>86.5</c:v>
                </c:pt>
                <c:pt idx="158">
                  <c:v>87</c:v>
                </c:pt>
                <c:pt idx="159">
                  <c:v>87.5</c:v>
                </c:pt>
                <c:pt idx="160">
                  <c:v>88</c:v>
                </c:pt>
                <c:pt idx="161">
                  <c:v>88.5</c:v>
                </c:pt>
                <c:pt idx="162">
                  <c:v>89</c:v>
                </c:pt>
                <c:pt idx="163">
                  <c:v>89.5</c:v>
                </c:pt>
                <c:pt idx="164">
                  <c:v>90</c:v>
                </c:pt>
                <c:pt idx="165">
                  <c:v>90.5</c:v>
                </c:pt>
                <c:pt idx="166">
                  <c:v>91</c:v>
                </c:pt>
                <c:pt idx="167">
                  <c:v>91.5</c:v>
                </c:pt>
                <c:pt idx="168">
                  <c:v>92</c:v>
                </c:pt>
                <c:pt idx="169">
                  <c:v>92.5</c:v>
                </c:pt>
                <c:pt idx="170">
                  <c:v>93</c:v>
                </c:pt>
                <c:pt idx="171">
                  <c:v>93.5</c:v>
                </c:pt>
                <c:pt idx="172">
                  <c:v>94</c:v>
                </c:pt>
                <c:pt idx="173">
                  <c:v>94.5</c:v>
                </c:pt>
                <c:pt idx="174">
                  <c:v>95</c:v>
                </c:pt>
                <c:pt idx="175">
                  <c:v>95.5</c:v>
                </c:pt>
                <c:pt idx="176">
                  <c:v>96</c:v>
                </c:pt>
                <c:pt idx="177">
                  <c:v>96.5</c:v>
                </c:pt>
                <c:pt idx="178">
                  <c:v>97</c:v>
                </c:pt>
                <c:pt idx="179">
                  <c:v>97.5</c:v>
                </c:pt>
                <c:pt idx="180">
                  <c:v>98</c:v>
                </c:pt>
                <c:pt idx="181">
                  <c:v>98.5</c:v>
                </c:pt>
                <c:pt idx="182">
                  <c:v>99</c:v>
                </c:pt>
                <c:pt idx="183">
                  <c:v>99.5</c:v>
                </c:pt>
                <c:pt idx="184">
                  <c:v>100</c:v>
                </c:pt>
              </c:numCache>
            </c:numRef>
          </c:xVal>
          <c:yVal>
            <c:numRef>
              <c:f>'Chart Data'!$D$2:$D$186</c:f>
              <c:numCache>
                <c:formatCode>0</c:formatCode>
                <c:ptCount val="185"/>
                <c:pt idx="0">
                  <c:v>16</c:v>
                </c:pt>
                <c:pt idx="1">
                  <c:v>15.7833333333</c:v>
                </c:pt>
                <c:pt idx="2">
                  <c:v>15.1065789474</c:v>
                </c:pt>
                <c:pt idx="3">
                  <c:v>14.5</c:v>
                </c:pt>
                <c:pt idx="4">
                  <c:v>13.9535714286</c:v>
                </c:pt>
                <c:pt idx="5">
                  <c:v>13.4590909091</c:v>
                </c:pt>
                <c:pt idx="6">
                  <c:v>13.0097826087</c:v>
                </c:pt>
                <c:pt idx="7">
                  <c:v>12.6</c:v>
                </c:pt>
                <c:pt idx="8">
                  <c:v>12.225</c:v>
                </c:pt>
                <c:pt idx="9">
                  <c:v>11.8807692308</c:v>
                </c:pt>
                <c:pt idx="10">
                  <c:v>11.5638888889</c:v>
                </c:pt>
                <c:pt idx="11">
                  <c:v>11.2714285714</c:v>
                </c:pt>
                <c:pt idx="12">
                  <c:v>11.000862069</c:v>
                </c:pt>
                <c:pt idx="13">
                  <c:v>10.75</c:v>
                </c:pt>
                <c:pt idx="14">
                  <c:v>10.5169354839</c:v>
                </c:pt>
                <c:pt idx="15">
                  <c:v>10.3</c:v>
                </c:pt>
                <c:pt idx="16">
                  <c:v>10.0977272727</c:v>
                </c:pt>
                <c:pt idx="17">
                  <c:v>9.90882352941</c:v>
                </c:pt>
                <c:pt idx="18">
                  <c:v>9.73214285714</c:v>
                </c:pt>
                <c:pt idx="19">
                  <c:v>9.56666666667</c:v>
                </c:pt>
                <c:pt idx="20">
                  <c:v>9.41148648649</c:v>
                </c:pt>
                <c:pt idx="21">
                  <c:v>9.26578947368</c:v>
                </c:pt>
                <c:pt idx="22">
                  <c:v>9.12884615385</c:v>
                </c:pt>
                <c:pt idx="23">
                  <c:v>9</c:v>
                </c:pt>
                <c:pt idx="24">
                  <c:v>8.87865853659</c:v>
                </c:pt>
                <c:pt idx="25">
                  <c:v>8.76428571429</c:v>
                </c:pt>
                <c:pt idx="26">
                  <c:v>8.65639534884</c:v>
                </c:pt>
                <c:pt idx="27">
                  <c:v>8.55454545455</c:v>
                </c:pt>
                <c:pt idx="28">
                  <c:v>8.45833333333</c:v>
                </c:pt>
                <c:pt idx="29">
                  <c:v>8.36739130435</c:v>
                </c:pt>
                <c:pt idx="30">
                  <c:v>8.28138297872</c:v>
                </c:pt>
                <c:pt idx="31">
                  <c:v>8.2</c:v>
                </c:pt>
                <c:pt idx="32">
                  <c:v>8.12295918367</c:v>
                </c:pt>
                <c:pt idx="33">
                  <c:v>8.05</c:v>
                </c:pt>
                <c:pt idx="34">
                  <c:v>7.98088235294</c:v>
                </c:pt>
                <c:pt idx="35">
                  <c:v>7.91538461538</c:v>
                </c:pt>
                <c:pt idx="36">
                  <c:v>7.85330188679</c:v>
                </c:pt>
                <c:pt idx="37">
                  <c:v>7.79444444444</c:v>
                </c:pt>
                <c:pt idx="38">
                  <c:v>7.73863636364</c:v>
                </c:pt>
                <c:pt idx="39">
                  <c:v>7.68571428571</c:v>
                </c:pt>
                <c:pt idx="40">
                  <c:v>7.63552631579</c:v>
                </c:pt>
                <c:pt idx="41">
                  <c:v>7.58793103448</c:v>
                </c:pt>
                <c:pt idx="42">
                  <c:v>7.54279661017</c:v>
                </c:pt>
                <c:pt idx="43">
                  <c:v>7.5</c:v>
                </c:pt>
                <c:pt idx="44">
                  <c:v>7.45942622951</c:v>
                </c:pt>
                <c:pt idx="45">
                  <c:v>7.42096774194</c:v>
                </c:pt>
                <c:pt idx="46">
                  <c:v>7.38452380952</c:v>
                </c:pt>
                <c:pt idx="47">
                  <c:v>7.35</c:v>
                </c:pt>
                <c:pt idx="48">
                  <c:v>7.31730769231</c:v>
                </c:pt>
                <c:pt idx="49">
                  <c:v>7.28636363636</c:v>
                </c:pt>
                <c:pt idx="50">
                  <c:v>7.25708955224</c:v>
                </c:pt>
                <c:pt idx="51">
                  <c:v>7.22941176471</c:v>
                </c:pt>
                <c:pt idx="52">
                  <c:v>7.20326086957</c:v>
                </c:pt>
                <c:pt idx="53">
                  <c:v>7.17857142857</c:v>
                </c:pt>
                <c:pt idx="54">
                  <c:v>7.15528169014</c:v>
                </c:pt>
                <c:pt idx="55">
                  <c:v>7.13333333333</c:v>
                </c:pt>
                <c:pt idx="56">
                  <c:v>7.11267123288</c:v>
                </c:pt>
                <c:pt idx="57">
                  <c:v>7.09324324324</c:v>
                </c:pt>
                <c:pt idx="58">
                  <c:v>7.075</c:v>
                </c:pt>
                <c:pt idx="59">
                  <c:v>7.05789473684</c:v>
                </c:pt>
                <c:pt idx="60">
                  <c:v>7.04188311688</c:v>
                </c:pt>
                <c:pt idx="61">
                  <c:v>7.02692307692</c:v>
                </c:pt>
                <c:pt idx="62">
                  <c:v>7.01297468354</c:v>
                </c:pt>
                <c:pt idx="63">
                  <c:v>7</c:v>
                </c:pt>
                <c:pt idx="64">
                  <c:v>6.98796296296</c:v>
                </c:pt>
                <c:pt idx="65">
                  <c:v>6.97682926829</c:v>
                </c:pt>
                <c:pt idx="66">
                  <c:v>6.96656626506</c:v>
                </c:pt>
                <c:pt idx="67">
                  <c:v>6.95714285714</c:v>
                </c:pt>
                <c:pt idx="68">
                  <c:v>6.94852941176</c:v>
                </c:pt>
                <c:pt idx="69">
                  <c:v>6.94069767442</c:v>
                </c:pt>
                <c:pt idx="70">
                  <c:v>6.93362068966</c:v>
                </c:pt>
                <c:pt idx="71">
                  <c:v>6.92727272727</c:v>
                </c:pt>
                <c:pt idx="72">
                  <c:v>6.92162921348</c:v>
                </c:pt>
                <c:pt idx="73">
                  <c:v>6.91666666667</c:v>
                </c:pt>
                <c:pt idx="74">
                  <c:v>6.91236263736</c:v>
                </c:pt>
                <c:pt idx="75">
                  <c:v>6.90869565217</c:v>
                </c:pt>
                <c:pt idx="76">
                  <c:v>6.90564516129</c:v>
                </c:pt>
                <c:pt idx="77">
                  <c:v>6.90319148936</c:v>
                </c:pt>
                <c:pt idx="78">
                  <c:v>6.90131578947</c:v>
                </c:pt>
                <c:pt idx="79">
                  <c:v>6.9</c:v>
                </c:pt>
                <c:pt idx="80">
                  <c:v>6.89922680412</c:v>
                </c:pt>
                <c:pt idx="81">
                  <c:v>6.89897948557</c:v>
                </c:pt>
                <c:pt idx="82">
                  <c:v>6.89897959184</c:v>
                </c:pt>
                <c:pt idx="83">
                  <c:v>6.89924242424</c:v>
                </c:pt>
                <c:pt idx="84">
                  <c:v>6.9</c:v>
                </c:pt>
                <c:pt idx="85">
                  <c:v>6.90123762376</c:v>
                </c:pt>
                <c:pt idx="86">
                  <c:v>6.90294117647</c:v>
                </c:pt>
                <c:pt idx="87">
                  <c:v>6.90509708738</c:v>
                </c:pt>
                <c:pt idx="88">
                  <c:v>6.90769230769</c:v>
                </c:pt>
                <c:pt idx="89">
                  <c:v>6.91071428571</c:v>
                </c:pt>
                <c:pt idx="90">
                  <c:v>6.9141509434</c:v>
                </c:pt>
                <c:pt idx="91">
                  <c:v>6.91799065421</c:v>
                </c:pt>
                <c:pt idx="92">
                  <c:v>6.92222222222</c:v>
                </c:pt>
                <c:pt idx="93">
                  <c:v>6.92683486239</c:v>
                </c:pt>
                <c:pt idx="94">
                  <c:v>6.93181818182</c:v>
                </c:pt>
                <c:pt idx="95">
                  <c:v>6.93716216216</c:v>
                </c:pt>
                <c:pt idx="96">
                  <c:v>6.94285714286</c:v>
                </c:pt>
                <c:pt idx="97">
                  <c:v>6.94889380531</c:v>
                </c:pt>
                <c:pt idx="98">
                  <c:v>6.95526315789</c:v>
                </c:pt>
                <c:pt idx="99">
                  <c:v>6.96195652174</c:v>
                </c:pt>
                <c:pt idx="100">
                  <c:v>6.96896551724</c:v>
                </c:pt>
                <c:pt idx="101">
                  <c:v>6.97628205128</c:v>
                </c:pt>
                <c:pt idx="102">
                  <c:v>6.98389830508</c:v>
                </c:pt>
                <c:pt idx="103">
                  <c:v>6.99180672269</c:v>
                </c:pt>
                <c:pt idx="104">
                  <c:v>7</c:v>
                </c:pt>
                <c:pt idx="105">
                  <c:v>7.00847107438</c:v>
                </c:pt>
                <c:pt idx="106">
                  <c:v>7.01721311475</c:v>
                </c:pt>
                <c:pt idx="107">
                  <c:v>7.0262195122</c:v>
                </c:pt>
                <c:pt idx="108">
                  <c:v>7.03548387097</c:v>
                </c:pt>
                <c:pt idx="109">
                  <c:v>7.045</c:v>
                </c:pt>
                <c:pt idx="110">
                  <c:v>7.05476190476</c:v>
                </c:pt>
                <c:pt idx="111">
                  <c:v>7.06476377953</c:v>
                </c:pt>
                <c:pt idx="112">
                  <c:v>7.075</c:v>
                </c:pt>
                <c:pt idx="113">
                  <c:v>7.08546511628</c:v>
                </c:pt>
                <c:pt idx="114">
                  <c:v>7.09615384615</c:v>
                </c:pt>
                <c:pt idx="115">
                  <c:v>7.1070610687</c:v>
                </c:pt>
                <c:pt idx="116">
                  <c:v>7.11818181818</c:v>
                </c:pt>
                <c:pt idx="117">
                  <c:v>7.1295112782</c:v>
                </c:pt>
                <c:pt idx="118">
                  <c:v>7.14104477612</c:v>
                </c:pt>
                <c:pt idx="119">
                  <c:v>7.15277777778</c:v>
                </c:pt>
                <c:pt idx="120">
                  <c:v>7.16470588235</c:v>
                </c:pt>
                <c:pt idx="121">
                  <c:v>7.17682481752</c:v>
                </c:pt>
                <c:pt idx="122">
                  <c:v>7.18913043478</c:v>
                </c:pt>
                <c:pt idx="123">
                  <c:v>7.20161870504</c:v>
                </c:pt>
                <c:pt idx="124">
                  <c:v>7.21428571429</c:v>
                </c:pt>
                <c:pt idx="125">
                  <c:v>7.22712765957</c:v>
                </c:pt>
                <c:pt idx="126">
                  <c:v>7.24014084507</c:v>
                </c:pt>
                <c:pt idx="127">
                  <c:v>7.25332167832</c:v>
                </c:pt>
                <c:pt idx="128">
                  <c:v>7.26666666667</c:v>
                </c:pt>
                <c:pt idx="129">
                  <c:v>7.28017241379</c:v>
                </c:pt>
                <c:pt idx="130">
                  <c:v>7.29383561644</c:v>
                </c:pt>
                <c:pt idx="131">
                  <c:v>7.30765306122</c:v>
                </c:pt>
                <c:pt idx="132">
                  <c:v>7.32162162162</c:v>
                </c:pt>
                <c:pt idx="133">
                  <c:v>7.33573825503</c:v>
                </c:pt>
                <c:pt idx="134">
                  <c:v>7.35</c:v>
                </c:pt>
                <c:pt idx="135">
                  <c:v>7.36440397351</c:v>
                </c:pt>
                <c:pt idx="136">
                  <c:v>7.37894736842</c:v>
                </c:pt>
                <c:pt idx="137">
                  <c:v>7.39362745098</c:v>
                </c:pt>
                <c:pt idx="138">
                  <c:v>7.40844155844</c:v>
                </c:pt>
                <c:pt idx="139">
                  <c:v>7.42338709677</c:v>
                </c:pt>
                <c:pt idx="140">
                  <c:v>7.43846153846</c:v>
                </c:pt>
                <c:pt idx="141">
                  <c:v>7.45366242038</c:v>
                </c:pt>
                <c:pt idx="142">
                  <c:v>7.46898734177</c:v>
                </c:pt>
                <c:pt idx="143">
                  <c:v>7.48443396226</c:v>
                </c:pt>
                <c:pt idx="144">
                  <c:v>7.5</c:v>
                </c:pt>
                <c:pt idx="145">
                  <c:v>7.51568322981</c:v>
                </c:pt>
                <c:pt idx="146">
                  <c:v>7.53148148148</c:v>
                </c:pt>
                <c:pt idx="147">
                  <c:v>7.54739263804</c:v>
                </c:pt>
                <c:pt idx="148">
                  <c:v>7.56341463415</c:v>
                </c:pt>
                <c:pt idx="149">
                  <c:v>7.57954545455</c:v>
                </c:pt>
                <c:pt idx="150">
                  <c:v>7.59578313253</c:v>
                </c:pt>
                <c:pt idx="151">
                  <c:v>7.6121257485</c:v>
                </c:pt>
                <c:pt idx="152">
                  <c:v>7.62857142857</c:v>
                </c:pt>
                <c:pt idx="153">
                  <c:v>7.6451183432</c:v>
                </c:pt>
                <c:pt idx="154">
                  <c:v>7.66176470588</c:v>
                </c:pt>
                <c:pt idx="155">
                  <c:v>7.67850877193</c:v>
                </c:pt>
                <c:pt idx="156">
                  <c:v>7.69534883721</c:v>
                </c:pt>
                <c:pt idx="157">
                  <c:v>7.71228323699</c:v>
                </c:pt>
                <c:pt idx="158">
                  <c:v>7.72931034483</c:v>
                </c:pt>
                <c:pt idx="159">
                  <c:v>7.74642857143</c:v>
                </c:pt>
                <c:pt idx="160">
                  <c:v>7.76363636364</c:v>
                </c:pt>
                <c:pt idx="161">
                  <c:v>7.78093220339</c:v>
                </c:pt>
                <c:pt idx="162">
                  <c:v>7.79831460674</c:v>
                </c:pt>
                <c:pt idx="163">
                  <c:v>7.81578212291</c:v>
                </c:pt>
                <c:pt idx="164">
                  <c:v>7.83333333333</c:v>
                </c:pt>
                <c:pt idx="165">
                  <c:v>7.85096685083</c:v>
                </c:pt>
                <c:pt idx="166">
                  <c:v>7.86868131868</c:v>
                </c:pt>
                <c:pt idx="167">
                  <c:v>7.88647540984</c:v>
                </c:pt>
                <c:pt idx="168">
                  <c:v>7.90434782609</c:v>
                </c:pt>
                <c:pt idx="169">
                  <c:v>7.9222972973</c:v>
                </c:pt>
                <c:pt idx="170">
                  <c:v>7.94032258065</c:v>
                </c:pt>
                <c:pt idx="171">
                  <c:v>7.95842245989</c:v>
                </c:pt>
                <c:pt idx="172">
                  <c:v>7.97659574468</c:v>
                </c:pt>
                <c:pt idx="173">
                  <c:v>7.99484126984</c:v>
                </c:pt>
                <c:pt idx="174">
                  <c:v>8.01315789474</c:v>
                </c:pt>
                <c:pt idx="175">
                  <c:v>8.03154450262</c:v>
                </c:pt>
                <c:pt idx="176">
                  <c:v>8.05</c:v>
                </c:pt>
                <c:pt idx="177">
                  <c:v>8.06852331606</c:v>
                </c:pt>
                <c:pt idx="178">
                  <c:v>8.08711340206</c:v>
                </c:pt>
                <c:pt idx="179">
                  <c:v>8.10576923077</c:v>
                </c:pt>
                <c:pt idx="180">
                  <c:v>8.12448979592</c:v>
                </c:pt>
                <c:pt idx="181">
                  <c:v>8.14327411168</c:v>
                </c:pt>
                <c:pt idx="182">
                  <c:v>8.16212121212</c:v>
                </c:pt>
                <c:pt idx="183">
                  <c:v>8.18103015075</c:v>
                </c:pt>
                <c:pt idx="184">
                  <c:v>8.2</c:v>
                </c:pt>
              </c:numCache>
            </c:numRef>
          </c:yVal>
        </c:ser>
        <c:ser>
          <c:idx val="2"/>
          <c:order val="2"/>
          <c:tx>
            <c:v>P = GO = MO</c:v>
          </c:tx>
          <c:spPr>
            <ns1:ln w="28575">
              <ns1:solidFill>
                <ns1:srgbClr val="17658A"/>
              </ns1:solidFill>
            </ns1: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10</c:v>
                </c:pt>
                <c:pt idx="1">
                  <c:v>10</c:v>
                </c:pt>
              </c:numCache>
            </c:numRef>
          </c:yVal>
        </c:ser>
        <c:ser>
          <c:idx val="3"/>
          <c:order val="3"/>
          <c:tx>
            <c:v>q gekozen</c:v>
          </c:tx>
          <c:spPr>
            <ns1:ln w="13335">
              <ns1:solidFill>
                <ns1:srgbClr val="445B6B"/>
              </ns1:solidFill>
            </ns1:ln>
          </c:spPr>
          <c:marker>
            <c:symbol val="none"/>
          </c:marker>
          <c:xVal>
            <c:numRef>
              <c:f>'Chart Data'!$G$2:$G$3</c:f>
              <c:numCache>
                <c:formatCode>General</c:formatCode>
                <c:ptCount val="2"/>
                <c:pt idx="0">
                  <c:v>80</c:v>
                </c:pt>
                <c:pt idx="1">
                  <c:v>80</c:v>
                </c:pt>
              </c:numCache>
            </c:numRef>
          </c:xVal>
          <c:yVal>
            <c:numRef>
              <c:f>'Chart Data'!$H$2:$H$3</c:f>
              <c:numCache>
                <c:formatCode>0</c:formatCode>
                <c:ptCount val="2"/>
                <c:pt idx="0">
                  <c:v>0</c:v>
                </c:pt>
                <c:pt idx="1">
                  <c:v>10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MK, GTK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100"/>
          <c:min val="0"/>
        </c:scaling>
        <c:delete val="0"/>
        <c:axPos val="b"/>
        <c:title>
          <c:tx>
            <c:rich>
              <ns1:bodyPr/>
              <ns1:lstStyle/>
              <ns1:p>
                <ns1:r>
                  <ns1:rPr sz="1875">
                    <ns1:solidFill>
                      <ns1:srgbClr val="183247"/>
                    </ns1:solidFill>
                    <ns1:latin typeface="Arial"/>
                    <ns1:ea typeface="Arial"/>
                    <ns1:cs typeface="Arial"/>
                  </ns1:rPr>
                  <ns1:t>q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20"/>
      </c:valAx>
      <c:spPr>
        <ns1:noFill/>
      </c:spPr>
    </c:plotArea>
    <c:plotVisOnly val="1"/>
  </c:chart>
  <c:spPr>
    <ns1:noFill/>
  </c:spPr>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V₀</c:v>
          </c:tx>
          <c:spPr>
            <ns1:ln w="28575">
              <ns1:solidFill>
                <ns1:srgbClr val="445B6B"/>
              </ns1:solidFill>
            </ns1:ln>
          </c:spPr>
          <c:marker>
            <c:symbol val="none"/>
          </c:marker>
          <c:xVal>
            <c:numRef>
              <c:f>'Chart Data'!$A$2:$A$3</c:f>
              <c:numCache>
                <c:formatCode>General</c:formatCode>
                <c:ptCount val="2"/>
                <c:pt idx="0">
                  <c:v>0</c:v>
                </c:pt>
                <c:pt idx="1">
                  <c:v>30</c:v>
                </c:pt>
              </c:numCache>
            </c:numRef>
          </c:xVal>
          <c:yVal>
            <c:numRef>
              <c:f>'Chart Data'!$B$2:$B$3</c:f>
              <c:numCache>
                <c:formatCode>0</c:formatCode>
                <c:ptCount val="2"/>
                <c:pt idx="0">
                  <c:v>12</c:v>
                </c:pt>
                <c:pt idx="1">
                  <c:v>0</c:v>
                </c:pt>
              </c:numCache>
            </c:numRef>
          </c:yVal>
        </c:ser>
        <c:ser>
          <c:idx val="1"/>
          <c:order val="1"/>
          <c:tx>
            <c:v>V₁</c:v>
          </c:tx>
          <c:spPr>
            <ns1:ln w="28575">
              <ns1:solidFill>
                <ns1:srgbClr val="17658A"/>
              </ns1:solidFill>
            </ns1:ln>
          </c:spPr>
          <c:marker>
            <c:symbol val="none"/>
          </c:marker>
          <c:xVal>
            <c:numRef>
              <c:f>'Chart Data'!$C$2:$C$3</c:f>
              <c:numCache>
                <c:formatCode>General</c:formatCode>
                <c:ptCount val="2"/>
                <c:pt idx="0">
                  <c:v>0</c:v>
                </c:pt>
                <c:pt idx="1">
                  <c:v>50</c:v>
                </c:pt>
              </c:numCache>
            </c:numRef>
          </c:xVal>
          <c:yVal>
            <c:numRef>
              <c:f>'Chart Data'!$D$2:$D$3</c:f>
              <c:numCache>
                <c:formatCode>0</c:formatCode>
                <c:ptCount val="2"/>
                <c:pt idx="0">
                  <c:v>20</c:v>
                </c:pt>
                <c:pt idx="1">
                  <c:v>0</c:v>
                </c:pt>
              </c:numCache>
            </c:numRef>
          </c:yVal>
        </c:ser>
        <c:ser>
          <c:idx val="2"/>
          <c:order val="2"/>
          <c:tx>
            <c:v>A₀</c:v>
          </c:tx>
          <c:spPr>
            <ns1:ln w="28575">
              <ns1:solidFill>
                <ns1:srgbClr val="20665B"/>
              </ns1:solidFill>
            </ns1: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4</c:v>
                </c:pt>
                <c:pt idx="1">
                  <c:v>24</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 1.000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MK</c:v>
          </c:tx>
          <c:spPr>
            <ns1:ln w="28575">
              <ns1:solidFill>
                <ns1:srgbClr val="20665B"/>
              </ns1:solidFill>
            </ns1:ln>
          </c:spPr>
          <c:marker>
            <c:symbol val="none"/>
          </c:marker>
          <c:xVal>
            <c:numRef>
              <c:f>'Chart Data'!$A$2:$A$3</c:f>
              <c:numCache>
                <c:formatCode>General</c:formatCode>
                <c:ptCount val="2"/>
                <c:pt idx="0">
                  <c:v>0</c:v>
                </c:pt>
                <c:pt idx="1">
                  <c:v>250</c:v>
                </c:pt>
              </c:numCache>
            </c:numRef>
          </c:xVal>
          <c:yVal>
            <c:numRef>
              <c:f>'Chart Data'!$B$2:$B$3</c:f>
              <c:numCache>
                <c:formatCode>0</c:formatCode>
                <c:ptCount val="2"/>
                <c:pt idx="0">
                  <c:v>4</c:v>
                </c:pt>
                <c:pt idx="1">
                  <c:v>14</c:v>
                </c:pt>
              </c:numCache>
            </c:numRef>
          </c:yVal>
        </c:ser>
        <c:ser>
          <c:idx val="1"/>
          <c:order val="1"/>
          <c:tx>
            <c:v>GTK</c:v>
          </c:tx>
          <c:spPr>
            <ns1:ln w="28575">
              <ns1:solidFill>
                <ns1:srgbClr val="A94D16"/>
              </ns1:solidFill>
            </ns1:ln>
          </c:spPr>
          <c:marker>
            <c:symbol val="none"/>
          </c:marker>
          <c:xVal>
            <c:numRef>
              <c:f>'Chart Data'!$C$2:$C$482</c:f>
              <c:numCache>
                <c:formatCode>General</c:formatCode>
                <c:ptCount val="481"/>
                <c:pt idx="0">
                  <c:v>10.1020514434</c:v>
                </c:pt>
                <c:pt idx="1">
                  <c:v>10.5</c:v>
                </c:pt>
                <c:pt idx="2">
                  <c:v>11</c:v>
                </c:pt>
                <c:pt idx="3">
                  <c:v>11.5</c:v>
                </c:pt>
                <c:pt idx="4">
                  <c:v>12</c:v>
                </c:pt>
                <c:pt idx="5">
                  <c:v>12.5</c:v>
                </c:pt>
                <c:pt idx="6">
                  <c:v>13</c:v>
                </c:pt>
                <c:pt idx="7">
                  <c:v>13.5</c:v>
                </c:pt>
                <c:pt idx="8">
                  <c:v>14</c:v>
                </c:pt>
                <c:pt idx="9">
                  <c:v>14.5</c:v>
                </c:pt>
                <c:pt idx="10">
                  <c:v>15</c:v>
                </c:pt>
                <c:pt idx="11">
                  <c:v>15.5</c:v>
                </c:pt>
                <c:pt idx="12">
                  <c:v>16</c:v>
                </c:pt>
                <c:pt idx="13">
                  <c:v>16.5</c:v>
                </c:pt>
                <c:pt idx="14">
                  <c:v>17</c:v>
                </c:pt>
                <c:pt idx="15">
                  <c:v>17.5</c:v>
                </c:pt>
                <c:pt idx="16">
                  <c:v>18</c:v>
                </c:pt>
                <c:pt idx="17">
                  <c:v>18.5</c:v>
                </c:pt>
                <c:pt idx="18">
                  <c:v>19</c:v>
                </c:pt>
                <c:pt idx="19">
                  <c:v>19.5</c:v>
                </c:pt>
                <c:pt idx="20">
                  <c:v>20</c:v>
                </c:pt>
                <c:pt idx="21">
                  <c:v>20.5</c:v>
                </c:pt>
                <c:pt idx="22">
                  <c:v>21</c:v>
                </c:pt>
                <c:pt idx="23">
                  <c:v>21.5</c:v>
                </c:pt>
                <c:pt idx="24">
                  <c:v>22</c:v>
                </c:pt>
                <c:pt idx="25">
                  <c:v>22.5</c:v>
                </c:pt>
                <c:pt idx="26">
                  <c:v>23</c:v>
                </c:pt>
                <c:pt idx="27">
                  <c:v>23.5</c:v>
                </c:pt>
                <c:pt idx="28">
                  <c:v>24</c:v>
                </c:pt>
                <c:pt idx="29">
                  <c:v>24.5</c:v>
                </c:pt>
                <c:pt idx="30">
                  <c:v>25</c:v>
                </c:pt>
                <c:pt idx="31">
                  <c:v>25.5</c:v>
                </c:pt>
                <c:pt idx="32">
                  <c:v>26</c:v>
                </c:pt>
                <c:pt idx="33">
                  <c:v>26.5</c:v>
                </c:pt>
                <c:pt idx="34">
                  <c:v>27</c:v>
                </c:pt>
                <c:pt idx="35">
                  <c:v>27.5</c:v>
                </c:pt>
                <c:pt idx="36">
                  <c:v>28</c:v>
                </c:pt>
                <c:pt idx="37">
                  <c:v>28.5</c:v>
                </c:pt>
                <c:pt idx="38">
                  <c:v>29</c:v>
                </c:pt>
                <c:pt idx="39">
                  <c:v>29.5</c:v>
                </c:pt>
                <c:pt idx="40">
                  <c:v>30</c:v>
                </c:pt>
                <c:pt idx="41">
                  <c:v>30.5</c:v>
                </c:pt>
                <c:pt idx="42">
                  <c:v>31</c:v>
                </c:pt>
                <c:pt idx="43">
                  <c:v>31.5</c:v>
                </c:pt>
                <c:pt idx="44">
                  <c:v>32</c:v>
                </c:pt>
                <c:pt idx="45">
                  <c:v>32.5</c:v>
                </c:pt>
                <c:pt idx="46">
                  <c:v>33</c:v>
                </c:pt>
                <c:pt idx="47">
                  <c:v>33.5</c:v>
                </c:pt>
                <c:pt idx="48">
                  <c:v>34</c:v>
                </c:pt>
                <c:pt idx="49">
                  <c:v>34.5</c:v>
                </c:pt>
                <c:pt idx="50">
                  <c:v>35</c:v>
                </c:pt>
                <c:pt idx="51">
                  <c:v>35.5</c:v>
                </c:pt>
                <c:pt idx="52">
                  <c:v>36</c:v>
                </c:pt>
                <c:pt idx="53">
                  <c:v>36.5</c:v>
                </c:pt>
                <c:pt idx="54">
                  <c:v>37</c:v>
                </c:pt>
                <c:pt idx="55">
                  <c:v>37.5</c:v>
                </c:pt>
                <c:pt idx="56">
                  <c:v>38</c:v>
                </c:pt>
                <c:pt idx="57">
                  <c:v>38.5</c:v>
                </c:pt>
                <c:pt idx="58">
                  <c:v>39</c:v>
                </c:pt>
                <c:pt idx="59">
                  <c:v>39.5</c:v>
                </c:pt>
                <c:pt idx="60">
                  <c:v>40</c:v>
                </c:pt>
                <c:pt idx="61">
                  <c:v>40.5</c:v>
                </c:pt>
                <c:pt idx="62">
                  <c:v>41</c:v>
                </c:pt>
                <c:pt idx="63">
                  <c:v>41.5</c:v>
                </c:pt>
                <c:pt idx="64">
                  <c:v>42</c:v>
                </c:pt>
                <c:pt idx="65">
                  <c:v>42.5</c:v>
                </c:pt>
                <c:pt idx="66">
                  <c:v>43</c:v>
                </c:pt>
                <c:pt idx="67">
                  <c:v>43.5</c:v>
                </c:pt>
                <c:pt idx="68">
                  <c:v>44</c:v>
                </c:pt>
                <c:pt idx="69">
                  <c:v>44.5</c:v>
                </c:pt>
                <c:pt idx="70">
                  <c:v>45</c:v>
                </c:pt>
                <c:pt idx="71">
                  <c:v>45.5</c:v>
                </c:pt>
                <c:pt idx="72">
                  <c:v>46</c:v>
                </c:pt>
                <c:pt idx="73">
                  <c:v>46.5</c:v>
                </c:pt>
                <c:pt idx="74">
                  <c:v>47</c:v>
                </c:pt>
                <c:pt idx="75">
                  <c:v>47.5</c:v>
                </c:pt>
                <c:pt idx="76">
                  <c:v>48</c:v>
                </c:pt>
                <c:pt idx="77">
                  <c:v>48.5</c:v>
                </c:pt>
                <c:pt idx="78">
                  <c:v>49</c:v>
                </c:pt>
                <c:pt idx="79">
                  <c:v>49.5</c:v>
                </c:pt>
                <c:pt idx="80">
                  <c:v>50</c:v>
                </c:pt>
                <c:pt idx="81">
                  <c:v>50.5</c:v>
                </c:pt>
                <c:pt idx="82">
                  <c:v>51</c:v>
                </c:pt>
                <c:pt idx="83">
                  <c:v>51.5</c:v>
                </c:pt>
                <c:pt idx="84">
                  <c:v>52</c:v>
                </c:pt>
                <c:pt idx="85">
                  <c:v>52.5</c:v>
                </c:pt>
                <c:pt idx="86">
                  <c:v>53</c:v>
                </c:pt>
                <c:pt idx="87">
                  <c:v>53.5</c:v>
                </c:pt>
                <c:pt idx="88">
                  <c:v>54</c:v>
                </c:pt>
                <c:pt idx="89">
                  <c:v>54.5</c:v>
                </c:pt>
                <c:pt idx="90">
                  <c:v>55</c:v>
                </c:pt>
                <c:pt idx="91">
                  <c:v>55.5</c:v>
                </c:pt>
                <c:pt idx="92">
                  <c:v>56</c:v>
                </c:pt>
                <c:pt idx="93">
                  <c:v>56.5</c:v>
                </c:pt>
                <c:pt idx="94">
                  <c:v>57</c:v>
                </c:pt>
                <c:pt idx="95">
                  <c:v>57.5</c:v>
                </c:pt>
                <c:pt idx="96">
                  <c:v>58</c:v>
                </c:pt>
                <c:pt idx="97">
                  <c:v>58.5</c:v>
                </c:pt>
                <c:pt idx="98">
                  <c:v>59</c:v>
                </c:pt>
                <c:pt idx="99">
                  <c:v>59.5</c:v>
                </c:pt>
                <c:pt idx="100">
                  <c:v>60</c:v>
                </c:pt>
                <c:pt idx="101">
                  <c:v>60.5</c:v>
                </c:pt>
                <c:pt idx="102">
                  <c:v>61</c:v>
                </c:pt>
                <c:pt idx="103">
                  <c:v>61.5</c:v>
                </c:pt>
                <c:pt idx="104">
                  <c:v>62</c:v>
                </c:pt>
                <c:pt idx="105">
                  <c:v>62.5</c:v>
                </c:pt>
                <c:pt idx="106">
                  <c:v>63</c:v>
                </c:pt>
                <c:pt idx="107">
                  <c:v>63.5</c:v>
                </c:pt>
                <c:pt idx="108">
                  <c:v>64</c:v>
                </c:pt>
                <c:pt idx="109">
                  <c:v>64.5</c:v>
                </c:pt>
                <c:pt idx="110">
                  <c:v>65</c:v>
                </c:pt>
                <c:pt idx="111">
                  <c:v>65.5</c:v>
                </c:pt>
                <c:pt idx="112">
                  <c:v>66</c:v>
                </c:pt>
                <c:pt idx="113">
                  <c:v>66.5</c:v>
                </c:pt>
                <c:pt idx="114">
                  <c:v>67</c:v>
                </c:pt>
                <c:pt idx="115">
                  <c:v>67.5</c:v>
                </c:pt>
                <c:pt idx="116">
                  <c:v>68</c:v>
                </c:pt>
                <c:pt idx="117">
                  <c:v>68.5</c:v>
                </c:pt>
                <c:pt idx="118">
                  <c:v>69</c:v>
                </c:pt>
                <c:pt idx="119">
                  <c:v>69.5</c:v>
                </c:pt>
                <c:pt idx="120">
                  <c:v>70</c:v>
                </c:pt>
                <c:pt idx="121">
                  <c:v>70.5</c:v>
                </c:pt>
                <c:pt idx="122">
                  <c:v>71</c:v>
                </c:pt>
                <c:pt idx="123">
                  <c:v>71.5</c:v>
                </c:pt>
                <c:pt idx="124">
                  <c:v>72</c:v>
                </c:pt>
                <c:pt idx="125">
                  <c:v>72.5</c:v>
                </c:pt>
                <c:pt idx="126">
                  <c:v>73</c:v>
                </c:pt>
                <c:pt idx="127">
                  <c:v>73.5</c:v>
                </c:pt>
                <c:pt idx="128">
                  <c:v>74</c:v>
                </c:pt>
                <c:pt idx="129">
                  <c:v>74.5</c:v>
                </c:pt>
                <c:pt idx="130">
                  <c:v>75</c:v>
                </c:pt>
                <c:pt idx="131">
                  <c:v>75.5</c:v>
                </c:pt>
                <c:pt idx="132">
                  <c:v>76</c:v>
                </c:pt>
                <c:pt idx="133">
                  <c:v>76.5</c:v>
                </c:pt>
                <c:pt idx="134">
                  <c:v>77</c:v>
                </c:pt>
                <c:pt idx="135">
                  <c:v>77.5</c:v>
                </c:pt>
                <c:pt idx="136">
                  <c:v>78</c:v>
                </c:pt>
                <c:pt idx="137">
                  <c:v>78.5</c:v>
                </c:pt>
                <c:pt idx="138">
                  <c:v>79</c:v>
                </c:pt>
                <c:pt idx="139">
                  <c:v>79.5</c:v>
                </c:pt>
                <c:pt idx="140">
                  <c:v>80</c:v>
                </c:pt>
                <c:pt idx="141">
                  <c:v>80.5</c:v>
                </c:pt>
                <c:pt idx="142">
                  <c:v>81</c:v>
                </c:pt>
                <c:pt idx="143">
                  <c:v>81.5</c:v>
                </c:pt>
                <c:pt idx="144">
                  <c:v>82</c:v>
                </c:pt>
                <c:pt idx="145">
                  <c:v>82.5</c:v>
                </c:pt>
                <c:pt idx="146">
                  <c:v>83</c:v>
                </c:pt>
                <c:pt idx="147">
                  <c:v>83.5</c:v>
                </c:pt>
                <c:pt idx="148">
                  <c:v>84</c:v>
                </c:pt>
                <c:pt idx="149">
                  <c:v>84.5</c:v>
                </c:pt>
                <c:pt idx="150">
                  <c:v>85</c:v>
                </c:pt>
                <c:pt idx="151">
                  <c:v>85.5</c:v>
                </c:pt>
                <c:pt idx="152">
                  <c:v>86</c:v>
                </c:pt>
                <c:pt idx="153">
                  <c:v>86.5</c:v>
                </c:pt>
                <c:pt idx="154">
                  <c:v>87</c:v>
                </c:pt>
                <c:pt idx="155">
                  <c:v>87.5</c:v>
                </c:pt>
                <c:pt idx="156">
                  <c:v>88</c:v>
                </c:pt>
                <c:pt idx="157">
                  <c:v>88.5</c:v>
                </c:pt>
                <c:pt idx="158">
                  <c:v>89</c:v>
                </c:pt>
                <c:pt idx="159">
                  <c:v>89.5</c:v>
                </c:pt>
                <c:pt idx="160">
                  <c:v>90</c:v>
                </c:pt>
                <c:pt idx="161">
                  <c:v>90.5</c:v>
                </c:pt>
                <c:pt idx="162">
                  <c:v>91</c:v>
                </c:pt>
                <c:pt idx="163">
                  <c:v>91.5</c:v>
                </c:pt>
                <c:pt idx="164">
                  <c:v>92</c:v>
                </c:pt>
                <c:pt idx="165">
                  <c:v>92.5</c:v>
                </c:pt>
                <c:pt idx="166">
                  <c:v>93</c:v>
                </c:pt>
                <c:pt idx="167">
                  <c:v>93.5</c:v>
                </c:pt>
                <c:pt idx="168">
                  <c:v>94</c:v>
                </c:pt>
                <c:pt idx="169">
                  <c:v>94.5</c:v>
                </c:pt>
                <c:pt idx="170">
                  <c:v>95</c:v>
                </c:pt>
                <c:pt idx="171">
                  <c:v>95.5</c:v>
                </c:pt>
                <c:pt idx="172">
                  <c:v>96</c:v>
                </c:pt>
                <c:pt idx="173">
                  <c:v>96.5</c:v>
                </c:pt>
                <c:pt idx="174">
                  <c:v>97</c:v>
                </c:pt>
                <c:pt idx="175">
                  <c:v>97.5</c:v>
                </c:pt>
                <c:pt idx="176">
                  <c:v>98</c:v>
                </c:pt>
                <c:pt idx="177">
                  <c:v>98.5</c:v>
                </c:pt>
                <c:pt idx="178">
                  <c:v>99</c:v>
                </c:pt>
                <c:pt idx="179">
                  <c:v>99.5</c:v>
                </c:pt>
                <c:pt idx="180">
                  <c:v>100</c:v>
                </c:pt>
                <c:pt idx="181">
                  <c:v>100.5</c:v>
                </c:pt>
                <c:pt idx="182">
                  <c:v>101</c:v>
                </c:pt>
                <c:pt idx="183">
                  <c:v>101.5</c:v>
                </c:pt>
                <c:pt idx="184">
                  <c:v>102</c:v>
                </c:pt>
                <c:pt idx="185">
                  <c:v>102.5</c:v>
                </c:pt>
                <c:pt idx="186">
                  <c:v>103</c:v>
                </c:pt>
                <c:pt idx="187">
                  <c:v>103.5</c:v>
                </c:pt>
                <c:pt idx="188">
                  <c:v>104</c:v>
                </c:pt>
                <c:pt idx="189">
                  <c:v>104.5</c:v>
                </c:pt>
                <c:pt idx="190">
                  <c:v>105</c:v>
                </c:pt>
                <c:pt idx="191">
                  <c:v>105.5</c:v>
                </c:pt>
                <c:pt idx="192">
                  <c:v>106</c:v>
                </c:pt>
                <c:pt idx="193">
                  <c:v>106.5</c:v>
                </c:pt>
                <c:pt idx="194">
                  <c:v>107</c:v>
                </c:pt>
                <c:pt idx="195">
                  <c:v>107.5</c:v>
                </c:pt>
                <c:pt idx="196">
                  <c:v>108</c:v>
                </c:pt>
                <c:pt idx="197">
                  <c:v>108.5</c:v>
                </c:pt>
                <c:pt idx="198">
                  <c:v>109</c:v>
                </c:pt>
                <c:pt idx="199">
                  <c:v>109.5</c:v>
                </c:pt>
                <c:pt idx="200">
                  <c:v>110</c:v>
                </c:pt>
                <c:pt idx="201">
                  <c:v>110.5</c:v>
                </c:pt>
                <c:pt idx="202">
                  <c:v>111</c:v>
                </c:pt>
                <c:pt idx="203">
                  <c:v>111.5</c:v>
                </c:pt>
                <c:pt idx="204">
                  <c:v>112</c:v>
                </c:pt>
                <c:pt idx="205">
                  <c:v>112.5</c:v>
                </c:pt>
                <c:pt idx="206">
                  <c:v>113</c:v>
                </c:pt>
                <c:pt idx="207">
                  <c:v>113.5</c:v>
                </c:pt>
                <c:pt idx="208">
                  <c:v>114</c:v>
                </c:pt>
                <c:pt idx="209">
                  <c:v>114.5</c:v>
                </c:pt>
                <c:pt idx="210">
                  <c:v>115</c:v>
                </c:pt>
                <c:pt idx="211">
                  <c:v>115.5</c:v>
                </c:pt>
                <c:pt idx="212">
                  <c:v>116</c:v>
                </c:pt>
                <c:pt idx="213">
                  <c:v>116.5</c:v>
                </c:pt>
                <c:pt idx="214">
                  <c:v>117</c:v>
                </c:pt>
                <c:pt idx="215">
                  <c:v>117.5</c:v>
                </c:pt>
                <c:pt idx="216">
                  <c:v>118</c:v>
                </c:pt>
                <c:pt idx="217">
                  <c:v>118.5</c:v>
                </c:pt>
                <c:pt idx="218">
                  <c:v>119</c:v>
                </c:pt>
                <c:pt idx="219">
                  <c:v>119.5</c:v>
                </c:pt>
                <c:pt idx="220">
                  <c:v>120</c:v>
                </c:pt>
                <c:pt idx="221">
                  <c:v>120.5</c:v>
                </c:pt>
                <c:pt idx="222">
                  <c:v>121</c:v>
                </c:pt>
                <c:pt idx="223">
                  <c:v>121.5</c:v>
                </c:pt>
                <c:pt idx="224">
                  <c:v>122</c:v>
                </c:pt>
                <c:pt idx="225">
                  <c:v>122.5</c:v>
                </c:pt>
                <c:pt idx="226">
                  <c:v>123</c:v>
                </c:pt>
                <c:pt idx="227">
                  <c:v>123.5</c:v>
                </c:pt>
                <c:pt idx="228">
                  <c:v>124</c:v>
                </c:pt>
                <c:pt idx="229">
                  <c:v>124.5</c:v>
                </c:pt>
                <c:pt idx="230">
                  <c:v>125</c:v>
                </c:pt>
                <c:pt idx="231">
                  <c:v>125.5</c:v>
                </c:pt>
                <c:pt idx="232">
                  <c:v>126</c:v>
                </c:pt>
                <c:pt idx="233">
                  <c:v>126.5</c:v>
                </c:pt>
                <c:pt idx="234">
                  <c:v>127</c:v>
                </c:pt>
                <c:pt idx="235">
                  <c:v>127.5</c:v>
                </c:pt>
                <c:pt idx="236">
                  <c:v>128</c:v>
                </c:pt>
                <c:pt idx="237">
                  <c:v>128.5</c:v>
                </c:pt>
                <c:pt idx="238">
                  <c:v>129</c:v>
                </c:pt>
                <c:pt idx="239">
                  <c:v>129.5</c:v>
                </c:pt>
                <c:pt idx="240">
                  <c:v>130</c:v>
                </c:pt>
                <c:pt idx="241">
                  <c:v>130.5</c:v>
                </c:pt>
                <c:pt idx="242">
                  <c:v>131</c:v>
                </c:pt>
                <c:pt idx="243">
                  <c:v>131.5</c:v>
                </c:pt>
                <c:pt idx="244">
                  <c:v>132</c:v>
                </c:pt>
                <c:pt idx="245">
                  <c:v>132.5</c:v>
                </c:pt>
                <c:pt idx="246">
                  <c:v>133</c:v>
                </c:pt>
                <c:pt idx="247">
                  <c:v>133.5</c:v>
                </c:pt>
                <c:pt idx="248">
                  <c:v>134</c:v>
                </c:pt>
                <c:pt idx="249">
                  <c:v>134.5</c:v>
                </c:pt>
                <c:pt idx="250">
                  <c:v>135</c:v>
                </c:pt>
                <c:pt idx="251">
                  <c:v>135.5</c:v>
                </c:pt>
                <c:pt idx="252">
                  <c:v>136</c:v>
                </c:pt>
                <c:pt idx="253">
                  <c:v>136.5</c:v>
                </c:pt>
                <c:pt idx="254">
                  <c:v>137</c:v>
                </c:pt>
                <c:pt idx="255">
                  <c:v>137.5</c:v>
                </c:pt>
                <c:pt idx="256">
                  <c:v>138</c:v>
                </c:pt>
                <c:pt idx="257">
                  <c:v>138.5</c:v>
                </c:pt>
                <c:pt idx="258">
                  <c:v>139</c:v>
                </c:pt>
                <c:pt idx="259">
                  <c:v>139.5</c:v>
                </c:pt>
                <c:pt idx="260">
                  <c:v>140</c:v>
                </c:pt>
                <c:pt idx="261">
                  <c:v>140.5</c:v>
                </c:pt>
                <c:pt idx="262">
                  <c:v>141</c:v>
                </c:pt>
                <c:pt idx="263">
                  <c:v>141.5</c:v>
                </c:pt>
                <c:pt idx="264">
                  <c:v>142</c:v>
                </c:pt>
                <c:pt idx="265">
                  <c:v>142.5</c:v>
                </c:pt>
                <c:pt idx="266">
                  <c:v>143</c:v>
                </c:pt>
                <c:pt idx="267">
                  <c:v>143.5</c:v>
                </c:pt>
                <c:pt idx="268">
                  <c:v>144</c:v>
                </c:pt>
                <c:pt idx="269">
                  <c:v>144.5</c:v>
                </c:pt>
                <c:pt idx="270">
                  <c:v>145</c:v>
                </c:pt>
                <c:pt idx="271">
                  <c:v>145.5</c:v>
                </c:pt>
                <c:pt idx="272">
                  <c:v>146</c:v>
                </c:pt>
                <c:pt idx="273">
                  <c:v>146.5</c:v>
                </c:pt>
                <c:pt idx="274">
                  <c:v>147</c:v>
                </c:pt>
                <c:pt idx="275">
                  <c:v>147.5</c:v>
                </c:pt>
                <c:pt idx="276">
                  <c:v>148</c:v>
                </c:pt>
                <c:pt idx="277">
                  <c:v>148.5</c:v>
                </c:pt>
                <c:pt idx="278">
                  <c:v>149</c:v>
                </c:pt>
                <c:pt idx="279">
                  <c:v>149.5</c:v>
                </c:pt>
                <c:pt idx="280">
                  <c:v>150</c:v>
                </c:pt>
                <c:pt idx="281">
                  <c:v>150.5</c:v>
                </c:pt>
                <c:pt idx="282">
                  <c:v>151</c:v>
                </c:pt>
                <c:pt idx="283">
                  <c:v>151.5</c:v>
                </c:pt>
                <c:pt idx="284">
                  <c:v>152</c:v>
                </c:pt>
                <c:pt idx="285">
                  <c:v>152.5</c:v>
                </c:pt>
                <c:pt idx="286">
                  <c:v>153</c:v>
                </c:pt>
                <c:pt idx="287">
                  <c:v>153.5</c:v>
                </c:pt>
                <c:pt idx="288">
                  <c:v>154</c:v>
                </c:pt>
                <c:pt idx="289">
                  <c:v>154.5</c:v>
                </c:pt>
                <c:pt idx="290">
                  <c:v>155</c:v>
                </c:pt>
                <c:pt idx="291">
                  <c:v>155.5</c:v>
                </c:pt>
                <c:pt idx="292">
                  <c:v>156</c:v>
                </c:pt>
                <c:pt idx="293">
                  <c:v>156.5</c:v>
                </c:pt>
                <c:pt idx="294">
                  <c:v>157</c:v>
                </c:pt>
                <c:pt idx="295">
                  <c:v>157.5</c:v>
                </c:pt>
                <c:pt idx="296">
                  <c:v>158</c:v>
                </c:pt>
                <c:pt idx="297">
                  <c:v>158.5</c:v>
                </c:pt>
                <c:pt idx="298">
                  <c:v>159</c:v>
                </c:pt>
                <c:pt idx="299">
                  <c:v>159.5</c:v>
                </c:pt>
                <c:pt idx="300">
                  <c:v>160</c:v>
                </c:pt>
                <c:pt idx="301">
                  <c:v>160.5</c:v>
                </c:pt>
                <c:pt idx="302">
                  <c:v>161</c:v>
                </c:pt>
                <c:pt idx="303">
                  <c:v>161.5</c:v>
                </c:pt>
                <c:pt idx="304">
                  <c:v>162</c:v>
                </c:pt>
                <c:pt idx="305">
                  <c:v>162.5</c:v>
                </c:pt>
                <c:pt idx="306">
                  <c:v>163</c:v>
                </c:pt>
                <c:pt idx="307">
                  <c:v>163.5</c:v>
                </c:pt>
                <c:pt idx="308">
                  <c:v>164</c:v>
                </c:pt>
                <c:pt idx="309">
                  <c:v>164.5</c:v>
                </c:pt>
                <c:pt idx="310">
                  <c:v>165</c:v>
                </c:pt>
                <c:pt idx="311">
                  <c:v>165.5</c:v>
                </c:pt>
                <c:pt idx="312">
                  <c:v>166</c:v>
                </c:pt>
                <c:pt idx="313">
                  <c:v>166.5</c:v>
                </c:pt>
                <c:pt idx="314">
                  <c:v>167</c:v>
                </c:pt>
                <c:pt idx="315">
                  <c:v>167.5</c:v>
                </c:pt>
                <c:pt idx="316">
                  <c:v>168</c:v>
                </c:pt>
                <c:pt idx="317">
                  <c:v>168.5</c:v>
                </c:pt>
                <c:pt idx="318">
                  <c:v>169</c:v>
                </c:pt>
                <c:pt idx="319">
                  <c:v>169.5</c:v>
                </c:pt>
                <c:pt idx="320">
                  <c:v>170</c:v>
                </c:pt>
                <c:pt idx="321">
                  <c:v>170.5</c:v>
                </c:pt>
                <c:pt idx="322">
                  <c:v>171</c:v>
                </c:pt>
                <c:pt idx="323">
                  <c:v>171.5</c:v>
                </c:pt>
                <c:pt idx="324">
                  <c:v>172</c:v>
                </c:pt>
                <c:pt idx="325">
                  <c:v>172.5</c:v>
                </c:pt>
                <c:pt idx="326">
                  <c:v>173</c:v>
                </c:pt>
                <c:pt idx="327">
                  <c:v>173.5</c:v>
                </c:pt>
                <c:pt idx="328">
                  <c:v>174</c:v>
                </c:pt>
                <c:pt idx="329">
                  <c:v>174.5</c:v>
                </c:pt>
                <c:pt idx="330">
                  <c:v>175</c:v>
                </c:pt>
                <c:pt idx="331">
                  <c:v>175.5</c:v>
                </c:pt>
                <c:pt idx="332">
                  <c:v>176</c:v>
                </c:pt>
                <c:pt idx="333">
                  <c:v>176.5</c:v>
                </c:pt>
                <c:pt idx="334">
                  <c:v>177</c:v>
                </c:pt>
                <c:pt idx="335">
                  <c:v>177.5</c:v>
                </c:pt>
                <c:pt idx="336">
                  <c:v>178</c:v>
                </c:pt>
                <c:pt idx="337">
                  <c:v>178.5</c:v>
                </c:pt>
                <c:pt idx="338">
                  <c:v>179</c:v>
                </c:pt>
                <c:pt idx="339">
                  <c:v>179.5</c:v>
                </c:pt>
                <c:pt idx="340">
                  <c:v>180</c:v>
                </c:pt>
                <c:pt idx="341">
                  <c:v>180.5</c:v>
                </c:pt>
                <c:pt idx="342">
                  <c:v>181</c:v>
                </c:pt>
                <c:pt idx="343">
                  <c:v>181.5</c:v>
                </c:pt>
                <c:pt idx="344">
                  <c:v>182</c:v>
                </c:pt>
                <c:pt idx="345">
                  <c:v>182.5</c:v>
                </c:pt>
                <c:pt idx="346">
                  <c:v>183</c:v>
                </c:pt>
                <c:pt idx="347">
                  <c:v>183.5</c:v>
                </c:pt>
                <c:pt idx="348">
                  <c:v>184</c:v>
                </c:pt>
                <c:pt idx="349">
                  <c:v>184.5</c:v>
                </c:pt>
                <c:pt idx="350">
                  <c:v>185</c:v>
                </c:pt>
                <c:pt idx="351">
                  <c:v>185.5</c:v>
                </c:pt>
                <c:pt idx="352">
                  <c:v>186</c:v>
                </c:pt>
                <c:pt idx="353">
                  <c:v>186.5</c:v>
                </c:pt>
                <c:pt idx="354">
                  <c:v>187</c:v>
                </c:pt>
                <c:pt idx="355">
                  <c:v>187.5</c:v>
                </c:pt>
                <c:pt idx="356">
                  <c:v>188</c:v>
                </c:pt>
                <c:pt idx="357">
                  <c:v>188.5</c:v>
                </c:pt>
                <c:pt idx="358">
                  <c:v>189</c:v>
                </c:pt>
                <c:pt idx="359">
                  <c:v>189.5</c:v>
                </c:pt>
                <c:pt idx="360">
                  <c:v>190</c:v>
                </c:pt>
                <c:pt idx="361">
                  <c:v>190.5</c:v>
                </c:pt>
                <c:pt idx="362">
                  <c:v>191</c:v>
                </c:pt>
                <c:pt idx="363">
                  <c:v>191.5</c:v>
                </c:pt>
                <c:pt idx="364">
                  <c:v>192</c:v>
                </c:pt>
                <c:pt idx="365">
                  <c:v>192.5</c:v>
                </c:pt>
                <c:pt idx="366">
                  <c:v>193</c:v>
                </c:pt>
                <c:pt idx="367">
                  <c:v>193.5</c:v>
                </c:pt>
                <c:pt idx="368">
                  <c:v>194</c:v>
                </c:pt>
                <c:pt idx="369">
                  <c:v>194.5</c:v>
                </c:pt>
                <c:pt idx="370">
                  <c:v>195</c:v>
                </c:pt>
                <c:pt idx="371">
                  <c:v>195.5</c:v>
                </c:pt>
                <c:pt idx="372">
                  <c:v>196</c:v>
                </c:pt>
                <c:pt idx="373">
                  <c:v>196.5</c:v>
                </c:pt>
                <c:pt idx="374">
                  <c:v>197</c:v>
                </c:pt>
                <c:pt idx="375">
                  <c:v>197.5</c:v>
                </c:pt>
                <c:pt idx="376">
                  <c:v>198</c:v>
                </c:pt>
                <c:pt idx="377">
                  <c:v>198.5</c:v>
                </c:pt>
                <c:pt idx="378">
                  <c:v>199</c:v>
                </c:pt>
                <c:pt idx="379">
                  <c:v>199.5</c:v>
                </c:pt>
                <c:pt idx="380">
                  <c:v>200</c:v>
                </c:pt>
                <c:pt idx="381">
                  <c:v>200.5</c:v>
                </c:pt>
                <c:pt idx="382">
                  <c:v>201</c:v>
                </c:pt>
                <c:pt idx="383">
                  <c:v>201.5</c:v>
                </c:pt>
                <c:pt idx="384">
                  <c:v>202</c:v>
                </c:pt>
                <c:pt idx="385">
                  <c:v>202.5</c:v>
                </c:pt>
                <c:pt idx="386">
                  <c:v>203</c:v>
                </c:pt>
                <c:pt idx="387">
                  <c:v>203.5</c:v>
                </c:pt>
                <c:pt idx="388">
                  <c:v>204</c:v>
                </c:pt>
                <c:pt idx="389">
                  <c:v>204.5</c:v>
                </c:pt>
                <c:pt idx="390">
                  <c:v>205</c:v>
                </c:pt>
                <c:pt idx="391">
                  <c:v>205.5</c:v>
                </c:pt>
                <c:pt idx="392">
                  <c:v>206</c:v>
                </c:pt>
                <c:pt idx="393">
                  <c:v>206.5</c:v>
                </c:pt>
                <c:pt idx="394">
                  <c:v>207</c:v>
                </c:pt>
                <c:pt idx="395">
                  <c:v>207.5</c:v>
                </c:pt>
                <c:pt idx="396">
                  <c:v>208</c:v>
                </c:pt>
                <c:pt idx="397">
                  <c:v>208.5</c:v>
                </c:pt>
                <c:pt idx="398">
                  <c:v>209</c:v>
                </c:pt>
                <c:pt idx="399">
                  <c:v>209.5</c:v>
                </c:pt>
                <c:pt idx="400">
                  <c:v>210</c:v>
                </c:pt>
                <c:pt idx="401">
                  <c:v>210.5</c:v>
                </c:pt>
                <c:pt idx="402">
                  <c:v>211</c:v>
                </c:pt>
                <c:pt idx="403">
                  <c:v>211.5</c:v>
                </c:pt>
                <c:pt idx="404">
                  <c:v>212</c:v>
                </c:pt>
                <c:pt idx="405">
                  <c:v>212.5</c:v>
                </c:pt>
                <c:pt idx="406">
                  <c:v>213</c:v>
                </c:pt>
                <c:pt idx="407">
                  <c:v>213.5</c:v>
                </c:pt>
                <c:pt idx="408">
                  <c:v>214</c:v>
                </c:pt>
                <c:pt idx="409">
                  <c:v>214.5</c:v>
                </c:pt>
                <c:pt idx="410">
                  <c:v>215</c:v>
                </c:pt>
                <c:pt idx="411">
                  <c:v>215.5</c:v>
                </c:pt>
                <c:pt idx="412">
                  <c:v>216</c:v>
                </c:pt>
                <c:pt idx="413">
                  <c:v>216.5</c:v>
                </c:pt>
                <c:pt idx="414">
                  <c:v>217</c:v>
                </c:pt>
                <c:pt idx="415">
                  <c:v>217.5</c:v>
                </c:pt>
                <c:pt idx="416">
                  <c:v>218</c:v>
                </c:pt>
                <c:pt idx="417">
                  <c:v>218.5</c:v>
                </c:pt>
                <c:pt idx="418">
                  <c:v>219</c:v>
                </c:pt>
                <c:pt idx="419">
                  <c:v>219.5</c:v>
                </c:pt>
                <c:pt idx="420">
                  <c:v>220</c:v>
                </c:pt>
                <c:pt idx="421">
                  <c:v>220.5</c:v>
                </c:pt>
                <c:pt idx="422">
                  <c:v>221</c:v>
                </c:pt>
                <c:pt idx="423">
                  <c:v>221.5</c:v>
                </c:pt>
                <c:pt idx="424">
                  <c:v>222</c:v>
                </c:pt>
                <c:pt idx="425">
                  <c:v>222.5</c:v>
                </c:pt>
                <c:pt idx="426">
                  <c:v>223</c:v>
                </c:pt>
                <c:pt idx="427">
                  <c:v>223.5</c:v>
                </c:pt>
                <c:pt idx="428">
                  <c:v>224</c:v>
                </c:pt>
                <c:pt idx="429">
                  <c:v>224.5</c:v>
                </c:pt>
                <c:pt idx="430">
                  <c:v>225</c:v>
                </c:pt>
                <c:pt idx="431">
                  <c:v>225.5</c:v>
                </c:pt>
                <c:pt idx="432">
                  <c:v>226</c:v>
                </c:pt>
                <c:pt idx="433">
                  <c:v>226.5</c:v>
                </c:pt>
                <c:pt idx="434">
                  <c:v>227</c:v>
                </c:pt>
                <c:pt idx="435">
                  <c:v>227.5</c:v>
                </c:pt>
                <c:pt idx="436">
                  <c:v>228</c:v>
                </c:pt>
                <c:pt idx="437">
                  <c:v>228.5</c:v>
                </c:pt>
                <c:pt idx="438">
                  <c:v>229</c:v>
                </c:pt>
                <c:pt idx="439">
                  <c:v>229.5</c:v>
                </c:pt>
                <c:pt idx="440">
                  <c:v>230</c:v>
                </c:pt>
                <c:pt idx="441">
                  <c:v>230.5</c:v>
                </c:pt>
                <c:pt idx="442">
                  <c:v>231</c:v>
                </c:pt>
                <c:pt idx="443">
                  <c:v>231.5</c:v>
                </c:pt>
                <c:pt idx="444">
                  <c:v>232</c:v>
                </c:pt>
                <c:pt idx="445">
                  <c:v>232.5</c:v>
                </c:pt>
                <c:pt idx="446">
                  <c:v>233</c:v>
                </c:pt>
                <c:pt idx="447">
                  <c:v>233.5</c:v>
                </c:pt>
                <c:pt idx="448">
                  <c:v>234</c:v>
                </c:pt>
                <c:pt idx="449">
                  <c:v>234.5</c:v>
                </c:pt>
                <c:pt idx="450">
                  <c:v>235</c:v>
                </c:pt>
                <c:pt idx="451">
                  <c:v>235.5</c:v>
                </c:pt>
                <c:pt idx="452">
                  <c:v>236</c:v>
                </c:pt>
                <c:pt idx="453">
                  <c:v>236.5</c:v>
                </c:pt>
                <c:pt idx="454">
                  <c:v>237</c:v>
                </c:pt>
                <c:pt idx="455">
                  <c:v>237.5</c:v>
                </c:pt>
                <c:pt idx="456">
                  <c:v>238</c:v>
                </c:pt>
                <c:pt idx="457">
                  <c:v>238.5</c:v>
                </c:pt>
                <c:pt idx="458">
                  <c:v>239</c:v>
                </c:pt>
                <c:pt idx="459">
                  <c:v>239.5</c:v>
                </c:pt>
                <c:pt idx="460">
                  <c:v>240</c:v>
                </c:pt>
                <c:pt idx="461">
                  <c:v>240.5</c:v>
                </c:pt>
                <c:pt idx="462">
                  <c:v>241</c:v>
                </c:pt>
                <c:pt idx="463">
                  <c:v>241.5</c:v>
                </c:pt>
                <c:pt idx="464">
                  <c:v>242</c:v>
                </c:pt>
                <c:pt idx="465">
                  <c:v>242.5</c:v>
                </c:pt>
                <c:pt idx="466">
                  <c:v>243</c:v>
                </c:pt>
                <c:pt idx="467">
                  <c:v>243.5</c:v>
                </c:pt>
                <c:pt idx="468">
                  <c:v>244</c:v>
                </c:pt>
                <c:pt idx="469">
                  <c:v>244.5</c:v>
                </c:pt>
                <c:pt idx="470">
                  <c:v>245</c:v>
                </c:pt>
                <c:pt idx="471">
                  <c:v>245.5</c:v>
                </c:pt>
                <c:pt idx="472">
                  <c:v>246</c:v>
                </c:pt>
                <c:pt idx="473">
                  <c:v>246.5</c:v>
                </c:pt>
                <c:pt idx="474">
                  <c:v>247</c:v>
                </c:pt>
                <c:pt idx="475">
                  <c:v>247.5</c:v>
                </c:pt>
                <c:pt idx="476">
                  <c:v>248</c:v>
                </c:pt>
                <c:pt idx="477">
                  <c:v>248.5</c:v>
                </c:pt>
                <c:pt idx="478">
                  <c:v>249</c:v>
                </c:pt>
                <c:pt idx="479">
                  <c:v>249.5</c:v>
                </c:pt>
                <c:pt idx="480">
                  <c:v>250</c:v>
                </c:pt>
              </c:numCache>
            </c:numRef>
          </c:xVal>
          <c:yVal>
            <c:numRef>
              <c:f>'Chart Data'!$D$2:$D$482</c:f>
              <c:numCache>
                <c:formatCode>0</c:formatCode>
                <c:ptCount val="481"/>
                <c:pt idx="0">
                  <c:v>24</c:v>
                </c:pt>
                <c:pt idx="1">
                  <c:v>23.2576190476</c:v>
                </c:pt>
                <c:pt idx="2">
                  <c:v>22.4018181818</c:v>
                </c:pt>
                <c:pt idx="3">
                  <c:v>21.6213043478</c:v>
                </c:pt>
                <c:pt idx="4">
                  <c:v>20.9066666667</c:v>
                </c:pt>
                <c:pt idx="5">
                  <c:v>20.25</c:v>
                </c:pt>
                <c:pt idx="6">
                  <c:v>19.6446153846</c:v>
                </c:pt>
                <c:pt idx="7">
                  <c:v>19.0848148148</c:v>
                </c:pt>
                <c:pt idx="8">
                  <c:v>18.5657142857</c:v>
                </c:pt>
                <c:pt idx="9">
                  <c:v>18.0831034483</c:v>
                </c:pt>
                <c:pt idx="10">
                  <c:v>17.6333333333</c:v>
                </c:pt>
                <c:pt idx="11">
                  <c:v>17.2132258065</c:v>
                </c:pt>
                <c:pt idx="12">
                  <c:v>16.82</c:v>
                </c:pt>
                <c:pt idx="13">
                  <c:v>16.4512121212</c:v>
                </c:pt>
                <c:pt idx="14">
                  <c:v>16.1047058824</c:v>
                </c:pt>
                <c:pt idx="15">
                  <c:v>15.7785714286</c:v>
                </c:pt>
                <c:pt idx="16">
                  <c:v>15.4711111111</c:v>
                </c:pt>
                <c:pt idx="17">
                  <c:v>15.1808108108</c:v>
                </c:pt>
                <c:pt idx="18">
                  <c:v>14.9063157895</c:v>
                </c:pt>
                <c:pt idx="19">
                  <c:v>14.6464102564</c:v>
                </c:pt>
                <c:pt idx="20">
                  <c:v>14.4</c:v>
                </c:pt>
                <c:pt idx="21">
                  <c:v>14.166097561</c:v>
                </c:pt>
                <c:pt idx="22">
                  <c:v>13.9438095238</c:v>
                </c:pt>
                <c:pt idx="23">
                  <c:v>13.7323255814</c:v>
                </c:pt>
                <c:pt idx="24">
                  <c:v>13.5309090909</c:v>
                </c:pt>
                <c:pt idx="25">
                  <c:v>13.3388888889</c:v>
                </c:pt>
                <c:pt idx="26">
                  <c:v>13.1556521739</c:v>
                </c:pt>
                <c:pt idx="27">
                  <c:v>12.9806382979</c:v>
                </c:pt>
                <c:pt idx="28">
                  <c:v>12.8133333333</c:v>
                </c:pt>
                <c:pt idx="29">
                  <c:v>12.6532653061</c:v>
                </c:pt>
                <c:pt idx="30">
                  <c:v>12.5</c:v>
                </c:pt>
                <c:pt idx="31">
                  <c:v>12.3531372549</c:v>
                </c:pt>
                <c:pt idx="32">
                  <c:v>12.2123076923</c:v>
                </c:pt>
                <c:pt idx="33">
                  <c:v>12.0771698113</c:v>
                </c:pt>
                <c:pt idx="34">
                  <c:v>11.9474074074</c:v>
                </c:pt>
                <c:pt idx="35">
                  <c:v>11.8227272727</c:v>
                </c:pt>
                <c:pt idx="36">
                  <c:v>11.7028571429</c:v>
                </c:pt>
                <c:pt idx="37">
                  <c:v>11.5875438596</c:v>
                </c:pt>
                <c:pt idx="38">
                  <c:v>11.4765517241</c:v>
                </c:pt>
                <c:pt idx="39">
                  <c:v>11.3696610169</c:v>
                </c:pt>
                <c:pt idx="40">
                  <c:v>11.2666666667</c:v>
                </c:pt>
                <c:pt idx="41">
                  <c:v>11.1673770492</c:v>
                </c:pt>
                <c:pt idx="42">
                  <c:v>11.0716129032</c:v>
                </c:pt>
                <c:pt idx="43">
                  <c:v>10.9792063492</c:v>
                </c:pt>
                <c:pt idx="44">
                  <c:v>10.89</c:v>
                </c:pt>
                <c:pt idx="45">
                  <c:v>10.8038461538</c:v>
                </c:pt>
                <c:pt idx="46">
                  <c:v>10.7206060606</c:v>
                </c:pt>
                <c:pt idx="47">
                  <c:v>10.6401492537</c:v>
                </c:pt>
                <c:pt idx="48">
                  <c:v>10.5623529412</c:v>
                </c:pt>
                <c:pt idx="49">
                  <c:v>10.4871014493</c:v>
                </c:pt>
                <c:pt idx="50">
                  <c:v>10.4142857143</c:v>
                </c:pt>
                <c:pt idx="51">
                  <c:v>10.3438028169</c:v>
                </c:pt>
                <c:pt idx="52">
                  <c:v>10.2755555556</c:v>
                </c:pt>
                <c:pt idx="53">
                  <c:v>10.2094520548</c:v>
                </c:pt>
                <c:pt idx="54">
                  <c:v>10.1454054054</c:v>
                </c:pt>
                <c:pt idx="55">
                  <c:v>10.0833333333</c:v>
                </c:pt>
                <c:pt idx="56">
                  <c:v>10.0231578947</c:v>
                </c:pt>
                <c:pt idx="57">
                  <c:v>9.96480519481</c:v>
                </c:pt>
                <c:pt idx="58">
                  <c:v>9.90820512821</c:v>
                </c:pt>
                <c:pt idx="59">
                  <c:v>9.85329113924</c:v>
                </c:pt>
                <c:pt idx="60">
                  <c:v>9.8</c:v>
                </c:pt>
                <c:pt idx="61">
                  <c:v>9.74827160494</c:v>
                </c:pt>
                <c:pt idx="62">
                  <c:v>9.69804878049</c:v>
                </c:pt>
                <c:pt idx="63">
                  <c:v>9.64927710843</c:v>
                </c:pt>
                <c:pt idx="64">
                  <c:v>9.6019047619</c:v>
                </c:pt>
                <c:pt idx="65">
                  <c:v>9.55588235294</c:v>
                </c:pt>
                <c:pt idx="66">
                  <c:v>9.5111627907</c:v>
                </c:pt>
                <c:pt idx="67">
                  <c:v>9.46770114943</c:v>
                </c:pt>
                <c:pt idx="68">
                  <c:v>9.42545454545</c:v>
                </c:pt>
                <c:pt idx="69">
                  <c:v>9.38438202247</c:v>
                </c:pt>
                <c:pt idx="70">
                  <c:v>9.34444444444</c:v>
                </c:pt>
                <c:pt idx="71">
                  <c:v>9.3056043956</c:v>
                </c:pt>
                <c:pt idx="72">
                  <c:v>9.26782608696</c:v>
                </c:pt>
                <c:pt idx="73">
                  <c:v>9.23107526882</c:v>
                </c:pt>
                <c:pt idx="74">
                  <c:v>9.19531914894</c:v>
                </c:pt>
                <c:pt idx="75">
                  <c:v>9.16052631579</c:v>
                </c:pt>
                <c:pt idx="76">
                  <c:v>9.12666666667</c:v>
                </c:pt>
                <c:pt idx="77">
                  <c:v>9.09371134021</c:v>
                </c:pt>
                <c:pt idx="78">
                  <c:v>9.06163265306</c:v>
                </c:pt>
                <c:pt idx="79">
                  <c:v>9.0304040404</c:v>
                </c:pt>
                <c:pt idx="80">
                  <c:v>9</c:v>
                </c:pt>
                <c:pt idx="81">
                  <c:v>8.9703960396</c:v>
                </c:pt>
                <c:pt idx="82">
                  <c:v>8.94156862745</c:v>
                </c:pt>
                <c:pt idx="83">
                  <c:v>8.91349514563</c:v>
                </c:pt>
                <c:pt idx="84">
                  <c:v>8.88615384615</c:v>
                </c:pt>
                <c:pt idx="85">
                  <c:v>8.85952380952</c:v>
                </c:pt>
                <c:pt idx="86">
                  <c:v>8.83358490566</c:v>
                </c:pt>
                <c:pt idx="87">
                  <c:v>8.80831775701</c:v>
                </c:pt>
                <c:pt idx="88">
                  <c:v>8.7837037037</c:v>
                </c:pt>
                <c:pt idx="89">
                  <c:v>8.75972477064</c:v>
                </c:pt>
                <c:pt idx="90">
                  <c:v>8.73636363636</c:v>
                </c:pt>
                <c:pt idx="91">
                  <c:v>8.7136036036</c:v>
                </c:pt>
                <c:pt idx="92">
                  <c:v>8.69142857143</c:v>
                </c:pt>
                <c:pt idx="93">
                  <c:v>8.66982300885</c:v>
                </c:pt>
                <c:pt idx="94">
                  <c:v>8.64877192982</c:v>
                </c:pt>
                <c:pt idx="95">
                  <c:v>8.62826086957</c:v>
                </c:pt>
                <c:pt idx="96">
                  <c:v>8.60827586207</c:v>
                </c:pt>
                <c:pt idx="97">
                  <c:v>8.5888034188</c:v>
                </c:pt>
                <c:pt idx="98">
                  <c:v>8.56983050847</c:v>
                </c:pt>
                <c:pt idx="99">
                  <c:v>8.55134453782</c:v>
                </c:pt>
                <c:pt idx="100">
                  <c:v>8.53333333333</c:v>
                </c:pt>
                <c:pt idx="101">
                  <c:v>8.51578512397</c:v>
                </c:pt>
                <c:pt idx="102">
                  <c:v>8.49868852459</c:v>
                </c:pt>
                <c:pt idx="103">
                  <c:v>8.48203252033</c:v>
                </c:pt>
                <c:pt idx="104">
                  <c:v>8.46580645161</c:v>
                </c:pt>
                <c:pt idx="105">
                  <c:v>8.45</c:v>
                </c:pt>
                <c:pt idx="106">
                  <c:v>8.4346031746</c:v>
                </c:pt>
                <c:pt idx="107">
                  <c:v>8.41960629921</c:v>
                </c:pt>
                <c:pt idx="108">
                  <c:v>8.405</c:v>
                </c:pt>
                <c:pt idx="109">
                  <c:v>8.3907751938</c:v>
                </c:pt>
                <c:pt idx="110">
                  <c:v>8.37692307692</c:v>
                </c:pt>
                <c:pt idx="111">
                  <c:v>8.3634351145</c:v>
                </c:pt>
                <c:pt idx="112">
                  <c:v>8.3503030303</c:v>
                </c:pt>
                <c:pt idx="113">
                  <c:v>8.33751879699</c:v>
                </c:pt>
                <c:pt idx="114">
                  <c:v>8.32507462687</c:v>
                </c:pt>
                <c:pt idx="115">
                  <c:v>8.31296296296</c:v>
                </c:pt>
                <c:pt idx="116">
                  <c:v>8.30117647059</c:v>
                </c:pt>
                <c:pt idx="117">
                  <c:v>8.2897080292</c:v>
                </c:pt>
                <c:pt idx="118">
                  <c:v>8.27855072464</c:v>
                </c:pt>
                <c:pt idx="119">
                  <c:v>8.26769784173</c:v>
                </c:pt>
                <c:pt idx="120">
                  <c:v>8.25714285714</c:v>
                </c:pt>
                <c:pt idx="121">
                  <c:v>8.24687943262</c:v>
                </c:pt>
                <c:pt idx="122">
                  <c:v>8.23690140845</c:v>
                </c:pt>
                <c:pt idx="123">
                  <c:v>8.2272027972</c:v>
                </c:pt>
                <c:pt idx="124">
                  <c:v>8.21777777778</c:v>
                </c:pt>
                <c:pt idx="125">
                  <c:v>8.20862068966</c:v>
                </c:pt>
                <c:pt idx="126">
                  <c:v>8.1997260274</c:v>
                </c:pt>
                <c:pt idx="127">
                  <c:v>8.19108843537</c:v>
                </c:pt>
                <c:pt idx="128">
                  <c:v>8.1827027027</c:v>
                </c:pt>
                <c:pt idx="129">
                  <c:v>8.17456375839</c:v>
                </c:pt>
                <c:pt idx="130">
                  <c:v>8.16666666667</c:v>
                </c:pt>
                <c:pt idx="131">
                  <c:v>8.15900662252</c:v>
                </c:pt>
                <c:pt idx="132">
                  <c:v>8.15157894737</c:v>
                </c:pt>
                <c:pt idx="133">
                  <c:v>8.14437908497</c:v>
                </c:pt>
                <c:pt idx="134">
                  <c:v>8.1374025974</c:v>
                </c:pt>
                <c:pt idx="135">
                  <c:v>8.13064516129</c:v>
                </c:pt>
                <c:pt idx="136">
                  <c:v>8.1241025641</c:v>
                </c:pt>
                <c:pt idx="137">
                  <c:v>8.11777070064</c:v>
                </c:pt>
                <c:pt idx="138">
                  <c:v>8.11164556962</c:v>
                </c:pt>
                <c:pt idx="139">
                  <c:v>8.10572327044</c:v>
                </c:pt>
                <c:pt idx="140">
                  <c:v>8.1</c:v>
                </c:pt>
                <c:pt idx="141">
                  <c:v>8.09447204969</c:v>
                </c:pt>
                <c:pt idx="142">
                  <c:v>8.08913580247</c:v>
                </c:pt>
                <c:pt idx="143">
                  <c:v>8.08398773006</c:v>
                </c:pt>
                <c:pt idx="144">
                  <c:v>8.07902439024</c:v>
                </c:pt>
                <c:pt idx="145">
                  <c:v>8.07424242424</c:v>
                </c:pt>
                <c:pt idx="146">
                  <c:v>8.06963855422</c:v>
                </c:pt>
                <c:pt idx="147">
                  <c:v>8.06520958084</c:v>
                </c:pt>
                <c:pt idx="148">
                  <c:v>8.06095238095</c:v>
                </c:pt>
                <c:pt idx="149">
                  <c:v>8.05686390533</c:v>
                </c:pt>
                <c:pt idx="150">
                  <c:v>8.05294117647</c:v>
                </c:pt>
                <c:pt idx="151">
                  <c:v>8.04918128655</c:v>
                </c:pt>
                <c:pt idx="152">
                  <c:v>8.04558139535</c:v>
                </c:pt>
                <c:pt idx="153">
                  <c:v>8.04213872832</c:v>
                </c:pt>
                <c:pt idx="154">
                  <c:v>8.03885057471</c:v>
                </c:pt>
                <c:pt idx="155">
                  <c:v>8.03571428571</c:v>
                </c:pt>
                <c:pt idx="156">
                  <c:v>8.03272727273</c:v>
                </c:pt>
                <c:pt idx="157">
                  <c:v>8.02988700565</c:v>
                </c:pt>
                <c:pt idx="158">
                  <c:v>8.02719101124</c:v>
                </c:pt>
                <c:pt idx="159">
                  <c:v>8.02463687151</c:v>
                </c:pt>
                <c:pt idx="160">
                  <c:v>8.02222222222</c:v>
                </c:pt>
                <c:pt idx="161">
                  <c:v>8.01994475138</c:v>
                </c:pt>
                <c:pt idx="162">
                  <c:v>8.0178021978</c:v>
                </c:pt>
                <c:pt idx="163">
                  <c:v>8.01579234973</c:v>
                </c:pt>
                <c:pt idx="164">
                  <c:v>8.01391304348</c:v>
                </c:pt>
                <c:pt idx="165">
                  <c:v>8.01216216216</c:v>
                </c:pt>
                <c:pt idx="166">
                  <c:v>8.01053763441</c:v>
                </c:pt>
                <c:pt idx="167">
                  <c:v>8.00903743316</c:v>
                </c:pt>
                <c:pt idx="168">
                  <c:v>8.00765957447</c:v>
                </c:pt>
                <c:pt idx="169">
                  <c:v>8.0064021164</c:v>
                </c:pt>
                <c:pt idx="170">
                  <c:v>8.00526315789</c:v>
                </c:pt>
                <c:pt idx="171">
                  <c:v>8.0042408377</c:v>
                </c:pt>
                <c:pt idx="172">
                  <c:v>8.00333333333</c:v>
                </c:pt>
                <c:pt idx="173">
                  <c:v>8.0025388601</c:v>
                </c:pt>
                <c:pt idx="174">
                  <c:v>8.0018556701</c:v>
                </c:pt>
                <c:pt idx="175">
                  <c:v>8.00128205128</c:v>
                </c:pt>
                <c:pt idx="176">
                  <c:v>8.00081632653</c:v>
                </c:pt>
                <c:pt idx="177">
                  <c:v>8.00045685279</c:v>
                </c:pt>
                <c:pt idx="178">
                  <c:v>8.0002020202</c:v>
                </c:pt>
                <c:pt idx="179">
                  <c:v>8.00005025126</c:v>
                </c:pt>
                <c:pt idx="180">
                  <c:v>8</c:v>
                </c:pt>
                <c:pt idx="181">
                  <c:v>8.00004975124</c:v>
                </c:pt>
                <c:pt idx="182">
                  <c:v>8.0001980198</c:v>
                </c:pt>
                <c:pt idx="183">
                  <c:v>8.00044334975</c:v>
                </c:pt>
                <c:pt idx="184">
                  <c:v>8.00078431373</c:v>
                </c:pt>
                <c:pt idx="185">
                  <c:v>8.0012195122</c:v>
                </c:pt>
                <c:pt idx="186">
                  <c:v>8.00174757282</c:v>
                </c:pt>
                <c:pt idx="187">
                  <c:v>8.00236714976</c:v>
                </c:pt>
                <c:pt idx="188">
                  <c:v>8.00307692308</c:v>
                </c:pt>
                <c:pt idx="189">
                  <c:v>8.00387559809</c:v>
                </c:pt>
                <c:pt idx="190">
                  <c:v>8.00476190476</c:v>
                </c:pt>
                <c:pt idx="191">
                  <c:v>8.00573459716</c:v>
                </c:pt>
                <c:pt idx="192">
                  <c:v>8.00679245283</c:v>
                </c:pt>
                <c:pt idx="193">
                  <c:v>8.0079342723</c:v>
                </c:pt>
                <c:pt idx="194">
                  <c:v>8.0091588785</c:v>
                </c:pt>
                <c:pt idx="195">
                  <c:v>8.01046511628</c:v>
                </c:pt>
                <c:pt idx="196">
                  <c:v>8.01185185185</c:v>
                </c:pt>
                <c:pt idx="197">
                  <c:v>8.01331797235</c:v>
                </c:pt>
                <c:pt idx="198">
                  <c:v>8.01486238532</c:v>
                </c:pt>
                <c:pt idx="199">
                  <c:v>8.01648401826</c:v>
                </c:pt>
                <c:pt idx="200">
                  <c:v>8.01818181818</c:v>
                </c:pt>
                <c:pt idx="201">
                  <c:v>8.01995475113</c:v>
                </c:pt>
                <c:pt idx="202">
                  <c:v>8.0218018018</c:v>
                </c:pt>
                <c:pt idx="203">
                  <c:v>8.02372197309</c:v>
                </c:pt>
                <c:pt idx="204">
                  <c:v>8.02571428571</c:v>
                </c:pt>
                <c:pt idx="205">
                  <c:v>8.02777777778</c:v>
                </c:pt>
                <c:pt idx="206">
                  <c:v>8.02991150442</c:v>
                </c:pt>
                <c:pt idx="207">
                  <c:v>8.03211453744</c:v>
                </c:pt>
                <c:pt idx="208">
                  <c:v>8.03438596491</c:v>
                </c:pt>
                <c:pt idx="209">
                  <c:v>8.03672489083</c:v>
                </c:pt>
                <c:pt idx="210">
                  <c:v>8.03913043478</c:v>
                </c:pt>
                <c:pt idx="211">
                  <c:v>8.0416017316</c:v>
                </c:pt>
                <c:pt idx="212">
                  <c:v>8.04413793103</c:v>
                </c:pt>
                <c:pt idx="213">
                  <c:v>8.04673819742</c:v>
                </c:pt>
                <c:pt idx="214">
                  <c:v>8.0494017094</c:v>
                </c:pt>
                <c:pt idx="215">
                  <c:v>8.05212765957</c:v>
                </c:pt>
                <c:pt idx="216">
                  <c:v>8.05491525424</c:v>
                </c:pt>
                <c:pt idx="217">
                  <c:v>8.05776371308</c:v>
                </c:pt>
                <c:pt idx="218">
                  <c:v>8.06067226891</c:v>
                </c:pt>
                <c:pt idx="219">
                  <c:v>8.06364016736</c:v>
                </c:pt>
                <c:pt idx="220">
                  <c:v>8.06666666667</c:v>
                </c:pt>
                <c:pt idx="221">
                  <c:v>8.06975103734</c:v>
                </c:pt>
                <c:pt idx="222">
                  <c:v>8.07289256198</c:v>
                </c:pt>
                <c:pt idx="223">
                  <c:v>8.07609053498</c:v>
                </c:pt>
                <c:pt idx="224">
                  <c:v>8.0793442623</c:v>
                </c:pt>
                <c:pt idx="225">
                  <c:v>8.08265306122</c:v>
                </c:pt>
                <c:pt idx="226">
                  <c:v>8.08601626016</c:v>
                </c:pt>
                <c:pt idx="227">
                  <c:v>8.08943319838</c:v>
                </c:pt>
                <c:pt idx="228">
                  <c:v>8.09290322581</c:v>
                </c:pt>
                <c:pt idx="229">
                  <c:v>8.09642570281</c:v>
                </c:pt>
                <c:pt idx="230">
                  <c:v>8.1</c:v>
                </c:pt>
                <c:pt idx="231">
                  <c:v>8.10362549801</c:v>
                </c:pt>
                <c:pt idx="232">
                  <c:v>8.1073015873</c:v>
                </c:pt>
                <c:pt idx="233">
                  <c:v>8.11102766798</c:v>
                </c:pt>
                <c:pt idx="234">
                  <c:v>8.11480314961</c:v>
                </c:pt>
                <c:pt idx="235">
                  <c:v>8.11862745098</c:v>
                </c:pt>
                <c:pt idx="236">
                  <c:v>8.1225</c:v>
                </c:pt>
                <c:pt idx="237">
                  <c:v>8.12642023346</c:v>
                </c:pt>
                <c:pt idx="238">
                  <c:v>8.1303875969</c:v>
                </c:pt>
                <c:pt idx="239">
                  <c:v>8.1344015444</c:v>
                </c:pt>
                <c:pt idx="240">
                  <c:v>8.13846153846</c:v>
                </c:pt>
                <c:pt idx="241">
                  <c:v>8.14256704981</c:v>
                </c:pt>
                <c:pt idx="242">
                  <c:v>8.14671755725</c:v>
                </c:pt>
                <c:pt idx="243">
                  <c:v>8.15091254753</c:v>
                </c:pt>
                <c:pt idx="244">
                  <c:v>8.15515151515</c:v>
                </c:pt>
                <c:pt idx="245">
                  <c:v>8.15943396226</c:v>
                </c:pt>
                <c:pt idx="246">
                  <c:v>8.1637593985</c:v>
                </c:pt>
                <c:pt idx="247">
                  <c:v>8.16812734082</c:v>
                </c:pt>
                <c:pt idx="248">
                  <c:v>8.17253731343</c:v>
                </c:pt>
                <c:pt idx="249">
                  <c:v>8.17698884758</c:v>
                </c:pt>
                <c:pt idx="250">
                  <c:v>8.18148148148</c:v>
                </c:pt>
                <c:pt idx="251">
                  <c:v>8.18601476015</c:v>
                </c:pt>
                <c:pt idx="252">
                  <c:v>8.19058823529</c:v>
                </c:pt>
                <c:pt idx="253">
                  <c:v>8.1952014652</c:v>
                </c:pt>
                <c:pt idx="254">
                  <c:v>8.1998540146</c:v>
                </c:pt>
                <c:pt idx="255">
                  <c:v>8.20454545455</c:v>
                </c:pt>
                <c:pt idx="256">
                  <c:v>8.20927536232</c:v>
                </c:pt>
                <c:pt idx="257">
                  <c:v>8.2140433213</c:v>
                </c:pt>
                <c:pt idx="258">
                  <c:v>8.21884892086</c:v>
                </c:pt>
                <c:pt idx="259">
                  <c:v>8.22369175627</c:v>
                </c:pt>
                <c:pt idx="260">
                  <c:v>8.22857142857</c:v>
                </c:pt>
                <c:pt idx="261">
                  <c:v>8.23348754448</c:v>
                </c:pt>
                <c:pt idx="262">
                  <c:v>8.23843971631</c:v>
                </c:pt>
                <c:pt idx="263">
                  <c:v>8.24342756184</c:v>
                </c:pt>
                <c:pt idx="264">
                  <c:v>8.24845070423</c:v>
                </c:pt>
                <c:pt idx="265">
                  <c:v>8.25350877193</c:v>
                </c:pt>
                <c:pt idx="266">
                  <c:v>8.2586013986</c:v>
                </c:pt>
                <c:pt idx="267">
                  <c:v>8.263728223</c:v>
                </c:pt>
                <c:pt idx="268">
                  <c:v>8.26888888889</c:v>
                </c:pt>
                <c:pt idx="269">
                  <c:v>8.27408304498</c:v>
                </c:pt>
                <c:pt idx="270">
                  <c:v>8.27931034483</c:v>
                </c:pt>
                <c:pt idx="271">
                  <c:v>8.28457044674</c:v>
                </c:pt>
                <c:pt idx="272">
                  <c:v>8.2898630137</c:v>
                </c:pt>
                <c:pt idx="273">
                  <c:v>8.29518771331</c:v>
                </c:pt>
                <c:pt idx="274">
                  <c:v>8.30054421769</c:v>
                </c:pt>
                <c:pt idx="275">
                  <c:v>8.30593220339</c:v>
                </c:pt>
                <c:pt idx="276">
                  <c:v>8.31135135135</c:v>
                </c:pt>
                <c:pt idx="277">
                  <c:v>8.3168013468</c:v>
                </c:pt>
                <c:pt idx="278">
                  <c:v>8.32228187919</c:v>
                </c:pt>
                <c:pt idx="279">
                  <c:v>8.32779264214</c:v>
                </c:pt>
                <c:pt idx="280">
                  <c:v>8.33333333333</c:v>
                </c:pt>
                <c:pt idx="281">
                  <c:v>8.33890365449</c:v>
                </c:pt>
                <c:pt idx="282">
                  <c:v>8.34450331126</c:v>
                </c:pt>
                <c:pt idx="283">
                  <c:v>8.3501320132</c:v>
                </c:pt>
                <c:pt idx="284">
                  <c:v>8.35578947368</c:v>
                </c:pt>
                <c:pt idx="285">
                  <c:v>8.36147540984</c:v>
                </c:pt>
                <c:pt idx="286">
                  <c:v>8.36718954248</c:v>
                </c:pt>
                <c:pt idx="287">
                  <c:v>8.37293159609</c:v>
                </c:pt>
                <c:pt idx="288">
                  <c:v>8.3787012987</c:v>
                </c:pt>
                <c:pt idx="289">
                  <c:v>8.38449838188</c:v>
                </c:pt>
                <c:pt idx="290">
                  <c:v>8.39032258065</c:v>
                </c:pt>
                <c:pt idx="291">
                  <c:v>8.39617363344</c:v>
                </c:pt>
                <c:pt idx="292">
                  <c:v>8.40205128205</c:v>
                </c:pt>
                <c:pt idx="293">
                  <c:v>8.40795527157</c:v>
                </c:pt>
                <c:pt idx="294">
                  <c:v>8.41388535032</c:v>
                </c:pt>
                <c:pt idx="295">
                  <c:v>8.41984126984</c:v>
                </c:pt>
                <c:pt idx="296">
                  <c:v>8.42582278481</c:v>
                </c:pt>
                <c:pt idx="297">
                  <c:v>8.431829653</c:v>
                </c:pt>
                <c:pt idx="298">
                  <c:v>8.43786163522</c:v>
                </c:pt>
                <c:pt idx="299">
                  <c:v>8.4439184953</c:v>
                </c:pt>
                <c:pt idx="300">
                  <c:v>8.45</c:v>
                </c:pt>
                <c:pt idx="301">
                  <c:v>8.456105919</c:v>
                </c:pt>
                <c:pt idx="302">
                  <c:v>8.46223602484</c:v>
                </c:pt>
                <c:pt idx="303">
                  <c:v>8.46839009288</c:v>
                </c:pt>
                <c:pt idx="304">
                  <c:v>8.47456790123</c:v>
                </c:pt>
                <c:pt idx="305">
                  <c:v>8.48076923077</c:v>
                </c:pt>
                <c:pt idx="306">
                  <c:v>8.48699386503</c:v>
                </c:pt>
                <c:pt idx="307">
                  <c:v>8.49324159021</c:v>
                </c:pt>
                <c:pt idx="308">
                  <c:v>8.49951219512</c:v>
                </c:pt>
                <c:pt idx="309">
                  <c:v>8.50580547112</c:v>
                </c:pt>
                <c:pt idx="310">
                  <c:v>8.51212121212</c:v>
                </c:pt>
                <c:pt idx="311">
                  <c:v>8.5184592145</c:v>
                </c:pt>
                <c:pt idx="312">
                  <c:v>8.52481927711</c:v>
                </c:pt>
                <c:pt idx="313">
                  <c:v>8.5312012012</c:v>
                </c:pt>
                <c:pt idx="314">
                  <c:v>8.53760479042</c:v>
                </c:pt>
                <c:pt idx="315">
                  <c:v>8.54402985075</c:v>
                </c:pt>
                <c:pt idx="316">
                  <c:v>8.55047619048</c:v>
                </c:pt>
                <c:pt idx="317">
                  <c:v>8.55694362018</c:v>
                </c:pt>
                <c:pt idx="318">
                  <c:v>8.56343195266</c:v>
                </c:pt>
                <c:pt idx="319">
                  <c:v>8.56994100295</c:v>
                </c:pt>
                <c:pt idx="320">
                  <c:v>8.57647058824</c:v>
                </c:pt>
                <c:pt idx="321">
                  <c:v>8.58302052786</c:v>
                </c:pt>
                <c:pt idx="322">
                  <c:v>8.58959064327</c:v>
                </c:pt>
                <c:pt idx="323">
                  <c:v>8.59618075802</c:v>
                </c:pt>
                <c:pt idx="324">
                  <c:v>8.60279069767</c:v>
                </c:pt>
                <c:pt idx="325">
                  <c:v>8.60942028986</c:v>
                </c:pt>
                <c:pt idx="326">
                  <c:v>8.61606936416</c:v>
                </c:pt>
                <c:pt idx="327">
                  <c:v>8.62273775216</c:v>
                </c:pt>
                <c:pt idx="328">
                  <c:v>8.62942528736</c:v>
                </c:pt>
                <c:pt idx="329">
                  <c:v>8.63613180516</c:v>
                </c:pt>
                <c:pt idx="330">
                  <c:v>8.64285714286</c:v>
                </c:pt>
                <c:pt idx="331">
                  <c:v>8.6496011396</c:v>
                </c:pt>
                <c:pt idx="332">
                  <c:v>8.65636363636</c:v>
                </c:pt>
                <c:pt idx="333">
                  <c:v>8.66314447592</c:v>
                </c:pt>
                <c:pt idx="334">
                  <c:v>8.66994350282</c:v>
                </c:pt>
                <c:pt idx="335">
                  <c:v>8.67676056338</c:v>
                </c:pt>
                <c:pt idx="336">
                  <c:v>8.68359550562</c:v>
                </c:pt>
                <c:pt idx="337">
                  <c:v>8.69044817927</c:v>
                </c:pt>
                <c:pt idx="338">
                  <c:v>8.69731843575</c:v>
                </c:pt>
                <c:pt idx="339">
                  <c:v>8.70420612813</c:v>
                </c:pt>
                <c:pt idx="340">
                  <c:v>8.71111111111</c:v>
                </c:pt>
                <c:pt idx="341">
                  <c:v>8.718033241</c:v>
                </c:pt>
                <c:pt idx="342">
                  <c:v>8.72497237569</c:v>
                </c:pt>
                <c:pt idx="343">
                  <c:v>8.73192837466</c:v>
                </c:pt>
                <c:pt idx="344">
                  <c:v>8.7389010989</c:v>
                </c:pt>
                <c:pt idx="345">
                  <c:v>8.74589041096</c:v>
                </c:pt>
                <c:pt idx="346">
                  <c:v>8.75289617486</c:v>
                </c:pt>
                <c:pt idx="347">
                  <c:v>8.75991825613</c:v>
                </c:pt>
                <c:pt idx="348">
                  <c:v>8.76695652174</c:v>
                </c:pt>
                <c:pt idx="349">
                  <c:v>8.77401084011</c:v>
                </c:pt>
                <c:pt idx="350">
                  <c:v>8.78108108108</c:v>
                </c:pt>
                <c:pt idx="351">
                  <c:v>8.7881671159</c:v>
                </c:pt>
                <c:pt idx="352">
                  <c:v>8.7952688172</c:v>
                </c:pt>
                <c:pt idx="353">
                  <c:v>8.80238605898</c:v>
                </c:pt>
                <c:pt idx="354">
                  <c:v>8.80951871658</c:v>
                </c:pt>
                <c:pt idx="355">
                  <c:v>8.81666666667</c:v>
                </c:pt>
                <c:pt idx="356">
                  <c:v>8.82382978723</c:v>
                </c:pt>
                <c:pt idx="357">
                  <c:v>8.83100795756</c:v>
                </c:pt>
                <c:pt idx="358">
                  <c:v>8.8382010582</c:v>
                </c:pt>
                <c:pt idx="359">
                  <c:v>8.84540897098</c:v>
                </c:pt>
                <c:pt idx="360">
                  <c:v>8.85263157895</c:v>
                </c:pt>
                <c:pt idx="361">
                  <c:v>8.8598687664</c:v>
                </c:pt>
                <c:pt idx="362">
                  <c:v>8.86712041885</c:v>
                </c:pt>
                <c:pt idx="363">
                  <c:v>8.87438642298</c:v>
                </c:pt>
                <c:pt idx="364">
                  <c:v>8.88166666667</c:v>
                </c:pt>
                <c:pt idx="365">
                  <c:v>8.88896103896</c:v>
                </c:pt>
                <c:pt idx="366">
                  <c:v>8.89626943005</c:v>
                </c:pt>
                <c:pt idx="367">
                  <c:v>8.90359173127</c:v>
                </c:pt>
                <c:pt idx="368">
                  <c:v>8.91092783505</c:v>
                </c:pt>
                <c:pt idx="369">
                  <c:v>8.91827763496</c:v>
                </c:pt>
                <c:pt idx="370">
                  <c:v>8.92564102564</c:v>
                </c:pt>
                <c:pt idx="371">
                  <c:v>8.93301790281</c:v>
                </c:pt>
                <c:pt idx="372">
                  <c:v>8.94040816327</c:v>
                </c:pt>
                <c:pt idx="373">
                  <c:v>8.94781170483</c:v>
                </c:pt>
                <c:pt idx="374">
                  <c:v>8.9552284264</c:v>
                </c:pt>
                <c:pt idx="375">
                  <c:v>8.96265822785</c:v>
                </c:pt>
                <c:pt idx="376">
                  <c:v>8.9701010101</c:v>
                </c:pt>
                <c:pt idx="377">
                  <c:v>8.97755667506</c:v>
                </c:pt>
                <c:pt idx="378">
                  <c:v>8.98502512563</c:v>
                </c:pt>
                <c:pt idx="379">
                  <c:v>8.99250626566</c:v>
                </c:pt>
                <c:pt idx="380">
                  <c:v>9</c:v>
                </c:pt>
                <c:pt idx="381">
                  <c:v>9.00750623441</c:v>
                </c:pt>
                <c:pt idx="382">
                  <c:v>9.01502487562</c:v>
                </c:pt>
                <c:pt idx="383">
                  <c:v>9.02255583127</c:v>
                </c:pt>
                <c:pt idx="384">
                  <c:v>9.0300990099</c:v>
                </c:pt>
                <c:pt idx="385">
                  <c:v>9.03765432099</c:v>
                </c:pt>
                <c:pt idx="386">
                  <c:v>9.04522167488</c:v>
                </c:pt>
                <c:pt idx="387">
                  <c:v>9.0528009828</c:v>
                </c:pt>
                <c:pt idx="388">
                  <c:v>9.06039215686</c:v>
                </c:pt>
                <c:pt idx="389">
                  <c:v>9.06799511002</c:v>
                </c:pt>
                <c:pt idx="390">
                  <c:v>9.0756097561</c:v>
                </c:pt>
                <c:pt idx="391">
                  <c:v>9.08323600973</c:v>
                </c:pt>
                <c:pt idx="392">
                  <c:v>9.09087378641</c:v>
                </c:pt>
                <c:pt idx="393">
                  <c:v>9.09852300242</c:v>
                </c:pt>
                <c:pt idx="394">
                  <c:v>9.10618357488</c:v>
                </c:pt>
                <c:pt idx="395">
                  <c:v>9.11385542169</c:v>
                </c:pt>
                <c:pt idx="396">
                  <c:v>9.12153846154</c:v>
                </c:pt>
                <c:pt idx="397">
                  <c:v>9.12923261391</c:v>
                </c:pt>
                <c:pt idx="398">
                  <c:v>9.13693779904</c:v>
                </c:pt>
                <c:pt idx="399">
                  <c:v>9.14465393795</c:v>
                </c:pt>
                <c:pt idx="400">
                  <c:v>9.15238095238</c:v>
                </c:pt>
                <c:pt idx="401">
                  <c:v>9.16011876485</c:v>
                </c:pt>
                <c:pt idx="402">
                  <c:v>9.16786729858</c:v>
                </c:pt>
                <c:pt idx="403">
                  <c:v>9.17562647754</c:v>
                </c:pt>
                <c:pt idx="404">
                  <c:v>9.18339622642</c:v>
                </c:pt>
                <c:pt idx="405">
                  <c:v>9.19117647059</c:v>
                </c:pt>
                <c:pt idx="406">
                  <c:v>9.19896713615</c:v>
                </c:pt>
                <c:pt idx="407">
                  <c:v>9.20676814988</c:v>
                </c:pt>
                <c:pt idx="408">
                  <c:v>9.21457943925</c:v>
                </c:pt>
                <c:pt idx="409">
                  <c:v>9.2224009324</c:v>
                </c:pt>
                <c:pt idx="410">
                  <c:v>9.23023255814</c:v>
                </c:pt>
                <c:pt idx="411">
                  <c:v>9.23807424594</c:v>
                </c:pt>
                <c:pt idx="412">
                  <c:v>9.24592592593</c:v>
                </c:pt>
                <c:pt idx="413">
                  <c:v>9.25378752887</c:v>
                </c:pt>
                <c:pt idx="414">
                  <c:v>9.26165898618</c:v>
                </c:pt>
                <c:pt idx="415">
                  <c:v>9.26954022989</c:v>
                </c:pt>
                <c:pt idx="416">
                  <c:v>9.27743119266</c:v>
                </c:pt>
                <c:pt idx="417">
                  <c:v>9.28533180778</c:v>
                </c:pt>
                <c:pt idx="418">
                  <c:v>9.29324200913</c:v>
                </c:pt>
                <c:pt idx="419">
                  <c:v>9.30116173121</c:v>
                </c:pt>
                <c:pt idx="420">
                  <c:v>9.30909090909</c:v>
                </c:pt>
                <c:pt idx="421">
                  <c:v>9.31702947846</c:v>
                </c:pt>
                <c:pt idx="422">
                  <c:v>9.32497737557</c:v>
                </c:pt>
                <c:pt idx="423">
                  <c:v>9.33293453725</c:v>
                </c:pt>
                <c:pt idx="424">
                  <c:v>9.3409009009</c:v>
                </c:pt>
                <c:pt idx="425">
                  <c:v>9.34887640449</c:v>
                </c:pt>
                <c:pt idx="426">
                  <c:v>9.35686098655</c:v>
                </c:pt>
                <c:pt idx="427">
                  <c:v>9.36485458613</c:v>
                </c:pt>
                <c:pt idx="428">
                  <c:v>9.37285714286</c:v>
                </c:pt>
                <c:pt idx="429">
                  <c:v>9.38086859688</c:v>
                </c:pt>
                <c:pt idx="430">
                  <c:v>9.38888888889</c:v>
                </c:pt>
                <c:pt idx="431">
                  <c:v>9.39691796009</c:v>
                </c:pt>
                <c:pt idx="432">
                  <c:v>9.40495575221</c:v>
                </c:pt>
                <c:pt idx="433">
                  <c:v>9.41300220751</c:v>
                </c:pt>
                <c:pt idx="434">
                  <c:v>9.42105726872</c:v>
                </c:pt>
                <c:pt idx="435">
                  <c:v>9.42912087912</c:v>
                </c:pt>
                <c:pt idx="436">
                  <c:v>9.43719298246</c:v>
                </c:pt>
                <c:pt idx="437">
                  <c:v>9.44527352298</c:v>
                </c:pt>
                <c:pt idx="438">
                  <c:v>9.45336244541</c:v>
                </c:pt>
                <c:pt idx="439">
                  <c:v>9.46145969499</c:v>
                </c:pt>
                <c:pt idx="440">
                  <c:v>9.46956521739</c:v>
                </c:pt>
                <c:pt idx="441">
                  <c:v>9.47767895879</c:v>
                </c:pt>
                <c:pt idx="442">
                  <c:v>9.4858008658</c:v>
                </c:pt>
                <c:pt idx="443">
                  <c:v>9.49393088553</c:v>
                </c:pt>
                <c:pt idx="444">
                  <c:v>9.50206896552</c:v>
                </c:pt>
                <c:pt idx="445">
                  <c:v>9.51021505376</c:v>
                </c:pt>
                <c:pt idx="446">
                  <c:v>9.51836909871</c:v>
                </c:pt>
                <c:pt idx="447">
                  <c:v>9.52653104925</c:v>
                </c:pt>
                <c:pt idx="448">
                  <c:v>9.5347008547</c:v>
                </c:pt>
                <c:pt idx="449">
                  <c:v>9.54287846482</c:v>
                </c:pt>
                <c:pt idx="450">
                  <c:v>9.55106382979</c:v>
                </c:pt>
                <c:pt idx="451">
                  <c:v>9.55925690021</c:v>
                </c:pt>
                <c:pt idx="452">
                  <c:v>9.56745762712</c:v>
                </c:pt>
                <c:pt idx="453">
                  <c:v>9.57566596195</c:v>
                </c:pt>
                <c:pt idx="454">
                  <c:v>9.58388185654</c:v>
                </c:pt>
                <c:pt idx="455">
                  <c:v>9.59210526316</c:v>
                </c:pt>
                <c:pt idx="456">
                  <c:v>9.60033613445</c:v>
                </c:pt>
                <c:pt idx="457">
                  <c:v>9.60857442348</c:v>
                </c:pt>
                <c:pt idx="458">
                  <c:v>9.61682008368</c:v>
                </c:pt>
                <c:pt idx="459">
                  <c:v>9.62507306889</c:v>
                </c:pt>
                <c:pt idx="460">
                  <c:v>9.63333333333</c:v>
                </c:pt>
                <c:pt idx="461">
                  <c:v>9.6416008316</c:v>
                </c:pt>
                <c:pt idx="462">
                  <c:v>9.64987551867</c:v>
                </c:pt>
                <c:pt idx="463">
                  <c:v>9.6581573499</c:v>
                </c:pt>
                <c:pt idx="464">
                  <c:v>9.66644628099</c:v>
                </c:pt>
                <c:pt idx="465">
                  <c:v>9.67474226804</c:v>
                </c:pt>
                <c:pt idx="466">
                  <c:v>9.68304526749</c:v>
                </c:pt>
                <c:pt idx="467">
                  <c:v>9.69135523614</c:v>
                </c:pt>
                <c:pt idx="468">
                  <c:v>9.69967213115</c:v>
                </c:pt>
                <c:pt idx="469">
                  <c:v>9.70799591002</c:v>
                </c:pt>
                <c:pt idx="470">
                  <c:v>9.71632653061</c:v>
                </c:pt>
                <c:pt idx="471">
                  <c:v>9.72466395112</c:v>
                </c:pt>
                <c:pt idx="472">
                  <c:v>9.73300813008</c:v>
                </c:pt>
                <c:pt idx="473">
                  <c:v>9.74135902637</c:v>
                </c:pt>
                <c:pt idx="474">
                  <c:v>9.74971659919</c:v>
                </c:pt>
                <c:pt idx="475">
                  <c:v>9.75808080808</c:v>
                </c:pt>
                <c:pt idx="476">
                  <c:v>9.7664516129</c:v>
                </c:pt>
                <c:pt idx="477">
                  <c:v>9.77482897384</c:v>
                </c:pt>
                <c:pt idx="478">
                  <c:v>9.78321285141</c:v>
                </c:pt>
                <c:pt idx="479">
                  <c:v>9.79160320641</c:v>
                </c:pt>
                <c:pt idx="480">
                  <c:v>9.8</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MK, GTK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250"/>
          <c:min val="0"/>
        </c:scaling>
        <c:delete val="0"/>
        <c:axPos val="b"/>
        <c:title>
          <c:tx>
            <c:rich>
              <ns1:bodyPr/>
              <ns1:lstStyle/>
              <ns1:p>
                <ns1:r>
                  <ns1:rPr sz="1875">
                    <ns1:solidFill>
                      <ns1:srgbClr val="183247"/>
                    </ns1:solidFill>
                    <ns1:latin typeface="Arial"/>
                    <ns1:ea typeface="Arial"/>
                    <ns1:cs typeface="Arial"/>
                  </ns1:rPr>
                  <ns1:t>q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50"/>
      </c:valAx>
      <c:spPr>
        <ns1:noFill/>
      </c:spPr>
    </c:plotArea>
    <c:plotVisOnly val="1"/>
  </c:chart>
  <c:spPr>
    <ns1:noFill/>
  </c:spPr>
  <c:externalData r:id="rIdChartSnapshot1">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V₀</c:v>
          </c:tx>
          <c:spPr>
            <ns1:ln w="28575">
              <ns1:solidFill>
                <ns1:srgbClr val="445B6B"/>
              </ns1:solidFill>
            </ns1:ln>
          </c:spPr>
          <c:marker>
            <c:symbol val="none"/>
          </c:marker>
          <c:xVal>
            <c:numRef>
              <c:f>'Chart Data'!$A$2:$A$3</c:f>
              <c:numCache>
                <c:formatCode>General</c:formatCode>
                <c:ptCount val="2"/>
                <c:pt idx="0">
                  <c:v>0</c:v>
                </c:pt>
                <c:pt idx="1">
                  <c:v>30</c:v>
                </c:pt>
              </c:numCache>
            </c:numRef>
          </c:xVal>
          <c:yVal>
            <c:numRef>
              <c:f>'Chart Data'!$B$2:$B$3</c:f>
              <c:numCache>
                <c:formatCode>0</c:formatCode>
                <c:ptCount val="2"/>
                <c:pt idx="0">
                  <c:v>12</c:v>
                </c:pt>
                <c:pt idx="1">
                  <c:v>0</c:v>
                </c:pt>
              </c:numCache>
            </c:numRef>
          </c:yVal>
        </c:ser>
        <c:ser>
          <c:idx val="1"/>
          <c:order val="1"/>
          <c:tx>
            <c:v>A₀</c:v>
          </c:tx>
          <c:spPr>
            <ns1:ln w="28575">
              <ns1:solidFill>
                <ns1:srgbClr val="20665B"/>
              </ns1:solidFill>
            </ns1:ln>
          </c:spPr>
          <c:marker>
            <c:symbol val="none"/>
          </c:marker>
          <c:xVal>
            <c:numRef>
              <c:f>'Chart Data'!$C$2:$C$3</c:f>
              <c:numCache>
                <c:formatCode>General</c:formatCode>
                <c:ptCount val="2"/>
                <c:pt idx="0">
                  <c:v>0</c:v>
                </c:pt>
                <c:pt idx="1">
                  <c:v>50</c:v>
                </c:pt>
              </c:numCache>
            </c:numRef>
          </c:xVal>
          <c:yVal>
            <c:numRef>
              <c:f>'Chart Data'!$D$2:$D$3</c:f>
              <c:numCache>
                <c:formatCode>0</c:formatCode>
                <c:ptCount val="2"/>
                <c:pt idx="0">
                  <c:v>4</c:v>
                </c:pt>
                <c:pt idx="1">
                  <c:v>24</c:v>
                </c:pt>
              </c:numCache>
            </c:numRef>
          </c:yVal>
        </c:ser>
        <c:ser>
          <c:idx val="2"/>
          <c:order val="2"/>
          <c:tx>
            <c:v>E-horizontaal</c:v>
          </c:tx>
          <c:spPr>
            <ns1:ln w="13335">
              <ns1:solidFill>
                <ns1:srgbClr val="445B6B"/>
              </ns1:solidFill>
            </ns1:ln>
          </c:spPr>
          <c:marker>
            <c:symbol val="none"/>
          </c:marker>
          <c:xVal>
            <c:numRef>
              <c:f>'Chart Data'!$E$2:$E$3</c:f>
              <c:numCache>
                <c:formatCode>General</c:formatCode>
                <c:ptCount val="2"/>
                <c:pt idx="0">
                  <c:v>0</c:v>
                </c:pt>
                <c:pt idx="1">
                  <c:v>10</c:v>
                </c:pt>
              </c:numCache>
            </c:numRef>
          </c:xVal>
          <c:yVal>
            <c:numRef>
              <c:f>'Chart Data'!$F$2:$F$3</c:f>
              <c:numCache>
                <c:formatCode>0</c:formatCode>
                <c:ptCount val="2"/>
                <c:pt idx="0">
                  <c:v>8</c:v>
                </c:pt>
                <c:pt idx="1">
                  <c:v>8</c:v>
                </c:pt>
              </c:numCache>
            </c:numRef>
          </c:yVal>
        </c:ser>
        <c:ser>
          <c:idx val="3"/>
          <c:order val="3"/>
          <c:tx>
            <c:v>E-verticaal</c:v>
          </c:tx>
          <c:spPr>
            <ns1:ln w="13335">
              <ns1:solidFill>
                <ns1:srgbClr val="445B6B"/>
              </ns1:solidFill>
            </ns1:ln>
          </c:spPr>
          <c:marker>
            <c:symbol val="none"/>
          </c:marker>
          <c:xVal>
            <c:numRef>
              <c:f>'Chart Data'!$G$2:$G$3</c:f>
              <c:numCache>
                <c:formatCode>General</c:formatCode>
                <c:ptCount val="2"/>
                <c:pt idx="0">
                  <c:v>10</c:v>
                </c:pt>
                <c:pt idx="1">
                  <c:v>10</c:v>
                </c:pt>
              </c:numCache>
            </c:numRef>
          </c:xVal>
          <c:yVal>
            <c:numRef>
              <c:f>'Chart Data'!$H$2:$H$3</c:f>
              <c:numCache>
                <c:formatCode>0</c:formatCode>
                <c:ptCount val="2"/>
                <c:pt idx="0">
                  <c:v>0</c:v>
                </c:pt>
                <c:pt idx="1">
                  <c:v>8</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 1.000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V₀</c:v>
          </c:tx>
          <c:spPr>
            <ns1:ln w="28575">
              <ns1:solidFill>
                <ns1:srgbClr val="445B6B"/>
              </ns1:solidFill>
            </ns1:ln>
          </c:spPr>
          <c:marker>
            <c:symbol val="none"/>
          </c:marker>
          <c:xVal>
            <c:numRef>
              <c:f>'Chart Data'!$A$2:$A$3</c:f>
              <c:numCache>
                <c:formatCode>General</c:formatCode>
                <c:ptCount val="2"/>
                <c:pt idx="0">
                  <c:v>0</c:v>
                </c:pt>
                <c:pt idx="1">
                  <c:v>30</c:v>
                </c:pt>
              </c:numCache>
            </c:numRef>
          </c:xVal>
          <c:yVal>
            <c:numRef>
              <c:f>'Chart Data'!$B$2:$B$3</c:f>
              <c:numCache>
                <c:formatCode>0</c:formatCode>
                <c:ptCount val="2"/>
                <c:pt idx="0">
                  <c:v>12</c:v>
                </c:pt>
                <c:pt idx="1">
                  <c:v>0</c:v>
                </c:pt>
              </c:numCache>
            </c:numRef>
          </c:yVal>
        </c:ser>
        <c:ser>
          <c:idx val="1"/>
          <c:order val="1"/>
          <c:tx>
            <c:v>V₁</c:v>
          </c:tx>
          <c:spPr>
            <ns1:ln w="28575">
              <ns1:solidFill>
                <ns1:srgbClr val="17658A"/>
              </ns1:solidFill>
            </ns1:ln>
          </c:spPr>
          <c:marker>
            <c:symbol val="none"/>
          </c:marker>
          <c:xVal>
            <c:numRef>
              <c:f>'Chart Data'!$C$2:$C$3</c:f>
              <c:numCache>
                <c:formatCode>General</c:formatCode>
                <c:ptCount val="2"/>
                <c:pt idx="0">
                  <c:v>0</c:v>
                </c:pt>
                <c:pt idx="1">
                  <c:v>50</c:v>
                </c:pt>
              </c:numCache>
            </c:numRef>
          </c:xVal>
          <c:yVal>
            <c:numRef>
              <c:f>'Chart Data'!$D$2:$D$3</c:f>
              <c:numCache>
                <c:formatCode>0</c:formatCode>
                <c:ptCount val="2"/>
                <c:pt idx="0">
                  <c:v>20</c:v>
                </c:pt>
                <c:pt idx="1">
                  <c:v>0</c:v>
                </c:pt>
              </c:numCache>
            </c:numRef>
          </c:yVal>
        </c:ser>
        <c:ser>
          <c:idx val="2"/>
          <c:order val="2"/>
          <c:tx>
            <c:v>A₀</c:v>
          </c:tx>
          <c:spPr>
            <ns1:ln w="28575">
              <ns1:solidFill>
                <ns1:srgbClr val="20665B"/>
              </ns1:solidFill>
            </ns1: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4</c:v>
                </c:pt>
                <c:pt idx="1">
                  <c:v>24</c:v>
                </c:pt>
              </c:numCache>
            </c:numRef>
          </c:yVal>
        </c:ser>
        <c:ser>
          <c:idx val="3"/>
          <c:order val="3"/>
          <c:tx>
            <c:v>E-horizontaal</c:v>
          </c:tx>
          <c:spPr>
            <ns1:ln w="13335">
              <ns1:solidFill>
                <ns1:srgbClr val="445B6B"/>
              </ns1:solidFill>
            </ns1:ln>
          </c:spPr>
          <c:marker>
            <c:symbol val="none"/>
          </c:marker>
          <c:xVal>
            <c:numRef>
              <c:f>'Chart Data'!$G$2:$G$3</c:f>
              <c:numCache>
                <c:formatCode>General</c:formatCode>
                <c:ptCount val="2"/>
                <c:pt idx="0">
                  <c:v>0</c:v>
                </c:pt>
                <c:pt idx="1">
                  <c:v>20</c:v>
                </c:pt>
              </c:numCache>
            </c:numRef>
          </c:xVal>
          <c:yVal>
            <c:numRef>
              <c:f>'Chart Data'!$H$2:$H$3</c:f>
              <c:numCache>
                <c:formatCode>0</c:formatCode>
                <c:ptCount val="2"/>
                <c:pt idx="0">
                  <c:v>12</c:v>
                </c:pt>
                <c:pt idx="1">
                  <c:v>12</c:v>
                </c:pt>
              </c:numCache>
            </c:numRef>
          </c:yVal>
        </c:ser>
        <c:ser>
          <c:idx val="4"/>
          <c:order val="4"/>
          <c:tx>
            <c:v>E-verticaal</c:v>
          </c:tx>
          <c:spPr>
            <ns1:ln w="13335">
              <ns1:solidFill>
                <ns1:srgbClr val="445B6B"/>
              </ns1:solidFill>
            </ns1:ln>
          </c:spPr>
          <c:marker>
            <c:symbol val="none"/>
          </c:marker>
          <c:xVal>
            <c:numRef>
              <c:f>'Chart Data'!$I$2:$I$3</c:f>
              <c:numCache>
                <c:formatCode>General</c:formatCode>
                <c:ptCount val="2"/>
                <c:pt idx="0">
                  <c:v>20</c:v>
                </c:pt>
                <c:pt idx="1">
                  <c:v>20</c:v>
                </c:pt>
              </c:numCache>
            </c:numRef>
          </c:xVal>
          <c:yVal>
            <c:numRef>
              <c:f>'Chart Data'!$J$2:$J$3</c:f>
              <c:numCache>
                <c:formatCode>0</c:formatCode>
                <c:ptCount val="2"/>
                <c:pt idx="0">
                  <c:v>0</c:v>
                </c:pt>
                <c:pt idx="1">
                  <c:v>12</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 1.000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MK</c:v>
          </c:tx>
          <c:spPr>
            <ns1:ln w="28575">
              <ns1:solidFill>
                <ns1:srgbClr val="20665B"/>
              </ns1:solidFill>
            </ns1:ln>
          </c:spPr>
          <c:marker>
            <c:symbol val="none"/>
          </c:marker>
          <c:xVal>
            <c:numRef>
              <c:f>'Chart Data'!$A$2:$A$3</c:f>
              <c:numCache>
                <c:formatCode>General</c:formatCode>
                <c:ptCount val="2"/>
                <c:pt idx="0">
                  <c:v>0</c:v>
                </c:pt>
                <c:pt idx="1">
                  <c:v>250</c:v>
                </c:pt>
              </c:numCache>
            </c:numRef>
          </c:xVal>
          <c:yVal>
            <c:numRef>
              <c:f>'Chart Data'!$B$2:$B$3</c:f>
              <c:numCache>
                <c:formatCode>0</c:formatCode>
                <c:ptCount val="2"/>
                <c:pt idx="0">
                  <c:v>4</c:v>
                </c:pt>
                <c:pt idx="1">
                  <c:v>14</c:v>
                </c:pt>
              </c:numCache>
            </c:numRef>
          </c:yVal>
        </c:ser>
        <c:ser>
          <c:idx val="1"/>
          <c:order val="1"/>
          <c:tx>
            <c:v>P = GO = MO</c:v>
          </c:tx>
          <c:spPr>
            <ns1:ln w="28575">
              <ns1:solidFill>
                <ns1:srgbClr val="17658A"/>
              </ns1:solidFill>
            </ns1:ln>
          </c:spPr>
          <c:marker>
            <c:symbol val="none"/>
          </c:marker>
          <c:xVal>
            <c:numRef>
              <c:f>'Chart Data'!$C$2:$C$3</c:f>
              <c:numCache>
                <c:formatCode>General</c:formatCode>
                <c:ptCount val="2"/>
                <c:pt idx="0">
                  <c:v>0</c:v>
                </c:pt>
                <c:pt idx="1">
                  <c:v>250</c:v>
                </c:pt>
              </c:numCache>
            </c:numRef>
          </c:xVal>
          <c:yVal>
            <c:numRef>
              <c:f>'Chart Data'!$D$2:$D$3</c:f>
              <c:numCache>
                <c:formatCode>0</c:formatCode>
                <c:ptCount val="2"/>
                <c:pt idx="0">
                  <c:v>12</c:v>
                </c:pt>
                <c:pt idx="1">
                  <c:v>12</c:v>
                </c:pt>
              </c:numCache>
            </c:numRef>
          </c:yVal>
        </c:ser>
        <c:ser>
          <c:idx val="2"/>
          <c:order val="2"/>
          <c:tx>
            <c:v>q gekozen</c:v>
          </c:tx>
          <c:spPr>
            <ns1:ln w="13335">
              <ns1:solidFill>
                <ns1:srgbClr val="445B6B"/>
              </ns1:solidFill>
            </ns1:ln>
          </c:spPr>
          <c:marker>
            <c:symbol val="none"/>
          </c:marker>
          <c:xVal>
            <c:numRef>
              <c:f>'Chart Data'!$E$2:$E$3</c:f>
              <c:numCache>
                <c:formatCode>General</c:formatCode>
                <c:ptCount val="2"/>
                <c:pt idx="0">
                  <c:v>200</c:v>
                </c:pt>
                <c:pt idx="1">
                  <c:v>200</c:v>
                </c:pt>
              </c:numCache>
            </c:numRef>
          </c:xVal>
          <c:yVal>
            <c:numRef>
              <c:f>'Chart Data'!$F$2:$F$3</c:f>
              <c:numCache>
                <c:formatCode>0</c:formatCode>
                <c:ptCount val="2"/>
                <c:pt idx="0">
                  <c:v>0</c:v>
                </c:pt>
                <c:pt idx="1">
                  <c:v>12</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MK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250"/>
          <c:min val="0"/>
        </c:scaling>
        <c:delete val="0"/>
        <c:axPos val="b"/>
        <c:title>
          <c:tx>
            <c:rich>
              <ns1:bodyPr/>
              <ns1:lstStyle/>
              <ns1:p>
                <ns1:r>
                  <ns1:rPr sz="1875">
                    <ns1:solidFill>
                      <ns1:srgbClr val="183247"/>
                    </ns1:solidFill>
                    <ns1:latin typeface="Arial"/>
                    <ns1:ea typeface="Arial"/>
                    <ns1:cs typeface="Arial"/>
                  </ns1:rPr>
                  <ns1:t>q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50"/>
      </c:valAx>
      <c:spPr>
        <ns1:noFill/>
      </c:spPr>
    </c:plotArea>
    <c:plotVisOnly val="1"/>
  </c:chart>
  <c:spPr>
    <ns1:noFill/>
  </c:spPr>
  <c:externalData r:id="rIdChartSnapshot1">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8"/>
          <c:w val="0.8"/>
          <c:h val="0.76"/>
        </c:manualLayout>
      </c:layout>
      <c:scatterChart>
        <c:scatterStyle val="line"/>
        <c:ser>
          <c:idx val="0"/>
          <c:order val="0"/>
          <c:tx>
            <c:v>MK</c:v>
          </c:tx>
          <c:spPr>
            <ns1:ln w="28575">
              <ns1:solidFill>
                <ns1:srgbClr val="20665B"/>
              </ns1:solidFill>
            </ns1:ln>
          </c:spPr>
          <c:marker>
            <c:symbol val="none"/>
          </c:marker>
          <c:xVal>
            <c:numRef>
              <c:f>'Chart Data'!$A$2:$A$3</c:f>
              <c:numCache>
                <c:formatCode>General</c:formatCode>
                <c:ptCount val="2"/>
                <c:pt idx="0">
                  <c:v>0</c:v>
                </c:pt>
                <c:pt idx="1">
                  <c:v>250</c:v>
                </c:pt>
              </c:numCache>
            </c:numRef>
          </c:xVal>
          <c:yVal>
            <c:numRef>
              <c:f>'Chart Data'!$B$2:$B$3</c:f>
              <c:numCache>
                <c:formatCode>0</c:formatCode>
                <c:ptCount val="2"/>
                <c:pt idx="0">
                  <c:v>4</c:v>
                </c:pt>
                <c:pt idx="1">
                  <c:v>14</c:v>
                </c:pt>
              </c:numCache>
            </c:numRef>
          </c:yVal>
        </c:ser>
        <c:ser>
          <c:idx val="1"/>
          <c:order val="1"/>
          <c:tx>
            <c:v>GTK</c:v>
          </c:tx>
          <c:spPr>
            <ns1:ln w="28575">
              <ns1:solidFill>
                <ns1:srgbClr val="A94D16"/>
              </ns1:solidFill>
            </ns1:ln>
          </c:spPr>
          <c:marker>
            <c:symbol val="none"/>
          </c:marker>
          <c:xVal>
            <c:numRef>
              <c:f>'Chart Data'!$C$2:$C$482</c:f>
              <c:numCache>
                <c:formatCode>General</c:formatCode>
                <c:ptCount val="481"/>
                <c:pt idx="0">
                  <c:v>10.1020514434</c:v>
                </c:pt>
                <c:pt idx="1">
                  <c:v>10.5</c:v>
                </c:pt>
                <c:pt idx="2">
                  <c:v>11</c:v>
                </c:pt>
                <c:pt idx="3">
                  <c:v>11.5</c:v>
                </c:pt>
                <c:pt idx="4">
                  <c:v>12</c:v>
                </c:pt>
                <c:pt idx="5">
                  <c:v>12.5</c:v>
                </c:pt>
                <c:pt idx="6">
                  <c:v>13</c:v>
                </c:pt>
                <c:pt idx="7">
                  <c:v>13.5</c:v>
                </c:pt>
                <c:pt idx="8">
                  <c:v>14</c:v>
                </c:pt>
                <c:pt idx="9">
                  <c:v>14.5</c:v>
                </c:pt>
                <c:pt idx="10">
                  <c:v>15</c:v>
                </c:pt>
                <c:pt idx="11">
                  <c:v>15.5</c:v>
                </c:pt>
                <c:pt idx="12">
                  <c:v>16</c:v>
                </c:pt>
                <c:pt idx="13">
                  <c:v>16.5</c:v>
                </c:pt>
                <c:pt idx="14">
                  <c:v>17</c:v>
                </c:pt>
                <c:pt idx="15">
                  <c:v>17.5</c:v>
                </c:pt>
                <c:pt idx="16">
                  <c:v>18</c:v>
                </c:pt>
                <c:pt idx="17">
                  <c:v>18.5</c:v>
                </c:pt>
                <c:pt idx="18">
                  <c:v>19</c:v>
                </c:pt>
                <c:pt idx="19">
                  <c:v>19.5</c:v>
                </c:pt>
                <c:pt idx="20">
                  <c:v>20</c:v>
                </c:pt>
                <c:pt idx="21">
                  <c:v>20.5</c:v>
                </c:pt>
                <c:pt idx="22">
                  <c:v>21</c:v>
                </c:pt>
                <c:pt idx="23">
                  <c:v>21.5</c:v>
                </c:pt>
                <c:pt idx="24">
                  <c:v>22</c:v>
                </c:pt>
                <c:pt idx="25">
                  <c:v>22.5</c:v>
                </c:pt>
                <c:pt idx="26">
                  <c:v>23</c:v>
                </c:pt>
                <c:pt idx="27">
                  <c:v>23.5</c:v>
                </c:pt>
                <c:pt idx="28">
                  <c:v>24</c:v>
                </c:pt>
                <c:pt idx="29">
                  <c:v>24.5</c:v>
                </c:pt>
                <c:pt idx="30">
                  <c:v>25</c:v>
                </c:pt>
                <c:pt idx="31">
                  <c:v>25.5</c:v>
                </c:pt>
                <c:pt idx="32">
                  <c:v>26</c:v>
                </c:pt>
                <c:pt idx="33">
                  <c:v>26.5</c:v>
                </c:pt>
                <c:pt idx="34">
                  <c:v>27</c:v>
                </c:pt>
                <c:pt idx="35">
                  <c:v>27.5</c:v>
                </c:pt>
                <c:pt idx="36">
                  <c:v>28</c:v>
                </c:pt>
                <c:pt idx="37">
                  <c:v>28.5</c:v>
                </c:pt>
                <c:pt idx="38">
                  <c:v>29</c:v>
                </c:pt>
                <c:pt idx="39">
                  <c:v>29.5</c:v>
                </c:pt>
                <c:pt idx="40">
                  <c:v>30</c:v>
                </c:pt>
                <c:pt idx="41">
                  <c:v>30.5</c:v>
                </c:pt>
                <c:pt idx="42">
                  <c:v>31</c:v>
                </c:pt>
                <c:pt idx="43">
                  <c:v>31.5</c:v>
                </c:pt>
                <c:pt idx="44">
                  <c:v>32</c:v>
                </c:pt>
                <c:pt idx="45">
                  <c:v>32.5</c:v>
                </c:pt>
                <c:pt idx="46">
                  <c:v>33</c:v>
                </c:pt>
                <c:pt idx="47">
                  <c:v>33.5</c:v>
                </c:pt>
                <c:pt idx="48">
                  <c:v>34</c:v>
                </c:pt>
                <c:pt idx="49">
                  <c:v>34.5</c:v>
                </c:pt>
                <c:pt idx="50">
                  <c:v>35</c:v>
                </c:pt>
                <c:pt idx="51">
                  <c:v>35.5</c:v>
                </c:pt>
                <c:pt idx="52">
                  <c:v>36</c:v>
                </c:pt>
                <c:pt idx="53">
                  <c:v>36.5</c:v>
                </c:pt>
                <c:pt idx="54">
                  <c:v>37</c:v>
                </c:pt>
                <c:pt idx="55">
                  <c:v>37.5</c:v>
                </c:pt>
                <c:pt idx="56">
                  <c:v>38</c:v>
                </c:pt>
                <c:pt idx="57">
                  <c:v>38.5</c:v>
                </c:pt>
                <c:pt idx="58">
                  <c:v>39</c:v>
                </c:pt>
                <c:pt idx="59">
                  <c:v>39.5</c:v>
                </c:pt>
                <c:pt idx="60">
                  <c:v>40</c:v>
                </c:pt>
                <c:pt idx="61">
                  <c:v>40.5</c:v>
                </c:pt>
                <c:pt idx="62">
                  <c:v>41</c:v>
                </c:pt>
                <c:pt idx="63">
                  <c:v>41.5</c:v>
                </c:pt>
                <c:pt idx="64">
                  <c:v>42</c:v>
                </c:pt>
                <c:pt idx="65">
                  <c:v>42.5</c:v>
                </c:pt>
                <c:pt idx="66">
                  <c:v>43</c:v>
                </c:pt>
                <c:pt idx="67">
                  <c:v>43.5</c:v>
                </c:pt>
                <c:pt idx="68">
                  <c:v>44</c:v>
                </c:pt>
                <c:pt idx="69">
                  <c:v>44.5</c:v>
                </c:pt>
                <c:pt idx="70">
                  <c:v>45</c:v>
                </c:pt>
                <c:pt idx="71">
                  <c:v>45.5</c:v>
                </c:pt>
                <c:pt idx="72">
                  <c:v>46</c:v>
                </c:pt>
                <c:pt idx="73">
                  <c:v>46.5</c:v>
                </c:pt>
                <c:pt idx="74">
                  <c:v>47</c:v>
                </c:pt>
                <c:pt idx="75">
                  <c:v>47.5</c:v>
                </c:pt>
                <c:pt idx="76">
                  <c:v>48</c:v>
                </c:pt>
                <c:pt idx="77">
                  <c:v>48.5</c:v>
                </c:pt>
                <c:pt idx="78">
                  <c:v>49</c:v>
                </c:pt>
                <c:pt idx="79">
                  <c:v>49.5</c:v>
                </c:pt>
                <c:pt idx="80">
                  <c:v>50</c:v>
                </c:pt>
                <c:pt idx="81">
                  <c:v>50.5</c:v>
                </c:pt>
                <c:pt idx="82">
                  <c:v>51</c:v>
                </c:pt>
                <c:pt idx="83">
                  <c:v>51.5</c:v>
                </c:pt>
                <c:pt idx="84">
                  <c:v>52</c:v>
                </c:pt>
                <c:pt idx="85">
                  <c:v>52.5</c:v>
                </c:pt>
                <c:pt idx="86">
                  <c:v>53</c:v>
                </c:pt>
                <c:pt idx="87">
                  <c:v>53.5</c:v>
                </c:pt>
                <c:pt idx="88">
                  <c:v>54</c:v>
                </c:pt>
                <c:pt idx="89">
                  <c:v>54.5</c:v>
                </c:pt>
                <c:pt idx="90">
                  <c:v>55</c:v>
                </c:pt>
                <c:pt idx="91">
                  <c:v>55.5</c:v>
                </c:pt>
                <c:pt idx="92">
                  <c:v>56</c:v>
                </c:pt>
                <c:pt idx="93">
                  <c:v>56.5</c:v>
                </c:pt>
                <c:pt idx="94">
                  <c:v>57</c:v>
                </c:pt>
                <c:pt idx="95">
                  <c:v>57.5</c:v>
                </c:pt>
                <c:pt idx="96">
                  <c:v>58</c:v>
                </c:pt>
                <c:pt idx="97">
                  <c:v>58.5</c:v>
                </c:pt>
                <c:pt idx="98">
                  <c:v>59</c:v>
                </c:pt>
                <c:pt idx="99">
                  <c:v>59.5</c:v>
                </c:pt>
                <c:pt idx="100">
                  <c:v>60</c:v>
                </c:pt>
                <c:pt idx="101">
                  <c:v>60.5</c:v>
                </c:pt>
                <c:pt idx="102">
                  <c:v>61</c:v>
                </c:pt>
                <c:pt idx="103">
                  <c:v>61.5</c:v>
                </c:pt>
                <c:pt idx="104">
                  <c:v>62</c:v>
                </c:pt>
                <c:pt idx="105">
                  <c:v>62.5</c:v>
                </c:pt>
                <c:pt idx="106">
                  <c:v>63</c:v>
                </c:pt>
                <c:pt idx="107">
                  <c:v>63.5</c:v>
                </c:pt>
                <c:pt idx="108">
                  <c:v>64</c:v>
                </c:pt>
                <c:pt idx="109">
                  <c:v>64.5</c:v>
                </c:pt>
                <c:pt idx="110">
                  <c:v>65</c:v>
                </c:pt>
                <c:pt idx="111">
                  <c:v>65.5</c:v>
                </c:pt>
                <c:pt idx="112">
                  <c:v>66</c:v>
                </c:pt>
                <c:pt idx="113">
                  <c:v>66.5</c:v>
                </c:pt>
                <c:pt idx="114">
                  <c:v>67</c:v>
                </c:pt>
                <c:pt idx="115">
                  <c:v>67.5</c:v>
                </c:pt>
                <c:pt idx="116">
                  <c:v>68</c:v>
                </c:pt>
                <c:pt idx="117">
                  <c:v>68.5</c:v>
                </c:pt>
                <c:pt idx="118">
                  <c:v>69</c:v>
                </c:pt>
                <c:pt idx="119">
                  <c:v>69.5</c:v>
                </c:pt>
                <c:pt idx="120">
                  <c:v>70</c:v>
                </c:pt>
                <c:pt idx="121">
                  <c:v>70.5</c:v>
                </c:pt>
                <c:pt idx="122">
                  <c:v>71</c:v>
                </c:pt>
                <c:pt idx="123">
                  <c:v>71.5</c:v>
                </c:pt>
                <c:pt idx="124">
                  <c:v>72</c:v>
                </c:pt>
                <c:pt idx="125">
                  <c:v>72.5</c:v>
                </c:pt>
                <c:pt idx="126">
                  <c:v>73</c:v>
                </c:pt>
                <c:pt idx="127">
                  <c:v>73.5</c:v>
                </c:pt>
                <c:pt idx="128">
                  <c:v>74</c:v>
                </c:pt>
                <c:pt idx="129">
                  <c:v>74.5</c:v>
                </c:pt>
                <c:pt idx="130">
                  <c:v>75</c:v>
                </c:pt>
                <c:pt idx="131">
                  <c:v>75.5</c:v>
                </c:pt>
                <c:pt idx="132">
                  <c:v>76</c:v>
                </c:pt>
                <c:pt idx="133">
                  <c:v>76.5</c:v>
                </c:pt>
                <c:pt idx="134">
                  <c:v>77</c:v>
                </c:pt>
                <c:pt idx="135">
                  <c:v>77.5</c:v>
                </c:pt>
                <c:pt idx="136">
                  <c:v>78</c:v>
                </c:pt>
                <c:pt idx="137">
                  <c:v>78.5</c:v>
                </c:pt>
                <c:pt idx="138">
                  <c:v>79</c:v>
                </c:pt>
                <c:pt idx="139">
                  <c:v>79.5</c:v>
                </c:pt>
                <c:pt idx="140">
                  <c:v>80</c:v>
                </c:pt>
                <c:pt idx="141">
                  <c:v>80.5</c:v>
                </c:pt>
                <c:pt idx="142">
                  <c:v>81</c:v>
                </c:pt>
                <c:pt idx="143">
                  <c:v>81.5</c:v>
                </c:pt>
                <c:pt idx="144">
                  <c:v>82</c:v>
                </c:pt>
                <c:pt idx="145">
                  <c:v>82.5</c:v>
                </c:pt>
                <c:pt idx="146">
                  <c:v>83</c:v>
                </c:pt>
                <c:pt idx="147">
                  <c:v>83.5</c:v>
                </c:pt>
                <c:pt idx="148">
                  <c:v>84</c:v>
                </c:pt>
                <c:pt idx="149">
                  <c:v>84.5</c:v>
                </c:pt>
                <c:pt idx="150">
                  <c:v>85</c:v>
                </c:pt>
                <c:pt idx="151">
                  <c:v>85.5</c:v>
                </c:pt>
                <c:pt idx="152">
                  <c:v>86</c:v>
                </c:pt>
                <c:pt idx="153">
                  <c:v>86.5</c:v>
                </c:pt>
                <c:pt idx="154">
                  <c:v>87</c:v>
                </c:pt>
                <c:pt idx="155">
                  <c:v>87.5</c:v>
                </c:pt>
                <c:pt idx="156">
                  <c:v>88</c:v>
                </c:pt>
                <c:pt idx="157">
                  <c:v>88.5</c:v>
                </c:pt>
                <c:pt idx="158">
                  <c:v>89</c:v>
                </c:pt>
                <c:pt idx="159">
                  <c:v>89.5</c:v>
                </c:pt>
                <c:pt idx="160">
                  <c:v>90</c:v>
                </c:pt>
                <c:pt idx="161">
                  <c:v>90.5</c:v>
                </c:pt>
                <c:pt idx="162">
                  <c:v>91</c:v>
                </c:pt>
                <c:pt idx="163">
                  <c:v>91.5</c:v>
                </c:pt>
                <c:pt idx="164">
                  <c:v>92</c:v>
                </c:pt>
                <c:pt idx="165">
                  <c:v>92.5</c:v>
                </c:pt>
                <c:pt idx="166">
                  <c:v>93</c:v>
                </c:pt>
                <c:pt idx="167">
                  <c:v>93.5</c:v>
                </c:pt>
                <c:pt idx="168">
                  <c:v>94</c:v>
                </c:pt>
                <c:pt idx="169">
                  <c:v>94.5</c:v>
                </c:pt>
                <c:pt idx="170">
                  <c:v>95</c:v>
                </c:pt>
                <c:pt idx="171">
                  <c:v>95.5</c:v>
                </c:pt>
                <c:pt idx="172">
                  <c:v>96</c:v>
                </c:pt>
                <c:pt idx="173">
                  <c:v>96.5</c:v>
                </c:pt>
                <c:pt idx="174">
                  <c:v>97</c:v>
                </c:pt>
                <c:pt idx="175">
                  <c:v>97.5</c:v>
                </c:pt>
                <c:pt idx="176">
                  <c:v>98</c:v>
                </c:pt>
                <c:pt idx="177">
                  <c:v>98.5</c:v>
                </c:pt>
                <c:pt idx="178">
                  <c:v>99</c:v>
                </c:pt>
                <c:pt idx="179">
                  <c:v>99.5</c:v>
                </c:pt>
                <c:pt idx="180">
                  <c:v>100</c:v>
                </c:pt>
                <c:pt idx="181">
                  <c:v>100.5</c:v>
                </c:pt>
                <c:pt idx="182">
                  <c:v>101</c:v>
                </c:pt>
                <c:pt idx="183">
                  <c:v>101.5</c:v>
                </c:pt>
                <c:pt idx="184">
                  <c:v>102</c:v>
                </c:pt>
                <c:pt idx="185">
                  <c:v>102.5</c:v>
                </c:pt>
                <c:pt idx="186">
                  <c:v>103</c:v>
                </c:pt>
                <c:pt idx="187">
                  <c:v>103.5</c:v>
                </c:pt>
                <c:pt idx="188">
                  <c:v>104</c:v>
                </c:pt>
                <c:pt idx="189">
                  <c:v>104.5</c:v>
                </c:pt>
                <c:pt idx="190">
                  <c:v>105</c:v>
                </c:pt>
                <c:pt idx="191">
                  <c:v>105.5</c:v>
                </c:pt>
                <c:pt idx="192">
                  <c:v>106</c:v>
                </c:pt>
                <c:pt idx="193">
                  <c:v>106.5</c:v>
                </c:pt>
                <c:pt idx="194">
                  <c:v>107</c:v>
                </c:pt>
                <c:pt idx="195">
                  <c:v>107.5</c:v>
                </c:pt>
                <c:pt idx="196">
                  <c:v>108</c:v>
                </c:pt>
                <c:pt idx="197">
                  <c:v>108.5</c:v>
                </c:pt>
                <c:pt idx="198">
                  <c:v>109</c:v>
                </c:pt>
                <c:pt idx="199">
                  <c:v>109.5</c:v>
                </c:pt>
                <c:pt idx="200">
                  <c:v>110</c:v>
                </c:pt>
                <c:pt idx="201">
                  <c:v>110.5</c:v>
                </c:pt>
                <c:pt idx="202">
                  <c:v>111</c:v>
                </c:pt>
                <c:pt idx="203">
                  <c:v>111.5</c:v>
                </c:pt>
                <c:pt idx="204">
                  <c:v>112</c:v>
                </c:pt>
                <c:pt idx="205">
                  <c:v>112.5</c:v>
                </c:pt>
                <c:pt idx="206">
                  <c:v>113</c:v>
                </c:pt>
                <c:pt idx="207">
                  <c:v>113.5</c:v>
                </c:pt>
                <c:pt idx="208">
                  <c:v>114</c:v>
                </c:pt>
                <c:pt idx="209">
                  <c:v>114.5</c:v>
                </c:pt>
                <c:pt idx="210">
                  <c:v>115</c:v>
                </c:pt>
                <c:pt idx="211">
                  <c:v>115.5</c:v>
                </c:pt>
                <c:pt idx="212">
                  <c:v>116</c:v>
                </c:pt>
                <c:pt idx="213">
                  <c:v>116.5</c:v>
                </c:pt>
                <c:pt idx="214">
                  <c:v>117</c:v>
                </c:pt>
                <c:pt idx="215">
                  <c:v>117.5</c:v>
                </c:pt>
                <c:pt idx="216">
                  <c:v>118</c:v>
                </c:pt>
                <c:pt idx="217">
                  <c:v>118.5</c:v>
                </c:pt>
                <c:pt idx="218">
                  <c:v>119</c:v>
                </c:pt>
                <c:pt idx="219">
                  <c:v>119.5</c:v>
                </c:pt>
                <c:pt idx="220">
                  <c:v>120</c:v>
                </c:pt>
                <c:pt idx="221">
                  <c:v>120.5</c:v>
                </c:pt>
                <c:pt idx="222">
                  <c:v>121</c:v>
                </c:pt>
                <c:pt idx="223">
                  <c:v>121.5</c:v>
                </c:pt>
                <c:pt idx="224">
                  <c:v>122</c:v>
                </c:pt>
                <c:pt idx="225">
                  <c:v>122.5</c:v>
                </c:pt>
                <c:pt idx="226">
                  <c:v>123</c:v>
                </c:pt>
                <c:pt idx="227">
                  <c:v>123.5</c:v>
                </c:pt>
                <c:pt idx="228">
                  <c:v>124</c:v>
                </c:pt>
                <c:pt idx="229">
                  <c:v>124.5</c:v>
                </c:pt>
                <c:pt idx="230">
                  <c:v>125</c:v>
                </c:pt>
                <c:pt idx="231">
                  <c:v>125.5</c:v>
                </c:pt>
                <c:pt idx="232">
                  <c:v>126</c:v>
                </c:pt>
                <c:pt idx="233">
                  <c:v>126.5</c:v>
                </c:pt>
                <c:pt idx="234">
                  <c:v>127</c:v>
                </c:pt>
                <c:pt idx="235">
                  <c:v>127.5</c:v>
                </c:pt>
                <c:pt idx="236">
                  <c:v>128</c:v>
                </c:pt>
                <c:pt idx="237">
                  <c:v>128.5</c:v>
                </c:pt>
                <c:pt idx="238">
                  <c:v>129</c:v>
                </c:pt>
                <c:pt idx="239">
                  <c:v>129.5</c:v>
                </c:pt>
                <c:pt idx="240">
                  <c:v>130</c:v>
                </c:pt>
                <c:pt idx="241">
                  <c:v>130.5</c:v>
                </c:pt>
                <c:pt idx="242">
                  <c:v>131</c:v>
                </c:pt>
                <c:pt idx="243">
                  <c:v>131.5</c:v>
                </c:pt>
                <c:pt idx="244">
                  <c:v>132</c:v>
                </c:pt>
                <c:pt idx="245">
                  <c:v>132.5</c:v>
                </c:pt>
                <c:pt idx="246">
                  <c:v>133</c:v>
                </c:pt>
                <c:pt idx="247">
                  <c:v>133.5</c:v>
                </c:pt>
                <c:pt idx="248">
                  <c:v>134</c:v>
                </c:pt>
                <c:pt idx="249">
                  <c:v>134.5</c:v>
                </c:pt>
                <c:pt idx="250">
                  <c:v>135</c:v>
                </c:pt>
                <c:pt idx="251">
                  <c:v>135.5</c:v>
                </c:pt>
                <c:pt idx="252">
                  <c:v>136</c:v>
                </c:pt>
                <c:pt idx="253">
                  <c:v>136.5</c:v>
                </c:pt>
                <c:pt idx="254">
                  <c:v>137</c:v>
                </c:pt>
                <c:pt idx="255">
                  <c:v>137.5</c:v>
                </c:pt>
                <c:pt idx="256">
                  <c:v>138</c:v>
                </c:pt>
                <c:pt idx="257">
                  <c:v>138.5</c:v>
                </c:pt>
                <c:pt idx="258">
                  <c:v>139</c:v>
                </c:pt>
                <c:pt idx="259">
                  <c:v>139.5</c:v>
                </c:pt>
                <c:pt idx="260">
                  <c:v>140</c:v>
                </c:pt>
                <c:pt idx="261">
                  <c:v>140.5</c:v>
                </c:pt>
                <c:pt idx="262">
                  <c:v>141</c:v>
                </c:pt>
                <c:pt idx="263">
                  <c:v>141.5</c:v>
                </c:pt>
                <c:pt idx="264">
                  <c:v>142</c:v>
                </c:pt>
                <c:pt idx="265">
                  <c:v>142.5</c:v>
                </c:pt>
                <c:pt idx="266">
                  <c:v>143</c:v>
                </c:pt>
                <c:pt idx="267">
                  <c:v>143.5</c:v>
                </c:pt>
                <c:pt idx="268">
                  <c:v>144</c:v>
                </c:pt>
                <c:pt idx="269">
                  <c:v>144.5</c:v>
                </c:pt>
                <c:pt idx="270">
                  <c:v>145</c:v>
                </c:pt>
                <c:pt idx="271">
                  <c:v>145.5</c:v>
                </c:pt>
                <c:pt idx="272">
                  <c:v>146</c:v>
                </c:pt>
                <c:pt idx="273">
                  <c:v>146.5</c:v>
                </c:pt>
                <c:pt idx="274">
                  <c:v>147</c:v>
                </c:pt>
                <c:pt idx="275">
                  <c:v>147.5</c:v>
                </c:pt>
                <c:pt idx="276">
                  <c:v>148</c:v>
                </c:pt>
                <c:pt idx="277">
                  <c:v>148.5</c:v>
                </c:pt>
                <c:pt idx="278">
                  <c:v>149</c:v>
                </c:pt>
                <c:pt idx="279">
                  <c:v>149.5</c:v>
                </c:pt>
                <c:pt idx="280">
                  <c:v>150</c:v>
                </c:pt>
                <c:pt idx="281">
                  <c:v>150.5</c:v>
                </c:pt>
                <c:pt idx="282">
                  <c:v>151</c:v>
                </c:pt>
                <c:pt idx="283">
                  <c:v>151.5</c:v>
                </c:pt>
                <c:pt idx="284">
                  <c:v>152</c:v>
                </c:pt>
                <c:pt idx="285">
                  <c:v>152.5</c:v>
                </c:pt>
                <c:pt idx="286">
                  <c:v>153</c:v>
                </c:pt>
                <c:pt idx="287">
                  <c:v>153.5</c:v>
                </c:pt>
                <c:pt idx="288">
                  <c:v>154</c:v>
                </c:pt>
                <c:pt idx="289">
                  <c:v>154.5</c:v>
                </c:pt>
                <c:pt idx="290">
                  <c:v>155</c:v>
                </c:pt>
                <c:pt idx="291">
                  <c:v>155.5</c:v>
                </c:pt>
                <c:pt idx="292">
                  <c:v>156</c:v>
                </c:pt>
                <c:pt idx="293">
                  <c:v>156.5</c:v>
                </c:pt>
                <c:pt idx="294">
                  <c:v>157</c:v>
                </c:pt>
                <c:pt idx="295">
                  <c:v>157.5</c:v>
                </c:pt>
                <c:pt idx="296">
                  <c:v>158</c:v>
                </c:pt>
                <c:pt idx="297">
                  <c:v>158.5</c:v>
                </c:pt>
                <c:pt idx="298">
                  <c:v>159</c:v>
                </c:pt>
                <c:pt idx="299">
                  <c:v>159.5</c:v>
                </c:pt>
                <c:pt idx="300">
                  <c:v>160</c:v>
                </c:pt>
                <c:pt idx="301">
                  <c:v>160.5</c:v>
                </c:pt>
                <c:pt idx="302">
                  <c:v>161</c:v>
                </c:pt>
                <c:pt idx="303">
                  <c:v>161.5</c:v>
                </c:pt>
                <c:pt idx="304">
                  <c:v>162</c:v>
                </c:pt>
                <c:pt idx="305">
                  <c:v>162.5</c:v>
                </c:pt>
                <c:pt idx="306">
                  <c:v>163</c:v>
                </c:pt>
                <c:pt idx="307">
                  <c:v>163.5</c:v>
                </c:pt>
                <c:pt idx="308">
                  <c:v>164</c:v>
                </c:pt>
                <c:pt idx="309">
                  <c:v>164.5</c:v>
                </c:pt>
                <c:pt idx="310">
                  <c:v>165</c:v>
                </c:pt>
                <c:pt idx="311">
                  <c:v>165.5</c:v>
                </c:pt>
                <c:pt idx="312">
                  <c:v>166</c:v>
                </c:pt>
                <c:pt idx="313">
                  <c:v>166.5</c:v>
                </c:pt>
                <c:pt idx="314">
                  <c:v>167</c:v>
                </c:pt>
                <c:pt idx="315">
                  <c:v>167.5</c:v>
                </c:pt>
                <c:pt idx="316">
                  <c:v>168</c:v>
                </c:pt>
                <c:pt idx="317">
                  <c:v>168.5</c:v>
                </c:pt>
                <c:pt idx="318">
                  <c:v>169</c:v>
                </c:pt>
                <c:pt idx="319">
                  <c:v>169.5</c:v>
                </c:pt>
                <c:pt idx="320">
                  <c:v>170</c:v>
                </c:pt>
                <c:pt idx="321">
                  <c:v>170.5</c:v>
                </c:pt>
                <c:pt idx="322">
                  <c:v>171</c:v>
                </c:pt>
                <c:pt idx="323">
                  <c:v>171.5</c:v>
                </c:pt>
                <c:pt idx="324">
                  <c:v>172</c:v>
                </c:pt>
                <c:pt idx="325">
                  <c:v>172.5</c:v>
                </c:pt>
                <c:pt idx="326">
                  <c:v>173</c:v>
                </c:pt>
                <c:pt idx="327">
                  <c:v>173.5</c:v>
                </c:pt>
                <c:pt idx="328">
                  <c:v>174</c:v>
                </c:pt>
                <c:pt idx="329">
                  <c:v>174.5</c:v>
                </c:pt>
                <c:pt idx="330">
                  <c:v>175</c:v>
                </c:pt>
                <c:pt idx="331">
                  <c:v>175.5</c:v>
                </c:pt>
                <c:pt idx="332">
                  <c:v>176</c:v>
                </c:pt>
                <c:pt idx="333">
                  <c:v>176.5</c:v>
                </c:pt>
                <c:pt idx="334">
                  <c:v>177</c:v>
                </c:pt>
                <c:pt idx="335">
                  <c:v>177.5</c:v>
                </c:pt>
                <c:pt idx="336">
                  <c:v>178</c:v>
                </c:pt>
                <c:pt idx="337">
                  <c:v>178.5</c:v>
                </c:pt>
                <c:pt idx="338">
                  <c:v>179</c:v>
                </c:pt>
                <c:pt idx="339">
                  <c:v>179.5</c:v>
                </c:pt>
                <c:pt idx="340">
                  <c:v>180</c:v>
                </c:pt>
                <c:pt idx="341">
                  <c:v>180.5</c:v>
                </c:pt>
                <c:pt idx="342">
                  <c:v>181</c:v>
                </c:pt>
                <c:pt idx="343">
                  <c:v>181.5</c:v>
                </c:pt>
                <c:pt idx="344">
                  <c:v>182</c:v>
                </c:pt>
                <c:pt idx="345">
                  <c:v>182.5</c:v>
                </c:pt>
                <c:pt idx="346">
                  <c:v>183</c:v>
                </c:pt>
                <c:pt idx="347">
                  <c:v>183.5</c:v>
                </c:pt>
                <c:pt idx="348">
                  <c:v>184</c:v>
                </c:pt>
                <c:pt idx="349">
                  <c:v>184.5</c:v>
                </c:pt>
                <c:pt idx="350">
                  <c:v>185</c:v>
                </c:pt>
                <c:pt idx="351">
                  <c:v>185.5</c:v>
                </c:pt>
                <c:pt idx="352">
                  <c:v>186</c:v>
                </c:pt>
                <c:pt idx="353">
                  <c:v>186.5</c:v>
                </c:pt>
                <c:pt idx="354">
                  <c:v>187</c:v>
                </c:pt>
                <c:pt idx="355">
                  <c:v>187.5</c:v>
                </c:pt>
                <c:pt idx="356">
                  <c:v>188</c:v>
                </c:pt>
                <c:pt idx="357">
                  <c:v>188.5</c:v>
                </c:pt>
                <c:pt idx="358">
                  <c:v>189</c:v>
                </c:pt>
                <c:pt idx="359">
                  <c:v>189.5</c:v>
                </c:pt>
                <c:pt idx="360">
                  <c:v>190</c:v>
                </c:pt>
                <c:pt idx="361">
                  <c:v>190.5</c:v>
                </c:pt>
                <c:pt idx="362">
                  <c:v>191</c:v>
                </c:pt>
                <c:pt idx="363">
                  <c:v>191.5</c:v>
                </c:pt>
                <c:pt idx="364">
                  <c:v>192</c:v>
                </c:pt>
                <c:pt idx="365">
                  <c:v>192.5</c:v>
                </c:pt>
                <c:pt idx="366">
                  <c:v>193</c:v>
                </c:pt>
                <c:pt idx="367">
                  <c:v>193.5</c:v>
                </c:pt>
                <c:pt idx="368">
                  <c:v>194</c:v>
                </c:pt>
                <c:pt idx="369">
                  <c:v>194.5</c:v>
                </c:pt>
                <c:pt idx="370">
                  <c:v>195</c:v>
                </c:pt>
                <c:pt idx="371">
                  <c:v>195.5</c:v>
                </c:pt>
                <c:pt idx="372">
                  <c:v>196</c:v>
                </c:pt>
                <c:pt idx="373">
                  <c:v>196.5</c:v>
                </c:pt>
                <c:pt idx="374">
                  <c:v>197</c:v>
                </c:pt>
                <c:pt idx="375">
                  <c:v>197.5</c:v>
                </c:pt>
                <c:pt idx="376">
                  <c:v>198</c:v>
                </c:pt>
                <c:pt idx="377">
                  <c:v>198.5</c:v>
                </c:pt>
                <c:pt idx="378">
                  <c:v>199</c:v>
                </c:pt>
                <c:pt idx="379">
                  <c:v>199.5</c:v>
                </c:pt>
                <c:pt idx="380">
                  <c:v>200</c:v>
                </c:pt>
                <c:pt idx="381">
                  <c:v>200.5</c:v>
                </c:pt>
                <c:pt idx="382">
                  <c:v>201</c:v>
                </c:pt>
                <c:pt idx="383">
                  <c:v>201.5</c:v>
                </c:pt>
                <c:pt idx="384">
                  <c:v>202</c:v>
                </c:pt>
                <c:pt idx="385">
                  <c:v>202.5</c:v>
                </c:pt>
                <c:pt idx="386">
                  <c:v>203</c:v>
                </c:pt>
                <c:pt idx="387">
                  <c:v>203.5</c:v>
                </c:pt>
                <c:pt idx="388">
                  <c:v>204</c:v>
                </c:pt>
                <c:pt idx="389">
                  <c:v>204.5</c:v>
                </c:pt>
                <c:pt idx="390">
                  <c:v>205</c:v>
                </c:pt>
                <c:pt idx="391">
                  <c:v>205.5</c:v>
                </c:pt>
                <c:pt idx="392">
                  <c:v>206</c:v>
                </c:pt>
                <c:pt idx="393">
                  <c:v>206.5</c:v>
                </c:pt>
                <c:pt idx="394">
                  <c:v>207</c:v>
                </c:pt>
                <c:pt idx="395">
                  <c:v>207.5</c:v>
                </c:pt>
                <c:pt idx="396">
                  <c:v>208</c:v>
                </c:pt>
                <c:pt idx="397">
                  <c:v>208.5</c:v>
                </c:pt>
                <c:pt idx="398">
                  <c:v>209</c:v>
                </c:pt>
                <c:pt idx="399">
                  <c:v>209.5</c:v>
                </c:pt>
                <c:pt idx="400">
                  <c:v>210</c:v>
                </c:pt>
                <c:pt idx="401">
                  <c:v>210.5</c:v>
                </c:pt>
                <c:pt idx="402">
                  <c:v>211</c:v>
                </c:pt>
                <c:pt idx="403">
                  <c:v>211.5</c:v>
                </c:pt>
                <c:pt idx="404">
                  <c:v>212</c:v>
                </c:pt>
                <c:pt idx="405">
                  <c:v>212.5</c:v>
                </c:pt>
                <c:pt idx="406">
                  <c:v>213</c:v>
                </c:pt>
                <c:pt idx="407">
                  <c:v>213.5</c:v>
                </c:pt>
                <c:pt idx="408">
                  <c:v>214</c:v>
                </c:pt>
                <c:pt idx="409">
                  <c:v>214.5</c:v>
                </c:pt>
                <c:pt idx="410">
                  <c:v>215</c:v>
                </c:pt>
                <c:pt idx="411">
                  <c:v>215.5</c:v>
                </c:pt>
                <c:pt idx="412">
                  <c:v>216</c:v>
                </c:pt>
                <c:pt idx="413">
                  <c:v>216.5</c:v>
                </c:pt>
                <c:pt idx="414">
                  <c:v>217</c:v>
                </c:pt>
                <c:pt idx="415">
                  <c:v>217.5</c:v>
                </c:pt>
                <c:pt idx="416">
                  <c:v>218</c:v>
                </c:pt>
                <c:pt idx="417">
                  <c:v>218.5</c:v>
                </c:pt>
                <c:pt idx="418">
                  <c:v>219</c:v>
                </c:pt>
                <c:pt idx="419">
                  <c:v>219.5</c:v>
                </c:pt>
                <c:pt idx="420">
                  <c:v>220</c:v>
                </c:pt>
                <c:pt idx="421">
                  <c:v>220.5</c:v>
                </c:pt>
                <c:pt idx="422">
                  <c:v>221</c:v>
                </c:pt>
                <c:pt idx="423">
                  <c:v>221.5</c:v>
                </c:pt>
                <c:pt idx="424">
                  <c:v>222</c:v>
                </c:pt>
                <c:pt idx="425">
                  <c:v>222.5</c:v>
                </c:pt>
                <c:pt idx="426">
                  <c:v>223</c:v>
                </c:pt>
                <c:pt idx="427">
                  <c:v>223.5</c:v>
                </c:pt>
                <c:pt idx="428">
                  <c:v>224</c:v>
                </c:pt>
                <c:pt idx="429">
                  <c:v>224.5</c:v>
                </c:pt>
                <c:pt idx="430">
                  <c:v>225</c:v>
                </c:pt>
                <c:pt idx="431">
                  <c:v>225.5</c:v>
                </c:pt>
                <c:pt idx="432">
                  <c:v>226</c:v>
                </c:pt>
                <c:pt idx="433">
                  <c:v>226.5</c:v>
                </c:pt>
                <c:pt idx="434">
                  <c:v>227</c:v>
                </c:pt>
                <c:pt idx="435">
                  <c:v>227.5</c:v>
                </c:pt>
                <c:pt idx="436">
                  <c:v>228</c:v>
                </c:pt>
                <c:pt idx="437">
                  <c:v>228.5</c:v>
                </c:pt>
                <c:pt idx="438">
                  <c:v>229</c:v>
                </c:pt>
                <c:pt idx="439">
                  <c:v>229.5</c:v>
                </c:pt>
                <c:pt idx="440">
                  <c:v>230</c:v>
                </c:pt>
                <c:pt idx="441">
                  <c:v>230.5</c:v>
                </c:pt>
                <c:pt idx="442">
                  <c:v>231</c:v>
                </c:pt>
                <c:pt idx="443">
                  <c:v>231.5</c:v>
                </c:pt>
                <c:pt idx="444">
                  <c:v>232</c:v>
                </c:pt>
                <c:pt idx="445">
                  <c:v>232.5</c:v>
                </c:pt>
                <c:pt idx="446">
                  <c:v>233</c:v>
                </c:pt>
                <c:pt idx="447">
                  <c:v>233.5</c:v>
                </c:pt>
                <c:pt idx="448">
                  <c:v>234</c:v>
                </c:pt>
                <c:pt idx="449">
                  <c:v>234.5</c:v>
                </c:pt>
                <c:pt idx="450">
                  <c:v>235</c:v>
                </c:pt>
                <c:pt idx="451">
                  <c:v>235.5</c:v>
                </c:pt>
                <c:pt idx="452">
                  <c:v>236</c:v>
                </c:pt>
                <c:pt idx="453">
                  <c:v>236.5</c:v>
                </c:pt>
                <c:pt idx="454">
                  <c:v>237</c:v>
                </c:pt>
                <c:pt idx="455">
                  <c:v>237.5</c:v>
                </c:pt>
                <c:pt idx="456">
                  <c:v>238</c:v>
                </c:pt>
                <c:pt idx="457">
                  <c:v>238.5</c:v>
                </c:pt>
                <c:pt idx="458">
                  <c:v>239</c:v>
                </c:pt>
                <c:pt idx="459">
                  <c:v>239.5</c:v>
                </c:pt>
                <c:pt idx="460">
                  <c:v>240</c:v>
                </c:pt>
                <c:pt idx="461">
                  <c:v>240.5</c:v>
                </c:pt>
                <c:pt idx="462">
                  <c:v>241</c:v>
                </c:pt>
                <c:pt idx="463">
                  <c:v>241.5</c:v>
                </c:pt>
                <c:pt idx="464">
                  <c:v>242</c:v>
                </c:pt>
                <c:pt idx="465">
                  <c:v>242.5</c:v>
                </c:pt>
                <c:pt idx="466">
                  <c:v>243</c:v>
                </c:pt>
                <c:pt idx="467">
                  <c:v>243.5</c:v>
                </c:pt>
                <c:pt idx="468">
                  <c:v>244</c:v>
                </c:pt>
                <c:pt idx="469">
                  <c:v>244.5</c:v>
                </c:pt>
                <c:pt idx="470">
                  <c:v>245</c:v>
                </c:pt>
                <c:pt idx="471">
                  <c:v>245.5</c:v>
                </c:pt>
                <c:pt idx="472">
                  <c:v>246</c:v>
                </c:pt>
                <c:pt idx="473">
                  <c:v>246.5</c:v>
                </c:pt>
                <c:pt idx="474">
                  <c:v>247</c:v>
                </c:pt>
                <c:pt idx="475">
                  <c:v>247.5</c:v>
                </c:pt>
                <c:pt idx="476">
                  <c:v>248</c:v>
                </c:pt>
                <c:pt idx="477">
                  <c:v>248.5</c:v>
                </c:pt>
                <c:pt idx="478">
                  <c:v>249</c:v>
                </c:pt>
                <c:pt idx="479">
                  <c:v>249.5</c:v>
                </c:pt>
                <c:pt idx="480">
                  <c:v>250</c:v>
                </c:pt>
              </c:numCache>
            </c:numRef>
          </c:xVal>
          <c:yVal>
            <c:numRef>
              <c:f>'Chart Data'!$D$2:$D$482</c:f>
              <c:numCache>
                <c:formatCode>0</c:formatCode>
                <c:ptCount val="481"/>
                <c:pt idx="0">
                  <c:v>24</c:v>
                </c:pt>
                <c:pt idx="1">
                  <c:v>23.2576190476</c:v>
                </c:pt>
                <c:pt idx="2">
                  <c:v>22.4018181818</c:v>
                </c:pt>
                <c:pt idx="3">
                  <c:v>21.6213043478</c:v>
                </c:pt>
                <c:pt idx="4">
                  <c:v>20.9066666667</c:v>
                </c:pt>
                <c:pt idx="5">
                  <c:v>20.25</c:v>
                </c:pt>
                <c:pt idx="6">
                  <c:v>19.6446153846</c:v>
                </c:pt>
                <c:pt idx="7">
                  <c:v>19.0848148148</c:v>
                </c:pt>
                <c:pt idx="8">
                  <c:v>18.5657142857</c:v>
                </c:pt>
                <c:pt idx="9">
                  <c:v>18.0831034483</c:v>
                </c:pt>
                <c:pt idx="10">
                  <c:v>17.6333333333</c:v>
                </c:pt>
                <c:pt idx="11">
                  <c:v>17.2132258065</c:v>
                </c:pt>
                <c:pt idx="12">
                  <c:v>16.82</c:v>
                </c:pt>
                <c:pt idx="13">
                  <c:v>16.4512121212</c:v>
                </c:pt>
                <c:pt idx="14">
                  <c:v>16.1047058824</c:v>
                </c:pt>
                <c:pt idx="15">
                  <c:v>15.7785714286</c:v>
                </c:pt>
                <c:pt idx="16">
                  <c:v>15.4711111111</c:v>
                </c:pt>
                <c:pt idx="17">
                  <c:v>15.1808108108</c:v>
                </c:pt>
                <c:pt idx="18">
                  <c:v>14.9063157895</c:v>
                </c:pt>
                <c:pt idx="19">
                  <c:v>14.6464102564</c:v>
                </c:pt>
                <c:pt idx="20">
                  <c:v>14.4</c:v>
                </c:pt>
                <c:pt idx="21">
                  <c:v>14.166097561</c:v>
                </c:pt>
                <c:pt idx="22">
                  <c:v>13.9438095238</c:v>
                </c:pt>
                <c:pt idx="23">
                  <c:v>13.7323255814</c:v>
                </c:pt>
                <c:pt idx="24">
                  <c:v>13.5309090909</c:v>
                </c:pt>
                <c:pt idx="25">
                  <c:v>13.3388888889</c:v>
                </c:pt>
                <c:pt idx="26">
                  <c:v>13.1556521739</c:v>
                </c:pt>
                <c:pt idx="27">
                  <c:v>12.9806382979</c:v>
                </c:pt>
                <c:pt idx="28">
                  <c:v>12.8133333333</c:v>
                </c:pt>
                <c:pt idx="29">
                  <c:v>12.6532653061</c:v>
                </c:pt>
                <c:pt idx="30">
                  <c:v>12.5</c:v>
                </c:pt>
                <c:pt idx="31">
                  <c:v>12.3531372549</c:v>
                </c:pt>
                <c:pt idx="32">
                  <c:v>12.2123076923</c:v>
                </c:pt>
                <c:pt idx="33">
                  <c:v>12.0771698113</c:v>
                </c:pt>
                <c:pt idx="34">
                  <c:v>11.9474074074</c:v>
                </c:pt>
                <c:pt idx="35">
                  <c:v>11.8227272727</c:v>
                </c:pt>
                <c:pt idx="36">
                  <c:v>11.7028571429</c:v>
                </c:pt>
                <c:pt idx="37">
                  <c:v>11.5875438596</c:v>
                </c:pt>
                <c:pt idx="38">
                  <c:v>11.4765517241</c:v>
                </c:pt>
                <c:pt idx="39">
                  <c:v>11.3696610169</c:v>
                </c:pt>
                <c:pt idx="40">
                  <c:v>11.2666666667</c:v>
                </c:pt>
                <c:pt idx="41">
                  <c:v>11.1673770492</c:v>
                </c:pt>
                <c:pt idx="42">
                  <c:v>11.0716129032</c:v>
                </c:pt>
                <c:pt idx="43">
                  <c:v>10.9792063492</c:v>
                </c:pt>
                <c:pt idx="44">
                  <c:v>10.89</c:v>
                </c:pt>
                <c:pt idx="45">
                  <c:v>10.8038461538</c:v>
                </c:pt>
                <c:pt idx="46">
                  <c:v>10.7206060606</c:v>
                </c:pt>
                <c:pt idx="47">
                  <c:v>10.6401492537</c:v>
                </c:pt>
                <c:pt idx="48">
                  <c:v>10.5623529412</c:v>
                </c:pt>
                <c:pt idx="49">
                  <c:v>10.4871014493</c:v>
                </c:pt>
                <c:pt idx="50">
                  <c:v>10.4142857143</c:v>
                </c:pt>
                <c:pt idx="51">
                  <c:v>10.3438028169</c:v>
                </c:pt>
                <c:pt idx="52">
                  <c:v>10.2755555556</c:v>
                </c:pt>
                <c:pt idx="53">
                  <c:v>10.2094520548</c:v>
                </c:pt>
                <c:pt idx="54">
                  <c:v>10.1454054054</c:v>
                </c:pt>
                <c:pt idx="55">
                  <c:v>10.0833333333</c:v>
                </c:pt>
                <c:pt idx="56">
                  <c:v>10.0231578947</c:v>
                </c:pt>
                <c:pt idx="57">
                  <c:v>9.96480519481</c:v>
                </c:pt>
                <c:pt idx="58">
                  <c:v>9.90820512821</c:v>
                </c:pt>
                <c:pt idx="59">
                  <c:v>9.85329113924</c:v>
                </c:pt>
                <c:pt idx="60">
                  <c:v>9.8</c:v>
                </c:pt>
                <c:pt idx="61">
                  <c:v>9.74827160494</c:v>
                </c:pt>
                <c:pt idx="62">
                  <c:v>9.69804878049</c:v>
                </c:pt>
                <c:pt idx="63">
                  <c:v>9.64927710843</c:v>
                </c:pt>
                <c:pt idx="64">
                  <c:v>9.6019047619</c:v>
                </c:pt>
                <c:pt idx="65">
                  <c:v>9.55588235294</c:v>
                </c:pt>
                <c:pt idx="66">
                  <c:v>9.5111627907</c:v>
                </c:pt>
                <c:pt idx="67">
                  <c:v>9.46770114943</c:v>
                </c:pt>
                <c:pt idx="68">
                  <c:v>9.42545454545</c:v>
                </c:pt>
                <c:pt idx="69">
                  <c:v>9.38438202247</c:v>
                </c:pt>
                <c:pt idx="70">
                  <c:v>9.34444444444</c:v>
                </c:pt>
                <c:pt idx="71">
                  <c:v>9.3056043956</c:v>
                </c:pt>
                <c:pt idx="72">
                  <c:v>9.26782608696</c:v>
                </c:pt>
                <c:pt idx="73">
                  <c:v>9.23107526882</c:v>
                </c:pt>
                <c:pt idx="74">
                  <c:v>9.19531914894</c:v>
                </c:pt>
                <c:pt idx="75">
                  <c:v>9.16052631579</c:v>
                </c:pt>
                <c:pt idx="76">
                  <c:v>9.12666666667</c:v>
                </c:pt>
                <c:pt idx="77">
                  <c:v>9.09371134021</c:v>
                </c:pt>
                <c:pt idx="78">
                  <c:v>9.06163265306</c:v>
                </c:pt>
                <c:pt idx="79">
                  <c:v>9.0304040404</c:v>
                </c:pt>
                <c:pt idx="80">
                  <c:v>9</c:v>
                </c:pt>
                <c:pt idx="81">
                  <c:v>8.9703960396</c:v>
                </c:pt>
                <c:pt idx="82">
                  <c:v>8.94156862745</c:v>
                </c:pt>
                <c:pt idx="83">
                  <c:v>8.91349514563</c:v>
                </c:pt>
                <c:pt idx="84">
                  <c:v>8.88615384615</c:v>
                </c:pt>
                <c:pt idx="85">
                  <c:v>8.85952380952</c:v>
                </c:pt>
                <c:pt idx="86">
                  <c:v>8.83358490566</c:v>
                </c:pt>
                <c:pt idx="87">
                  <c:v>8.80831775701</c:v>
                </c:pt>
                <c:pt idx="88">
                  <c:v>8.7837037037</c:v>
                </c:pt>
                <c:pt idx="89">
                  <c:v>8.75972477064</c:v>
                </c:pt>
                <c:pt idx="90">
                  <c:v>8.73636363636</c:v>
                </c:pt>
                <c:pt idx="91">
                  <c:v>8.7136036036</c:v>
                </c:pt>
                <c:pt idx="92">
                  <c:v>8.69142857143</c:v>
                </c:pt>
                <c:pt idx="93">
                  <c:v>8.66982300885</c:v>
                </c:pt>
                <c:pt idx="94">
                  <c:v>8.64877192982</c:v>
                </c:pt>
                <c:pt idx="95">
                  <c:v>8.62826086957</c:v>
                </c:pt>
                <c:pt idx="96">
                  <c:v>8.60827586207</c:v>
                </c:pt>
                <c:pt idx="97">
                  <c:v>8.5888034188</c:v>
                </c:pt>
                <c:pt idx="98">
                  <c:v>8.56983050847</c:v>
                </c:pt>
                <c:pt idx="99">
                  <c:v>8.55134453782</c:v>
                </c:pt>
                <c:pt idx="100">
                  <c:v>8.53333333333</c:v>
                </c:pt>
                <c:pt idx="101">
                  <c:v>8.51578512397</c:v>
                </c:pt>
                <c:pt idx="102">
                  <c:v>8.49868852459</c:v>
                </c:pt>
                <c:pt idx="103">
                  <c:v>8.48203252033</c:v>
                </c:pt>
                <c:pt idx="104">
                  <c:v>8.46580645161</c:v>
                </c:pt>
                <c:pt idx="105">
                  <c:v>8.45</c:v>
                </c:pt>
                <c:pt idx="106">
                  <c:v>8.4346031746</c:v>
                </c:pt>
                <c:pt idx="107">
                  <c:v>8.41960629921</c:v>
                </c:pt>
                <c:pt idx="108">
                  <c:v>8.405</c:v>
                </c:pt>
                <c:pt idx="109">
                  <c:v>8.3907751938</c:v>
                </c:pt>
                <c:pt idx="110">
                  <c:v>8.37692307692</c:v>
                </c:pt>
                <c:pt idx="111">
                  <c:v>8.3634351145</c:v>
                </c:pt>
                <c:pt idx="112">
                  <c:v>8.3503030303</c:v>
                </c:pt>
                <c:pt idx="113">
                  <c:v>8.33751879699</c:v>
                </c:pt>
                <c:pt idx="114">
                  <c:v>8.32507462687</c:v>
                </c:pt>
                <c:pt idx="115">
                  <c:v>8.31296296296</c:v>
                </c:pt>
                <c:pt idx="116">
                  <c:v>8.30117647059</c:v>
                </c:pt>
                <c:pt idx="117">
                  <c:v>8.2897080292</c:v>
                </c:pt>
                <c:pt idx="118">
                  <c:v>8.27855072464</c:v>
                </c:pt>
                <c:pt idx="119">
                  <c:v>8.26769784173</c:v>
                </c:pt>
                <c:pt idx="120">
                  <c:v>8.25714285714</c:v>
                </c:pt>
                <c:pt idx="121">
                  <c:v>8.24687943262</c:v>
                </c:pt>
                <c:pt idx="122">
                  <c:v>8.23690140845</c:v>
                </c:pt>
                <c:pt idx="123">
                  <c:v>8.2272027972</c:v>
                </c:pt>
                <c:pt idx="124">
                  <c:v>8.21777777778</c:v>
                </c:pt>
                <c:pt idx="125">
                  <c:v>8.20862068966</c:v>
                </c:pt>
                <c:pt idx="126">
                  <c:v>8.1997260274</c:v>
                </c:pt>
                <c:pt idx="127">
                  <c:v>8.19108843537</c:v>
                </c:pt>
                <c:pt idx="128">
                  <c:v>8.1827027027</c:v>
                </c:pt>
                <c:pt idx="129">
                  <c:v>8.17456375839</c:v>
                </c:pt>
                <c:pt idx="130">
                  <c:v>8.16666666667</c:v>
                </c:pt>
                <c:pt idx="131">
                  <c:v>8.15900662252</c:v>
                </c:pt>
                <c:pt idx="132">
                  <c:v>8.15157894737</c:v>
                </c:pt>
                <c:pt idx="133">
                  <c:v>8.14437908497</c:v>
                </c:pt>
                <c:pt idx="134">
                  <c:v>8.1374025974</c:v>
                </c:pt>
                <c:pt idx="135">
                  <c:v>8.13064516129</c:v>
                </c:pt>
                <c:pt idx="136">
                  <c:v>8.1241025641</c:v>
                </c:pt>
                <c:pt idx="137">
                  <c:v>8.11777070064</c:v>
                </c:pt>
                <c:pt idx="138">
                  <c:v>8.11164556962</c:v>
                </c:pt>
                <c:pt idx="139">
                  <c:v>8.10572327044</c:v>
                </c:pt>
                <c:pt idx="140">
                  <c:v>8.1</c:v>
                </c:pt>
                <c:pt idx="141">
                  <c:v>8.09447204969</c:v>
                </c:pt>
                <c:pt idx="142">
                  <c:v>8.08913580247</c:v>
                </c:pt>
                <c:pt idx="143">
                  <c:v>8.08398773006</c:v>
                </c:pt>
                <c:pt idx="144">
                  <c:v>8.07902439024</c:v>
                </c:pt>
                <c:pt idx="145">
                  <c:v>8.07424242424</c:v>
                </c:pt>
                <c:pt idx="146">
                  <c:v>8.06963855422</c:v>
                </c:pt>
                <c:pt idx="147">
                  <c:v>8.06520958084</c:v>
                </c:pt>
                <c:pt idx="148">
                  <c:v>8.06095238095</c:v>
                </c:pt>
                <c:pt idx="149">
                  <c:v>8.05686390533</c:v>
                </c:pt>
                <c:pt idx="150">
                  <c:v>8.05294117647</c:v>
                </c:pt>
                <c:pt idx="151">
                  <c:v>8.04918128655</c:v>
                </c:pt>
                <c:pt idx="152">
                  <c:v>8.04558139535</c:v>
                </c:pt>
                <c:pt idx="153">
                  <c:v>8.04213872832</c:v>
                </c:pt>
                <c:pt idx="154">
                  <c:v>8.03885057471</c:v>
                </c:pt>
                <c:pt idx="155">
                  <c:v>8.03571428571</c:v>
                </c:pt>
                <c:pt idx="156">
                  <c:v>8.03272727273</c:v>
                </c:pt>
                <c:pt idx="157">
                  <c:v>8.02988700565</c:v>
                </c:pt>
                <c:pt idx="158">
                  <c:v>8.02719101124</c:v>
                </c:pt>
                <c:pt idx="159">
                  <c:v>8.02463687151</c:v>
                </c:pt>
                <c:pt idx="160">
                  <c:v>8.02222222222</c:v>
                </c:pt>
                <c:pt idx="161">
                  <c:v>8.01994475138</c:v>
                </c:pt>
                <c:pt idx="162">
                  <c:v>8.0178021978</c:v>
                </c:pt>
                <c:pt idx="163">
                  <c:v>8.01579234973</c:v>
                </c:pt>
                <c:pt idx="164">
                  <c:v>8.01391304348</c:v>
                </c:pt>
                <c:pt idx="165">
                  <c:v>8.01216216216</c:v>
                </c:pt>
                <c:pt idx="166">
                  <c:v>8.01053763441</c:v>
                </c:pt>
                <c:pt idx="167">
                  <c:v>8.00903743316</c:v>
                </c:pt>
                <c:pt idx="168">
                  <c:v>8.00765957447</c:v>
                </c:pt>
                <c:pt idx="169">
                  <c:v>8.0064021164</c:v>
                </c:pt>
                <c:pt idx="170">
                  <c:v>8.00526315789</c:v>
                </c:pt>
                <c:pt idx="171">
                  <c:v>8.0042408377</c:v>
                </c:pt>
                <c:pt idx="172">
                  <c:v>8.00333333333</c:v>
                </c:pt>
                <c:pt idx="173">
                  <c:v>8.0025388601</c:v>
                </c:pt>
                <c:pt idx="174">
                  <c:v>8.0018556701</c:v>
                </c:pt>
                <c:pt idx="175">
                  <c:v>8.00128205128</c:v>
                </c:pt>
                <c:pt idx="176">
                  <c:v>8.00081632653</c:v>
                </c:pt>
                <c:pt idx="177">
                  <c:v>8.00045685279</c:v>
                </c:pt>
                <c:pt idx="178">
                  <c:v>8.0002020202</c:v>
                </c:pt>
                <c:pt idx="179">
                  <c:v>8.00005025126</c:v>
                </c:pt>
                <c:pt idx="180">
                  <c:v>8</c:v>
                </c:pt>
                <c:pt idx="181">
                  <c:v>8.00004975124</c:v>
                </c:pt>
                <c:pt idx="182">
                  <c:v>8.0001980198</c:v>
                </c:pt>
                <c:pt idx="183">
                  <c:v>8.00044334975</c:v>
                </c:pt>
                <c:pt idx="184">
                  <c:v>8.00078431373</c:v>
                </c:pt>
                <c:pt idx="185">
                  <c:v>8.0012195122</c:v>
                </c:pt>
                <c:pt idx="186">
                  <c:v>8.00174757282</c:v>
                </c:pt>
                <c:pt idx="187">
                  <c:v>8.00236714976</c:v>
                </c:pt>
                <c:pt idx="188">
                  <c:v>8.00307692308</c:v>
                </c:pt>
                <c:pt idx="189">
                  <c:v>8.00387559809</c:v>
                </c:pt>
                <c:pt idx="190">
                  <c:v>8.00476190476</c:v>
                </c:pt>
                <c:pt idx="191">
                  <c:v>8.00573459716</c:v>
                </c:pt>
                <c:pt idx="192">
                  <c:v>8.00679245283</c:v>
                </c:pt>
                <c:pt idx="193">
                  <c:v>8.0079342723</c:v>
                </c:pt>
                <c:pt idx="194">
                  <c:v>8.0091588785</c:v>
                </c:pt>
                <c:pt idx="195">
                  <c:v>8.01046511628</c:v>
                </c:pt>
                <c:pt idx="196">
                  <c:v>8.01185185185</c:v>
                </c:pt>
                <c:pt idx="197">
                  <c:v>8.01331797235</c:v>
                </c:pt>
                <c:pt idx="198">
                  <c:v>8.01486238532</c:v>
                </c:pt>
                <c:pt idx="199">
                  <c:v>8.01648401826</c:v>
                </c:pt>
                <c:pt idx="200">
                  <c:v>8.01818181818</c:v>
                </c:pt>
                <c:pt idx="201">
                  <c:v>8.01995475113</c:v>
                </c:pt>
                <c:pt idx="202">
                  <c:v>8.0218018018</c:v>
                </c:pt>
                <c:pt idx="203">
                  <c:v>8.02372197309</c:v>
                </c:pt>
                <c:pt idx="204">
                  <c:v>8.02571428571</c:v>
                </c:pt>
                <c:pt idx="205">
                  <c:v>8.02777777778</c:v>
                </c:pt>
                <c:pt idx="206">
                  <c:v>8.02991150442</c:v>
                </c:pt>
                <c:pt idx="207">
                  <c:v>8.03211453744</c:v>
                </c:pt>
                <c:pt idx="208">
                  <c:v>8.03438596491</c:v>
                </c:pt>
                <c:pt idx="209">
                  <c:v>8.03672489083</c:v>
                </c:pt>
                <c:pt idx="210">
                  <c:v>8.03913043478</c:v>
                </c:pt>
                <c:pt idx="211">
                  <c:v>8.0416017316</c:v>
                </c:pt>
                <c:pt idx="212">
                  <c:v>8.04413793103</c:v>
                </c:pt>
                <c:pt idx="213">
                  <c:v>8.04673819742</c:v>
                </c:pt>
                <c:pt idx="214">
                  <c:v>8.0494017094</c:v>
                </c:pt>
                <c:pt idx="215">
                  <c:v>8.05212765957</c:v>
                </c:pt>
                <c:pt idx="216">
                  <c:v>8.05491525424</c:v>
                </c:pt>
                <c:pt idx="217">
                  <c:v>8.05776371308</c:v>
                </c:pt>
                <c:pt idx="218">
                  <c:v>8.06067226891</c:v>
                </c:pt>
                <c:pt idx="219">
                  <c:v>8.06364016736</c:v>
                </c:pt>
                <c:pt idx="220">
                  <c:v>8.06666666667</c:v>
                </c:pt>
                <c:pt idx="221">
                  <c:v>8.06975103734</c:v>
                </c:pt>
                <c:pt idx="222">
                  <c:v>8.07289256198</c:v>
                </c:pt>
                <c:pt idx="223">
                  <c:v>8.07609053498</c:v>
                </c:pt>
                <c:pt idx="224">
                  <c:v>8.0793442623</c:v>
                </c:pt>
                <c:pt idx="225">
                  <c:v>8.08265306122</c:v>
                </c:pt>
                <c:pt idx="226">
                  <c:v>8.08601626016</c:v>
                </c:pt>
                <c:pt idx="227">
                  <c:v>8.08943319838</c:v>
                </c:pt>
                <c:pt idx="228">
                  <c:v>8.09290322581</c:v>
                </c:pt>
                <c:pt idx="229">
                  <c:v>8.09642570281</c:v>
                </c:pt>
                <c:pt idx="230">
                  <c:v>8.1</c:v>
                </c:pt>
                <c:pt idx="231">
                  <c:v>8.10362549801</c:v>
                </c:pt>
                <c:pt idx="232">
                  <c:v>8.1073015873</c:v>
                </c:pt>
                <c:pt idx="233">
                  <c:v>8.11102766798</c:v>
                </c:pt>
                <c:pt idx="234">
                  <c:v>8.11480314961</c:v>
                </c:pt>
                <c:pt idx="235">
                  <c:v>8.11862745098</c:v>
                </c:pt>
                <c:pt idx="236">
                  <c:v>8.1225</c:v>
                </c:pt>
                <c:pt idx="237">
                  <c:v>8.12642023346</c:v>
                </c:pt>
                <c:pt idx="238">
                  <c:v>8.1303875969</c:v>
                </c:pt>
                <c:pt idx="239">
                  <c:v>8.1344015444</c:v>
                </c:pt>
                <c:pt idx="240">
                  <c:v>8.13846153846</c:v>
                </c:pt>
                <c:pt idx="241">
                  <c:v>8.14256704981</c:v>
                </c:pt>
                <c:pt idx="242">
                  <c:v>8.14671755725</c:v>
                </c:pt>
                <c:pt idx="243">
                  <c:v>8.15091254753</c:v>
                </c:pt>
                <c:pt idx="244">
                  <c:v>8.15515151515</c:v>
                </c:pt>
                <c:pt idx="245">
                  <c:v>8.15943396226</c:v>
                </c:pt>
                <c:pt idx="246">
                  <c:v>8.1637593985</c:v>
                </c:pt>
                <c:pt idx="247">
                  <c:v>8.16812734082</c:v>
                </c:pt>
                <c:pt idx="248">
                  <c:v>8.17253731343</c:v>
                </c:pt>
                <c:pt idx="249">
                  <c:v>8.17698884758</c:v>
                </c:pt>
                <c:pt idx="250">
                  <c:v>8.18148148148</c:v>
                </c:pt>
                <c:pt idx="251">
                  <c:v>8.18601476015</c:v>
                </c:pt>
                <c:pt idx="252">
                  <c:v>8.19058823529</c:v>
                </c:pt>
                <c:pt idx="253">
                  <c:v>8.1952014652</c:v>
                </c:pt>
                <c:pt idx="254">
                  <c:v>8.1998540146</c:v>
                </c:pt>
                <c:pt idx="255">
                  <c:v>8.20454545455</c:v>
                </c:pt>
                <c:pt idx="256">
                  <c:v>8.20927536232</c:v>
                </c:pt>
                <c:pt idx="257">
                  <c:v>8.2140433213</c:v>
                </c:pt>
                <c:pt idx="258">
                  <c:v>8.21884892086</c:v>
                </c:pt>
                <c:pt idx="259">
                  <c:v>8.22369175627</c:v>
                </c:pt>
                <c:pt idx="260">
                  <c:v>8.22857142857</c:v>
                </c:pt>
                <c:pt idx="261">
                  <c:v>8.23348754448</c:v>
                </c:pt>
                <c:pt idx="262">
                  <c:v>8.23843971631</c:v>
                </c:pt>
                <c:pt idx="263">
                  <c:v>8.24342756184</c:v>
                </c:pt>
                <c:pt idx="264">
                  <c:v>8.24845070423</c:v>
                </c:pt>
                <c:pt idx="265">
                  <c:v>8.25350877193</c:v>
                </c:pt>
                <c:pt idx="266">
                  <c:v>8.2586013986</c:v>
                </c:pt>
                <c:pt idx="267">
                  <c:v>8.263728223</c:v>
                </c:pt>
                <c:pt idx="268">
                  <c:v>8.26888888889</c:v>
                </c:pt>
                <c:pt idx="269">
                  <c:v>8.27408304498</c:v>
                </c:pt>
                <c:pt idx="270">
                  <c:v>8.27931034483</c:v>
                </c:pt>
                <c:pt idx="271">
                  <c:v>8.28457044674</c:v>
                </c:pt>
                <c:pt idx="272">
                  <c:v>8.2898630137</c:v>
                </c:pt>
                <c:pt idx="273">
                  <c:v>8.29518771331</c:v>
                </c:pt>
                <c:pt idx="274">
                  <c:v>8.30054421769</c:v>
                </c:pt>
                <c:pt idx="275">
                  <c:v>8.30593220339</c:v>
                </c:pt>
                <c:pt idx="276">
                  <c:v>8.31135135135</c:v>
                </c:pt>
                <c:pt idx="277">
                  <c:v>8.3168013468</c:v>
                </c:pt>
                <c:pt idx="278">
                  <c:v>8.32228187919</c:v>
                </c:pt>
                <c:pt idx="279">
                  <c:v>8.32779264214</c:v>
                </c:pt>
                <c:pt idx="280">
                  <c:v>8.33333333333</c:v>
                </c:pt>
                <c:pt idx="281">
                  <c:v>8.33890365449</c:v>
                </c:pt>
                <c:pt idx="282">
                  <c:v>8.34450331126</c:v>
                </c:pt>
                <c:pt idx="283">
                  <c:v>8.3501320132</c:v>
                </c:pt>
                <c:pt idx="284">
                  <c:v>8.35578947368</c:v>
                </c:pt>
                <c:pt idx="285">
                  <c:v>8.36147540984</c:v>
                </c:pt>
                <c:pt idx="286">
                  <c:v>8.36718954248</c:v>
                </c:pt>
                <c:pt idx="287">
                  <c:v>8.37293159609</c:v>
                </c:pt>
                <c:pt idx="288">
                  <c:v>8.3787012987</c:v>
                </c:pt>
                <c:pt idx="289">
                  <c:v>8.38449838188</c:v>
                </c:pt>
                <c:pt idx="290">
                  <c:v>8.39032258065</c:v>
                </c:pt>
                <c:pt idx="291">
                  <c:v>8.39617363344</c:v>
                </c:pt>
                <c:pt idx="292">
                  <c:v>8.40205128205</c:v>
                </c:pt>
                <c:pt idx="293">
                  <c:v>8.40795527157</c:v>
                </c:pt>
                <c:pt idx="294">
                  <c:v>8.41388535032</c:v>
                </c:pt>
                <c:pt idx="295">
                  <c:v>8.41984126984</c:v>
                </c:pt>
                <c:pt idx="296">
                  <c:v>8.42582278481</c:v>
                </c:pt>
                <c:pt idx="297">
                  <c:v>8.431829653</c:v>
                </c:pt>
                <c:pt idx="298">
                  <c:v>8.43786163522</c:v>
                </c:pt>
                <c:pt idx="299">
                  <c:v>8.4439184953</c:v>
                </c:pt>
                <c:pt idx="300">
                  <c:v>8.45</c:v>
                </c:pt>
                <c:pt idx="301">
                  <c:v>8.456105919</c:v>
                </c:pt>
                <c:pt idx="302">
                  <c:v>8.46223602484</c:v>
                </c:pt>
                <c:pt idx="303">
                  <c:v>8.46839009288</c:v>
                </c:pt>
                <c:pt idx="304">
                  <c:v>8.47456790123</c:v>
                </c:pt>
                <c:pt idx="305">
                  <c:v>8.48076923077</c:v>
                </c:pt>
                <c:pt idx="306">
                  <c:v>8.48699386503</c:v>
                </c:pt>
                <c:pt idx="307">
                  <c:v>8.49324159021</c:v>
                </c:pt>
                <c:pt idx="308">
                  <c:v>8.49951219512</c:v>
                </c:pt>
                <c:pt idx="309">
                  <c:v>8.50580547112</c:v>
                </c:pt>
                <c:pt idx="310">
                  <c:v>8.51212121212</c:v>
                </c:pt>
                <c:pt idx="311">
                  <c:v>8.5184592145</c:v>
                </c:pt>
                <c:pt idx="312">
                  <c:v>8.52481927711</c:v>
                </c:pt>
                <c:pt idx="313">
                  <c:v>8.5312012012</c:v>
                </c:pt>
                <c:pt idx="314">
                  <c:v>8.53760479042</c:v>
                </c:pt>
                <c:pt idx="315">
                  <c:v>8.54402985075</c:v>
                </c:pt>
                <c:pt idx="316">
                  <c:v>8.55047619048</c:v>
                </c:pt>
                <c:pt idx="317">
                  <c:v>8.55694362018</c:v>
                </c:pt>
                <c:pt idx="318">
                  <c:v>8.56343195266</c:v>
                </c:pt>
                <c:pt idx="319">
                  <c:v>8.56994100295</c:v>
                </c:pt>
                <c:pt idx="320">
                  <c:v>8.57647058824</c:v>
                </c:pt>
                <c:pt idx="321">
                  <c:v>8.58302052786</c:v>
                </c:pt>
                <c:pt idx="322">
                  <c:v>8.58959064327</c:v>
                </c:pt>
                <c:pt idx="323">
                  <c:v>8.59618075802</c:v>
                </c:pt>
                <c:pt idx="324">
                  <c:v>8.60279069767</c:v>
                </c:pt>
                <c:pt idx="325">
                  <c:v>8.60942028986</c:v>
                </c:pt>
                <c:pt idx="326">
                  <c:v>8.61606936416</c:v>
                </c:pt>
                <c:pt idx="327">
                  <c:v>8.62273775216</c:v>
                </c:pt>
                <c:pt idx="328">
                  <c:v>8.62942528736</c:v>
                </c:pt>
                <c:pt idx="329">
                  <c:v>8.63613180516</c:v>
                </c:pt>
                <c:pt idx="330">
                  <c:v>8.64285714286</c:v>
                </c:pt>
                <c:pt idx="331">
                  <c:v>8.6496011396</c:v>
                </c:pt>
                <c:pt idx="332">
                  <c:v>8.65636363636</c:v>
                </c:pt>
                <c:pt idx="333">
                  <c:v>8.66314447592</c:v>
                </c:pt>
                <c:pt idx="334">
                  <c:v>8.66994350282</c:v>
                </c:pt>
                <c:pt idx="335">
                  <c:v>8.67676056338</c:v>
                </c:pt>
                <c:pt idx="336">
                  <c:v>8.68359550562</c:v>
                </c:pt>
                <c:pt idx="337">
                  <c:v>8.69044817927</c:v>
                </c:pt>
                <c:pt idx="338">
                  <c:v>8.69731843575</c:v>
                </c:pt>
                <c:pt idx="339">
                  <c:v>8.70420612813</c:v>
                </c:pt>
                <c:pt idx="340">
                  <c:v>8.71111111111</c:v>
                </c:pt>
                <c:pt idx="341">
                  <c:v>8.718033241</c:v>
                </c:pt>
                <c:pt idx="342">
                  <c:v>8.72497237569</c:v>
                </c:pt>
                <c:pt idx="343">
                  <c:v>8.73192837466</c:v>
                </c:pt>
                <c:pt idx="344">
                  <c:v>8.7389010989</c:v>
                </c:pt>
                <c:pt idx="345">
                  <c:v>8.74589041096</c:v>
                </c:pt>
                <c:pt idx="346">
                  <c:v>8.75289617486</c:v>
                </c:pt>
                <c:pt idx="347">
                  <c:v>8.75991825613</c:v>
                </c:pt>
                <c:pt idx="348">
                  <c:v>8.76695652174</c:v>
                </c:pt>
                <c:pt idx="349">
                  <c:v>8.77401084011</c:v>
                </c:pt>
                <c:pt idx="350">
                  <c:v>8.78108108108</c:v>
                </c:pt>
                <c:pt idx="351">
                  <c:v>8.7881671159</c:v>
                </c:pt>
                <c:pt idx="352">
                  <c:v>8.7952688172</c:v>
                </c:pt>
                <c:pt idx="353">
                  <c:v>8.80238605898</c:v>
                </c:pt>
                <c:pt idx="354">
                  <c:v>8.80951871658</c:v>
                </c:pt>
                <c:pt idx="355">
                  <c:v>8.81666666667</c:v>
                </c:pt>
                <c:pt idx="356">
                  <c:v>8.82382978723</c:v>
                </c:pt>
                <c:pt idx="357">
                  <c:v>8.83100795756</c:v>
                </c:pt>
                <c:pt idx="358">
                  <c:v>8.8382010582</c:v>
                </c:pt>
                <c:pt idx="359">
                  <c:v>8.84540897098</c:v>
                </c:pt>
                <c:pt idx="360">
                  <c:v>8.85263157895</c:v>
                </c:pt>
                <c:pt idx="361">
                  <c:v>8.8598687664</c:v>
                </c:pt>
                <c:pt idx="362">
                  <c:v>8.86712041885</c:v>
                </c:pt>
                <c:pt idx="363">
                  <c:v>8.87438642298</c:v>
                </c:pt>
                <c:pt idx="364">
                  <c:v>8.88166666667</c:v>
                </c:pt>
                <c:pt idx="365">
                  <c:v>8.88896103896</c:v>
                </c:pt>
                <c:pt idx="366">
                  <c:v>8.89626943005</c:v>
                </c:pt>
                <c:pt idx="367">
                  <c:v>8.90359173127</c:v>
                </c:pt>
                <c:pt idx="368">
                  <c:v>8.91092783505</c:v>
                </c:pt>
                <c:pt idx="369">
                  <c:v>8.91827763496</c:v>
                </c:pt>
                <c:pt idx="370">
                  <c:v>8.92564102564</c:v>
                </c:pt>
                <c:pt idx="371">
                  <c:v>8.93301790281</c:v>
                </c:pt>
                <c:pt idx="372">
                  <c:v>8.94040816327</c:v>
                </c:pt>
                <c:pt idx="373">
                  <c:v>8.94781170483</c:v>
                </c:pt>
                <c:pt idx="374">
                  <c:v>8.9552284264</c:v>
                </c:pt>
                <c:pt idx="375">
                  <c:v>8.96265822785</c:v>
                </c:pt>
                <c:pt idx="376">
                  <c:v>8.9701010101</c:v>
                </c:pt>
                <c:pt idx="377">
                  <c:v>8.97755667506</c:v>
                </c:pt>
                <c:pt idx="378">
                  <c:v>8.98502512563</c:v>
                </c:pt>
                <c:pt idx="379">
                  <c:v>8.99250626566</c:v>
                </c:pt>
                <c:pt idx="380">
                  <c:v>9</c:v>
                </c:pt>
                <c:pt idx="381">
                  <c:v>9.00750623441</c:v>
                </c:pt>
                <c:pt idx="382">
                  <c:v>9.01502487562</c:v>
                </c:pt>
                <c:pt idx="383">
                  <c:v>9.02255583127</c:v>
                </c:pt>
                <c:pt idx="384">
                  <c:v>9.0300990099</c:v>
                </c:pt>
                <c:pt idx="385">
                  <c:v>9.03765432099</c:v>
                </c:pt>
                <c:pt idx="386">
                  <c:v>9.04522167488</c:v>
                </c:pt>
                <c:pt idx="387">
                  <c:v>9.0528009828</c:v>
                </c:pt>
                <c:pt idx="388">
                  <c:v>9.06039215686</c:v>
                </c:pt>
                <c:pt idx="389">
                  <c:v>9.06799511002</c:v>
                </c:pt>
                <c:pt idx="390">
                  <c:v>9.0756097561</c:v>
                </c:pt>
                <c:pt idx="391">
                  <c:v>9.08323600973</c:v>
                </c:pt>
                <c:pt idx="392">
                  <c:v>9.09087378641</c:v>
                </c:pt>
                <c:pt idx="393">
                  <c:v>9.09852300242</c:v>
                </c:pt>
                <c:pt idx="394">
                  <c:v>9.10618357488</c:v>
                </c:pt>
                <c:pt idx="395">
                  <c:v>9.11385542169</c:v>
                </c:pt>
                <c:pt idx="396">
                  <c:v>9.12153846154</c:v>
                </c:pt>
                <c:pt idx="397">
                  <c:v>9.12923261391</c:v>
                </c:pt>
                <c:pt idx="398">
                  <c:v>9.13693779904</c:v>
                </c:pt>
                <c:pt idx="399">
                  <c:v>9.14465393795</c:v>
                </c:pt>
                <c:pt idx="400">
                  <c:v>9.15238095238</c:v>
                </c:pt>
                <c:pt idx="401">
                  <c:v>9.16011876485</c:v>
                </c:pt>
                <c:pt idx="402">
                  <c:v>9.16786729858</c:v>
                </c:pt>
                <c:pt idx="403">
                  <c:v>9.17562647754</c:v>
                </c:pt>
                <c:pt idx="404">
                  <c:v>9.18339622642</c:v>
                </c:pt>
                <c:pt idx="405">
                  <c:v>9.19117647059</c:v>
                </c:pt>
                <c:pt idx="406">
                  <c:v>9.19896713615</c:v>
                </c:pt>
                <c:pt idx="407">
                  <c:v>9.20676814988</c:v>
                </c:pt>
                <c:pt idx="408">
                  <c:v>9.21457943925</c:v>
                </c:pt>
                <c:pt idx="409">
                  <c:v>9.2224009324</c:v>
                </c:pt>
                <c:pt idx="410">
                  <c:v>9.23023255814</c:v>
                </c:pt>
                <c:pt idx="411">
                  <c:v>9.23807424594</c:v>
                </c:pt>
                <c:pt idx="412">
                  <c:v>9.24592592593</c:v>
                </c:pt>
                <c:pt idx="413">
                  <c:v>9.25378752887</c:v>
                </c:pt>
                <c:pt idx="414">
                  <c:v>9.26165898618</c:v>
                </c:pt>
                <c:pt idx="415">
                  <c:v>9.26954022989</c:v>
                </c:pt>
                <c:pt idx="416">
                  <c:v>9.27743119266</c:v>
                </c:pt>
                <c:pt idx="417">
                  <c:v>9.28533180778</c:v>
                </c:pt>
                <c:pt idx="418">
                  <c:v>9.29324200913</c:v>
                </c:pt>
                <c:pt idx="419">
                  <c:v>9.30116173121</c:v>
                </c:pt>
                <c:pt idx="420">
                  <c:v>9.30909090909</c:v>
                </c:pt>
                <c:pt idx="421">
                  <c:v>9.31702947846</c:v>
                </c:pt>
                <c:pt idx="422">
                  <c:v>9.32497737557</c:v>
                </c:pt>
                <c:pt idx="423">
                  <c:v>9.33293453725</c:v>
                </c:pt>
                <c:pt idx="424">
                  <c:v>9.3409009009</c:v>
                </c:pt>
                <c:pt idx="425">
                  <c:v>9.34887640449</c:v>
                </c:pt>
                <c:pt idx="426">
                  <c:v>9.35686098655</c:v>
                </c:pt>
                <c:pt idx="427">
                  <c:v>9.36485458613</c:v>
                </c:pt>
                <c:pt idx="428">
                  <c:v>9.37285714286</c:v>
                </c:pt>
                <c:pt idx="429">
                  <c:v>9.38086859688</c:v>
                </c:pt>
                <c:pt idx="430">
                  <c:v>9.38888888889</c:v>
                </c:pt>
                <c:pt idx="431">
                  <c:v>9.39691796009</c:v>
                </c:pt>
                <c:pt idx="432">
                  <c:v>9.40495575221</c:v>
                </c:pt>
                <c:pt idx="433">
                  <c:v>9.41300220751</c:v>
                </c:pt>
                <c:pt idx="434">
                  <c:v>9.42105726872</c:v>
                </c:pt>
                <c:pt idx="435">
                  <c:v>9.42912087912</c:v>
                </c:pt>
                <c:pt idx="436">
                  <c:v>9.43719298246</c:v>
                </c:pt>
                <c:pt idx="437">
                  <c:v>9.44527352298</c:v>
                </c:pt>
                <c:pt idx="438">
                  <c:v>9.45336244541</c:v>
                </c:pt>
                <c:pt idx="439">
                  <c:v>9.46145969499</c:v>
                </c:pt>
                <c:pt idx="440">
                  <c:v>9.46956521739</c:v>
                </c:pt>
                <c:pt idx="441">
                  <c:v>9.47767895879</c:v>
                </c:pt>
                <c:pt idx="442">
                  <c:v>9.4858008658</c:v>
                </c:pt>
                <c:pt idx="443">
                  <c:v>9.49393088553</c:v>
                </c:pt>
                <c:pt idx="444">
                  <c:v>9.50206896552</c:v>
                </c:pt>
                <c:pt idx="445">
                  <c:v>9.51021505376</c:v>
                </c:pt>
                <c:pt idx="446">
                  <c:v>9.51836909871</c:v>
                </c:pt>
                <c:pt idx="447">
                  <c:v>9.52653104925</c:v>
                </c:pt>
                <c:pt idx="448">
                  <c:v>9.5347008547</c:v>
                </c:pt>
                <c:pt idx="449">
                  <c:v>9.54287846482</c:v>
                </c:pt>
                <c:pt idx="450">
                  <c:v>9.55106382979</c:v>
                </c:pt>
                <c:pt idx="451">
                  <c:v>9.55925690021</c:v>
                </c:pt>
                <c:pt idx="452">
                  <c:v>9.56745762712</c:v>
                </c:pt>
                <c:pt idx="453">
                  <c:v>9.57566596195</c:v>
                </c:pt>
                <c:pt idx="454">
                  <c:v>9.58388185654</c:v>
                </c:pt>
                <c:pt idx="455">
                  <c:v>9.59210526316</c:v>
                </c:pt>
                <c:pt idx="456">
                  <c:v>9.60033613445</c:v>
                </c:pt>
                <c:pt idx="457">
                  <c:v>9.60857442348</c:v>
                </c:pt>
                <c:pt idx="458">
                  <c:v>9.61682008368</c:v>
                </c:pt>
                <c:pt idx="459">
                  <c:v>9.62507306889</c:v>
                </c:pt>
                <c:pt idx="460">
                  <c:v>9.63333333333</c:v>
                </c:pt>
                <c:pt idx="461">
                  <c:v>9.6416008316</c:v>
                </c:pt>
                <c:pt idx="462">
                  <c:v>9.64987551867</c:v>
                </c:pt>
                <c:pt idx="463">
                  <c:v>9.6581573499</c:v>
                </c:pt>
                <c:pt idx="464">
                  <c:v>9.66644628099</c:v>
                </c:pt>
                <c:pt idx="465">
                  <c:v>9.67474226804</c:v>
                </c:pt>
                <c:pt idx="466">
                  <c:v>9.68304526749</c:v>
                </c:pt>
                <c:pt idx="467">
                  <c:v>9.69135523614</c:v>
                </c:pt>
                <c:pt idx="468">
                  <c:v>9.69967213115</c:v>
                </c:pt>
                <c:pt idx="469">
                  <c:v>9.70799591002</c:v>
                </c:pt>
                <c:pt idx="470">
                  <c:v>9.71632653061</c:v>
                </c:pt>
                <c:pt idx="471">
                  <c:v>9.72466395112</c:v>
                </c:pt>
                <c:pt idx="472">
                  <c:v>9.73300813008</c:v>
                </c:pt>
                <c:pt idx="473">
                  <c:v>9.74135902637</c:v>
                </c:pt>
                <c:pt idx="474">
                  <c:v>9.74971659919</c:v>
                </c:pt>
                <c:pt idx="475">
                  <c:v>9.75808080808</c:v>
                </c:pt>
                <c:pt idx="476">
                  <c:v>9.7664516129</c:v>
                </c:pt>
                <c:pt idx="477">
                  <c:v>9.77482897384</c:v>
                </c:pt>
                <c:pt idx="478">
                  <c:v>9.78321285141</c:v>
                </c:pt>
                <c:pt idx="479">
                  <c:v>9.79160320641</c:v>
                </c:pt>
                <c:pt idx="480">
                  <c:v>9.8</c:v>
                </c:pt>
              </c:numCache>
            </c:numRef>
          </c:yVal>
        </c:ser>
        <c:ser>
          <c:idx val="2"/>
          <c:order val="2"/>
          <c:tx>
            <c:v>P = GO = MO</c:v>
          </c:tx>
          <c:spPr>
            <ns1:ln w="28575">
              <ns1:solidFill>
                <ns1:srgbClr val="17658A"/>
              </ns1:solidFill>
            </ns1:ln>
          </c:spPr>
          <c:marker>
            <c:symbol val="none"/>
          </c:marker>
          <c:xVal>
            <c:numRef>
              <c:f>'Chart Data'!$E$2:$E$3</c:f>
              <c:numCache>
                <c:formatCode>General</c:formatCode>
                <c:ptCount val="2"/>
                <c:pt idx="0">
                  <c:v>0</c:v>
                </c:pt>
                <c:pt idx="1">
                  <c:v>250</c:v>
                </c:pt>
              </c:numCache>
            </c:numRef>
          </c:xVal>
          <c:yVal>
            <c:numRef>
              <c:f>'Chart Data'!$F$2:$F$3</c:f>
              <c:numCache>
                <c:formatCode>0</c:formatCode>
                <c:ptCount val="2"/>
                <c:pt idx="0">
                  <c:v>12</c:v>
                </c:pt>
                <c:pt idx="1">
                  <c:v>12</c:v>
                </c:pt>
              </c:numCache>
            </c:numRef>
          </c:yVal>
        </c:ser>
        <c:ser>
          <c:idx val="3"/>
          <c:order val="3"/>
          <c:tx>
            <c:v>q gekozen</c:v>
          </c:tx>
          <c:spPr>
            <ns1:ln w="13335">
              <ns1:solidFill>
                <ns1:srgbClr val="445B6B"/>
              </ns1:solidFill>
            </ns1:ln>
          </c:spPr>
          <c:marker>
            <c:symbol val="none"/>
          </c:marker>
          <c:xVal>
            <c:numRef>
              <c:f>'Chart Data'!$G$2:$G$3</c:f>
              <c:numCache>
                <c:formatCode>General</c:formatCode>
                <c:ptCount val="2"/>
                <c:pt idx="0">
                  <c:v>200</c:v>
                </c:pt>
                <c:pt idx="1">
                  <c:v>200</c:v>
                </c:pt>
              </c:numCache>
            </c:numRef>
          </c:xVal>
          <c:yVal>
            <c:numRef>
              <c:f>'Chart Data'!$H$2:$H$3</c:f>
              <c:numCache>
                <c:formatCode>0</c:formatCode>
                <c:ptCount val="2"/>
                <c:pt idx="0">
                  <c:v>0</c:v>
                </c:pt>
                <c:pt idx="1">
                  <c:v>12</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MK, GTK (€ per kg)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50112"/>
        <c:majorUnit val="4"/>
      </c:valAx>
      <c:valAx>
        <c:axId val="48650112"/>
        <c:scaling>
          <c:orientation val="minMax"/>
          <c:max val="250"/>
          <c:min val="0"/>
        </c:scaling>
        <c:delete val="0"/>
        <c:axPos val="b"/>
        <c:title>
          <c:tx>
            <c:rich>
              <ns1:bodyPr/>
              <ns1:lstStyle/>
              <ns1:p>
                <ns1:r>
                  <ns1:rPr sz="1875">
                    <ns1:solidFill>
                      <ns1:srgbClr val="183247"/>
                    </ns1:solidFill>
                    <ns1:latin typeface="Arial"/>
                    <ns1:ea typeface="Arial"/>
                    <ns1:cs typeface="Arial"/>
                  </ns1:rPr>
                  <ns1:t>q (kg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725">
                <ns1:solidFill>
                  <ns1:srgbClr val="183247"/>
                </ns1:solidFill>
                <ns1:latin typeface="Arial"/>
                <ns1:ea typeface="Arial"/>
                <ns1:cs typeface="Arial"/>
              </ns1:defRPr>
            </ns1:pPr>
          </ns1:p>
        </c:txPr>
        <c:crossAx val="48672768"/>
        <c:majorUnit val="50"/>
      </c:valAx>
      <c:spPr>
        <ns1:noFill/>
      </c:spPr>
    </c:plotArea>
    <c:plotVisOnly val="1"/>
  </c:chart>
  <c:spPr>
    <ns1:no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9FB41CAA-2A51-4B6F-B27C-928F331E7290}"/>
              </a:ext>
            </a:extLst>
          </p:cNvPr>
          <p:cNvSpPr>
            <a:spLocks xmlns:a="http://schemas.openxmlformats.org/drawingml/2006/main" noGrp="1"/>
          </p:cNvSpPr>
          <p:nvPr/>
        </p:nvSpPr>
        <p:spPr>
          <a:xfrm xmlns:a="http://schemas.openxmlformats.org/drawingml/2006/main">
            <a:off x="571500" y="3619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§3.2.4 Gemengde opgaven: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prijsnemende onderneming</a:t>
            </a:r>
          </a:p>
        </p:txBody>
      </p:sp>
      <p:sp>
        <p:nvSpPr>
          <p:cNvPr id="2" name="">
            <a:extLst xmlns:a="http://schemas.openxmlformats.org/drawingml/2006/main">
              <a:ext uri="{FF2B5EF4-FFF2-40B4-BE49-F238E27FC236}">
                <a16:creationId xmlns:a16="http://schemas.microsoft.com/office/drawing/2014/main" id="{2FA9F682-694A-454B-A717-6230F1B9A334}"/>
              </a:ext>
            </a:extLst>
          </p:cNvPr>
          <p:cNvSpPr>
            <a:spLocks xmlns:a="http://schemas.openxmlformats.org/drawingml/2006/main" noGrp="1"/>
          </p:cNvSpPr>
          <p:nvPr/>
        </p:nvSpPr>
        <p:spPr>
          <a:xfrm xmlns:a="http://schemas.openxmlformats.org/drawingml/2006/main">
            <a:off x="571500" y="19335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5176798-36A6-42EA-A8AF-2485F067E201}"/>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Gemengde opgaven: de prijsnemende onderneming</a:t>
            </a:r>
          </a:p>
        </p:txBody>
      </p:sp>
      <p:sp>
        <p:nvSpPr>
          <p:cNvPr id="4" name="slide-number">
            <a:extLst xmlns:a="http://schemas.openxmlformats.org/drawingml/2006/main">
              <a:ext uri="{FF2B5EF4-FFF2-40B4-BE49-F238E27FC236}">
                <a16:creationId xmlns:a16="http://schemas.microsoft.com/office/drawing/2014/main" id="{BD19DC49-8779-488C-8182-DA8916A7C617}"/>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6B47FEA8-21AF-4862-A2FA-02DFE20849D3}"/>
              </a:ext>
            </a:extLst>
          </p:cNvPr>
          <p:cNvSpPr>
            <a:spLocks xmlns:a="http://schemas.openxmlformats.org/drawingml/2006/main" noGrp="1"/>
          </p:cNvSpPr>
          <p:nvPr/>
        </p:nvSpPr>
        <p:spPr>
          <a:xfrm xmlns:a="http://schemas.openxmlformats.org/drawingml/2006/main">
            <a:off x="571500" y="14859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B21A2A28-2A36-4D52-AF67-AA078012EE83}"/>
              </a:ext>
            </a:extLst>
          </p:cNvPr>
          <p:cNvSpPr>
            <a:spLocks xmlns:a="http://schemas.openxmlformats.org/drawingml/2006/main" noGrp="1"/>
          </p:cNvSpPr>
          <p:nvPr/>
        </p:nvSpPr>
        <p:spPr>
          <a:xfrm xmlns:a="http://schemas.openxmlformats.org/drawingml/2006/main">
            <a:off x="571500" y="21526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7354BCE-5D72-4A2D-BFBF-5ED02B6867BD}"/>
              </a:ext>
            </a:extLst>
          </p:cNvPr>
          <p:cNvSpPr>
            <a:spLocks xmlns:a="http://schemas.openxmlformats.org/drawingml/2006/main" noGrp="1"/>
          </p:cNvSpPr>
          <p:nvPr/>
        </p:nvSpPr>
        <p:spPr>
          <a:xfrm xmlns:a="http://schemas.openxmlformats.org/drawingml/2006/main">
            <a:off x="571500" y="2695575"/>
            <a:ext cx="457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4F699577-0B1F-4C8F-B2BB-0FAC3C4278F9}"/>
              </a:ext>
            </a:extLst>
          </p:cNvPr>
          <p:cNvSpPr>
            <a:spLocks xmlns:a="http://schemas.openxmlformats.org/drawingml/2006/main" noGrp="1"/>
          </p:cNvSpPr>
          <p:nvPr/>
        </p:nvSpPr>
        <p:spPr>
          <a:xfrm xmlns:a="http://schemas.openxmlformats.org/drawingml/2006/main">
            <a:off x="1104900" y="2695575"/>
            <a:ext cx="74199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635FDBB-3E68-4807-B6B9-A464E9F9B7E2}"/>
              </a:ext>
            </a:extLst>
          </p:cNvPr>
          <p:cNvSpPr>
            <a:spLocks xmlns:a="http://schemas.openxmlformats.org/drawingml/2006/main" noGrp="1"/>
          </p:cNvSpPr>
          <p:nvPr/>
        </p:nvSpPr>
        <p:spPr>
          <a:xfrm xmlns:a="http://schemas.openxmlformats.org/drawingml/2006/main">
            <a:off x="571500" y="3629025"/>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3B56E59-CDA4-4CFE-9775-73A698E0EDB4}"/>
              </a:ext>
            </a:extLst>
          </p:cNvPr>
          <p:cNvSpPr>
            <a:spLocks xmlns:a="http://schemas.openxmlformats.org/drawingml/2006/main" noGrp="1"/>
          </p:cNvSpPr>
          <p:nvPr/>
        </p:nvSpPr>
        <p:spPr>
          <a:xfrm xmlns:a="http://schemas.openxmlformats.org/drawingml/2006/main">
            <a:off x="1104900" y="3629025"/>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FECC70F-9524-4CA2-939D-5ABF1C9A9B2B}"/>
              </a:ext>
            </a:extLst>
          </p:cNvPr>
          <p:cNvSpPr>
            <a:spLocks xmlns:a="http://schemas.openxmlformats.org/drawingml/2006/main" noGrp="1"/>
          </p:cNvSpPr>
          <p:nvPr/>
        </p:nvSpPr>
        <p:spPr>
          <a:xfrm xmlns:a="http://schemas.openxmlformats.org/drawingml/2006/main">
            <a:off x="571500" y="419100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4140C1CD-1A1E-45C4-AD2F-56CEE6ABFD56}"/>
              </a:ext>
            </a:extLst>
          </p:cNvPr>
          <p:cNvSpPr>
            <a:spLocks xmlns:a="http://schemas.openxmlformats.org/drawingml/2006/main" noGrp="1"/>
          </p:cNvSpPr>
          <p:nvPr/>
        </p:nvSpPr>
        <p:spPr>
          <a:xfrm xmlns:a="http://schemas.openxmlformats.org/drawingml/2006/main">
            <a:off x="1104900" y="4191000"/>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2FED8301-7A6D-417D-A439-D68E6149A5B8}"/>
              </a:ext>
            </a:extLst>
          </p:cNvPr>
          <p:cNvSpPr>
            <a:spLocks xmlns:a="http://schemas.openxmlformats.org/drawingml/2006/main" noGrp="1"/>
          </p:cNvSpPr>
          <p:nvPr/>
        </p:nvSpPr>
        <p:spPr>
          <a:xfrm xmlns:a="http://schemas.openxmlformats.org/drawingml/2006/main">
            <a:off x="571500" y="4772025"/>
            <a:ext cx="457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8B01B08-0F9A-4BA2-B765-8542DE47D070}"/>
              </a:ext>
            </a:extLst>
          </p:cNvPr>
          <p:cNvSpPr>
            <a:spLocks xmlns:a="http://schemas.openxmlformats.org/drawingml/2006/main" noGrp="1"/>
          </p:cNvSpPr>
          <p:nvPr/>
        </p:nvSpPr>
        <p:spPr>
          <a:xfrm xmlns:a="http://schemas.openxmlformats.org/drawingml/2006/main">
            <a:off x="1104900" y="4772025"/>
            <a:ext cx="7419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76C9846D-A47A-4BAD-85D4-3776FD16BC33}"/>
              </a:ext>
            </a:extLst>
          </p:cNvPr>
          <p:cNvSpPr>
            <a:spLocks xmlns:a="http://schemas.openxmlformats.org/drawingml/2006/main" noGrp="1"/>
          </p:cNvSpPr>
          <p:nvPr/>
        </p:nvSpPr>
        <p:spPr>
          <a:xfrm xmlns:a="http://schemas.openxmlformats.org/drawingml/2006/main">
            <a:off x="571500" y="5800725"/>
            <a:ext cx="457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A627E8E-979E-42B6-BA9D-BA61D1B9E80C}"/>
              </a:ext>
            </a:extLst>
          </p:cNvPr>
          <p:cNvSpPr>
            <a:spLocks xmlns:a="http://schemas.openxmlformats.org/drawingml/2006/main" noGrp="1"/>
          </p:cNvSpPr>
          <p:nvPr/>
        </p:nvSpPr>
        <p:spPr>
          <a:xfrm xmlns:a="http://schemas.openxmlformats.org/drawingml/2006/main">
            <a:off x="1104900" y="5800725"/>
            <a:ext cx="74199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D999DEE2-9FC1-443D-9955-B236BAD92977}"/>
              </a:ext>
            </a:extLst>
          </p:cNvPr>
          <p:cNvSpPr>
            <a:spLocks xmlns:a="http://schemas.openxmlformats.org/drawingml/2006/main" noGrp="1"/>
          </p:cNvSpPr>
          <p:nvPr/>
        </p:nvSpPr>
        <p:spPr>
          <a:xfrm xmlns:a="http://schemas.openxmlformats.org/drawingml/2006/main">
            <a:off x="571500" y="6677025"/>
            <a:ext cx="45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D40782B-1300-45C5-BCF2-F5B60D5668CF}"/>
              </a:ext>
            </a:extLst>
          </p:cNvPr>
          <p:cNvSpPr>
            <a:spLocks xmlns:a="http://schemas.openxmlformats.org/drawingml/2006/main" noGrp="1"/>
          </p:cNvSpPr>
          <p:nvPr/>
        </p:nvSpPr>
        <p:spPr>
          <a:xfrm xmlns:a="http://schemas.openxmlformats.org/drawingml/2006/main">
            <a:off x="1104900" y="6677025"/>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9" name="route-number-7">
            <a:extLst xmlns:a="http://schemas.openxmlformats.org/drawingml/2006/main">
              <a:ext uri="{FF2B5EF4-FFF2-40B4-BE49-F238E27FC236}">
                <a16:creationId xmlns:a16="http://schemas.microsoft.com/office/drawing/2014/main" id="{2E6A8005-9105-4240-ADA9-94B6FDCC8033}"/>
              </a:ext>
            </a:extLst>
          </p:cNvPr>
          <p:cNvSpPr>
            <a:spLocks xmlns:a="http://schemas.openxmlformats.org/drawingml/2006/main" noGrp="1"/>
          </p:cNvSpPr>
          <p:nvPr/>
        </p:nvSpPr>
        <p:spPr>
          <a:xfrm xmlns:a="http://schemas.openxmlformats.org/drawingml/2006/main">
            <a:off x="571500" y="74866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39E732C-1EF2-4C1F-87A4-67E7CC1472DF}"/>
              </a:ext>
            </a:extLst>
          </p:cNvPr>
          <p:cNvSpPr>
            <a:spLocks xmlns:a="http://schemas.openxmlformats.org/drawingml/2006/main" noGrp="1"/>
          </p:cNvSpPr>
          <p:nvPr/>
        </p:nvSpPr>
        <p:spPr>
          <a:xfrm xmlns:a="http://schemas.openxmlformats.org/drawingml/2006/main">
            <a:off x="1104900" y="74866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A2C130A-EE3B-4C3E-B0DF-040090D6ACB4}"/>
              </a:ext>
            </a:extLst>
          </p:cNvPr>
          <p:cNvSpPr>
            <a:spLocks xmlns:a="http://schemas.openxmlformats.org/drawingml/2006/main" noGrp="1"/>
          </p:cNvSpPr>
          <p:nvPr/>
        </p:nvSpPr>
        <p:spPr>
          <a:xfrm xmlns:a="http://schemas.openxmlformats.org/drawingml/2006/main">
            <a:off x="9258300" y="21526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863965F-DE2A-45D7-A6D2-B7F8C0C96703}"/>
              </a:ext>
            </a:extLst>
          </p:cNvPr>
          <p:cNvSpPr>
            <a:spLocks xmlns:a="http://schemas.openxmlformats.org/drawingml/2006/main" noGrp="1"/>
          </p:cNvSpPr>
          <p:nvPr/>
        </p:nvSpPr>
        <p:spPr>
          <a:xfrm xmlns:a="http://schemas.openxmlformats.org/drawingml/2006/main">
            <a:off x="9258300" y="2695575"/>
            <a:ext cx="5410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en productie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Haalbaarheid en winst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en q uit elkaar houden.</a:t>
            </a:r>
          </a:p>
        </p:txBody>
      </p:sp>
      <p:sp>
        <p:nvSpPr>
          <p:cNvPr id="23" name="">
            <a:extLst xmlns:a="http://schemas.openxmlformats.org/drawingml/2006/main">
              <a:ext uri="{FF2B5EF4-FFF2-40B4-BE49-F238E27FC236}">
                <a16:creationId xmlns:a16="http://schemas.microsoft.com/office/drawing/2014/main" id="{E3917BD6-4AD2-4284-BE2E-7DFB475A27B8}"/>
              </a:ext>
            </a:extLst>
          </p:cNvPr>
          <p:cNvSpPr>
            <a:spLocks xmlns:a="http://schemas.openxmlformats.org/drawingml/2006/main" noGrp="1"/>
          </p:cNvSpPr>
          <p:nvPr/>
        </p:nvSpPr>
        <p:spPr>
          <a:xfrm xmlns:a="http://schemas.openxmlformats.org/drawingml/2006/main">
            <a:off x="9258300" y="38862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6A1D8CB-4B5C-4EDF-8DF9-9EDCD41F721F}"/>
              </a:ext>
            </a:extLst>
          </p:cNvPr>
          <p:cNvSpPr>
            <a:spLocks xmlns:a="http://schemas.openxmlformats.org/drawingml/2006/main" noGrp="1"/>
          </p:cNvSpPr>
          <p:nvPr/>
        </p:nvSpPr>
        <p:spPr>
          <a:xfrm xmlns:a="http://schemas.openxmlformats.org/drawingml/2006/main">
            <a:off x="9258300" y="40957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24E716C-D2A2-4CE4-AA22-9EB94E58C18D}"/>
              </a:ext>
            </a:extLst>
          </p:cNvPr>
          <p:cNvSpPr>
            <a:spLocks xmlns:a="http://schemas.openxmlformats.org/drawingml/2006/main" noGrp="1"/>
          </p:cNvSpPr>
          <p:nvPr/>
        </p:nvSpPr>
        <p:spPr>
          <a:xfrm xmlns:a="http://schemas.openxmlformats.org/drawingml/2006/main">
            <a:off x="9258300" y="4638675"/>
            <a:ext cx="5410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79 · Opgave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Steun: §3.2.1, p. 54–56</a:t>
            </a:r>
          </a:p>
        </p:txBody>
      </p:sp>
      <p:sp>
        <p:nvSpPr>
          <p:cNvPr id="26" name="">
            <a:extLst xmlns:a="http://schemas.openxmlformats.org/drawingml/2006/main">
              <a:ext uri="{FF2B5EF4-FFF2-40B4-BE49-F238E27FC236}">
                <a16:creationId xmlns:a16="http://schemas.microsoft.com/office/drawing/2014/main" id="{9315514C-469B-4247-820C-B57B69A0E2DA}"/>
              </a:ext>
            </a:extLst>
          </p:cNvPr>
          <p:cNvSpPr>
            <a:spLocks xmlns:a="http://schemas.openxmlformats.org/drawingml/2006/main" noGrp="1"/>
          </p:cNvSpPr>
          <p:nvPr/>
        </p:nvSpPr>
        <p:spPr>
          <a:xfrm xmlns:a="http://schemas.openxmlformats.org/drawingml/2006/main">
            <a:off x="9258300" y="54864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6116AD2-876C-4647-A6BF-5AA7033DA231}"/>
              </a:ext>
            </a:extLst>
          </p:cNvPr>
          <p:cNvSpPr>
            <a:spLocks xmlns:a="http://schemas.openxmlformats.org/drawingml/2006/main" noGrp="1"/>
          </p:cNvSpPr>
          <p:nvPr/>
        </p:nvSpPr>
        <p:spPr>
          <a:xfrm xmlns:a="http://schemas.openxmlformats.org/drawingml/2006/main">
            <a:off x="9258300" y="5686425"/>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A4FEF7B-7A4E-4209-98DC-81CFA5A91DA2}"/>
              </a:ext>
            </a:extLst>
          </p:cNvPr>
          <p:cNvSpPr>
            <a:spLocks xmlns:a="http://schemas.openxmlformats.org/drawingml/2006/main" noGrp="1"/>
          </p:cNvSpPr>
          <p:nvPr/>
        </p:nvSpPr>
        <p:spPr>
          <a:xfrm xmlns:a="http://schemas.openxmlformats.org/drawingml/2006/main">
            <a:off x="9258300" y="6238875"/>
            <a:ext cx="5410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§3.2.4 · Opgaven 31 t/m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Oefenen: 31–34 · Doel: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36: bonus · 37: herhaling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863940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AC1403EF-F0B9-4C7F-B3C4-B2F039F63D7E}"/>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 Eerst de markt</a:t>
            </a:r>
          </a:p>
        </p:txBody>
      </p:sp>
      <p:sp>
        <p:nvSpPr>
          <p:cNvPr id="2" name="">
            <a:extLst xmlns:a="http://schemas.openxmlformats.org/drawingml/2006/main">
              <a:ext uri="{FF2B5EF4-FFF2-40B4-BE49-F238E27FC236}">
                <a16:creationId xmlns:a16="http://schemas.microsoft.com/office/drawing/2014/main" id="{C27A6F22-626B-4759-9A16-45FF20062AF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4541E63-CBBC-44D6-AFED-8D83BB727167}"/>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Uitlegvoorbeeld — niet uit het boek</a:t>
            </a:r>
          </a:p>
        </p:txBody>
      </p:sp>
      <p:sp>
        <p:nvSpPr>
          <p:cNvPr id="4" name="slide-number">
            <a:extLst xmlns:a="http://schemas.openxmlformats.org/drawingml/2006/main">
              <a:ext uri="{FF2B5EF4-FFF2-40B4-BE49-F238E27FC236}">
                <a16:creationId xmlns:a16="http://schemas.microsoft.com/office/drawing/2014/main" id="{E5E0A963-29DE-4C62-BAF6-2AE01EFC3F9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Gestandaardiseerde klei · veel kleine prijsnemers">
            <a:extLst xmlns:a="http://schemas.openxmlformats.org/drawingml/2006/main">
              <a:ext uri="{FF2B5EF4-FFF2-40B4-BE49-F238E27FC236}">
                <a16:creationId xmlns:a16="http://schemas.microsoft.com/office/drawing/2014/main" id="{AFB03603-DD54-4199-8D48-18F90DEA4A22}"/>
              </a:ext>
            </a:extLst>
          </p:cNvPr>
          <p:cNvSpPr>
            <a:spLocks xmlns:a="http://schemas.openxmlformats.org/drawingml/2006/main" noGrp="1"/>
          </p:cNvSpPr>
          <p:nvPr/>
        </p:nvSpPr>
        <p:spPr>
          <a:xfrm xmlns:a="http://schemas.openxmlformats.org/drawingml/2006/main">
            <a:off x="571500" y="179070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Gestandaardiseerde klei · veel kleine prijsnemers</a:t>
            </a:r>
          </a:p>
        </p:txBody>
      </p:sp>
      <p:sp>
        <p:nvSpPr>
          <p:cNvPr id="6" name="Qv = 18.000 − 1.000P       Qa = 1.000P − 2.000">
            <a:extLst xmlns:a="http://schemas.openxmlformats.org/drawingml/2006/main">
              <a:ext uri="{FF2B5EF4-FFF2-40B4-BE49-F238E27FC236}">
                <a16:creationId xmlns:a16="http://schemas.microsoft.com/office/drawing/2014/main" id="{2BB9D570-D309-4697-AB34-7378B2C36E90}"/>
              </a:ext>
            </a:extLst>
          </p:cNvPr>
          <p:cNvSpPr>
            <a:spLocks xmlns:a="http://schemas.openxmlformats.org/drawingml/2006/main" noGrp="1"/>
          </p:cNvSpPr>
          <p:nvPr/>
        </p:nvSpPr>
        <p:spPr>
          <a:xfrm xmlns:a="http://schemas.openxmlformats.org/drawingml/2006/main">
            <a:off x="571500" y="27146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Qv = 18.000 − 1.000P       Qa = 1.000P − 2.000</a:t>
            </a:r>
          </a:p>
        </p:txBody>
      </p:sp>
      <p:sp>
        <p:nvSpPr>
          <p:cNvPr id="7" name="P in € per kg · Q in kg per week">
            <a:extLst xmlns:a="http://schemas.openxmlformats.org/drawingml/2006/main">
              <a:ext uri="{FF2B5EF4-FFF2-40B4-BE49-F238E27FC236}">
                <a16:creationId xmlns:a16="http://schemas.microsoft.com/office/drawing/2014/main" id="{82F7671A-ED1F-433D-9F6B-92F4C7E8DCE4}"/>
              </a:ext>
            </a:extLst>
          </p:cNvPr>
          <p:cNvSpPr>
            <a:spLocks xmlns:a="http://schemas.openxmlformats.org/drawingml/2006/main" noGrp="1"/>
          </p:cNvSpPr>
          <p:nvPr/>
        </p:nvSpPr>
        <p:spPr>
          <a:xfrm xmlns:a="http://schemas.openxmlformats.org/drawingml/2006/main">
            <a:off x="571500" y="3409950"/>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 in € per kg · Q in kg per week</a:t>
            </a:r>
          </a:p>
        </p:txBody>
      </p:sp>
      <p:sp>
        <p:nvSpPr>
          <p:cNvPr id="8" name="18.000 − 1.000P = 1.000P − 2.000">
            <a:extLst xmlns:a="http://schemas.openxmlformats.org/drawingml/2006/main">
              <a:ext uri="{FF2B5EF4-FFF2-40B4-BE49-F238E27FC236}">
                <a16:creationId xmlns:a16="http://schemas.microsoft.com/office/drawing/2014/main" id="{1DB3A2A9-7E71-4192-97B3-C1407348ABAE}"/>
              </a:ext>
            </a:extLst>
          </p:cNvPr>
          <p:cNvSpPr>
            <a:spLocks xmlns:a="http://schemas.openxmlformats.org/drawingml/2006/main" noGrp="1"/>
          </p:cNvSpPr>
          <p:nvPr/>
        </p:nvSpPr>
        <p:spPr>
          <a:xfrm xmlns:a="http://schemas.openxmlformats.org/drawingml/2006/main">
            <a:off x="571500" y="42957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18.000 − 1.000P = 1.000P − 2.000</a:t>
            </a:r>
          </a:p>
        </p:txBody>
      </p:sp>
      <p:sp>
        <p:nvSpPr>
          <p:cNvPr id="9" name="20.000 = 2.000P        P = € 10 per kg">
            <a:extLst xmlns:a="http://schemas.openxmlformats.org/drawingml/2006/main">
              <a:ext uri="{FF2B5EF4-FFF2-40B4-BE49-F238E27FC236}">
                <a16:creationId xmlns:a16="http://schemas.microsoft.com/office/drawing/2014/main" id="{88EFC8CC-8C0D-4421-8756-9B3A20D19C60}"/>
              </a:ext>
            </a:extLst>
          </p:cNvPr>
          <p:cNvSpPr>
            <a:spLocks xmlns:a="http://schemas.openxmlformats.org/drawingml/2006/main" noGrp="1"/>
          </p:cNvSpPr>
          <p:nvPr/>
        </p:nvSpPr>
        <p:spPr>
          <a:xfrm xmlns:a="http://schemas.openxmlformats.org/drawingml/2006/main">
            <a:off x="571500" y="52006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20.000 = 2.000P        P = € 10 per kg</a:t>
            </a:r>
          </a:p>
        </p:txBody>
      </p:sp>
      <p:sp>
        <p:nvSpPr>
          <p:cNvPr id="10" name="Q = 1.000 × 10 − 2.000 = 8.000 kg per week">
            <a:extLst xmlns:a="http://schemas.openxmlformats.org/drawingml/2006/main">
              <a:ext uri="{FF2B5EF4-FFF2-40B4-BE49-F238E27FC236}">
                <a16:creationId xmlns:a16="http://schemas.microsoft.com/office/drawing/2014/main" id="{34001F02-3AED-4BD1-B897-A081E8A2DD60}"/>
              </a:ext>
            </a:extLst>
          </p:cNvPr>
          <p:cNvSpPr>
            <a:spLocks xmlns:a="http://schemas.openxmlformats.org/drawingml/2006/main" noGrp="1"/>
          </p:cNvSpPr>
          <p:nvPr/>
        </p:nvSpPr>
        <p:spPr>
          <a:xfrm xmlns:a="http://schemas.openxmlformats.org/drawingml/2006/main">
            <a:off x="571500" y="61055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Q = 1.000 × 10 − 2.000 = 8.000 kg per week</a:t>
            </a:r>
          </a:p>
        </p:txBody>
      </p:sp>
      <p:sp>
        <p:nvSpPr>
          <p:cNvPr id="11" name="Eén onderneming neemt de prijs over: P = GO = MO = € 10 per kg.">
            <a:extLst xmlns:a="http://schemas.openxmlformats.org/drawingml/2006/main">
              <a:ext uri="{FF2B5EF4-FFF2-40B4-BE49-F238E27FC236}">
                <a16:creationId xmlns:a16="http://schemas.microsoft.com/office/drawing/2014/main" id="{69291DB3-B0DF-4675-AB10-76D8E0A391CB}"/>
              </a:ext>
            </a:extLst>
          </p:cNvPr>
          <p:cNvSpPr>
            <a:spLocks xmlns:a="http://schemas.openxmlformats.org/drawingml/2006/main" noGrp="1"/>
          </p:cNvSpPr>
          <p:nvPr/>
        </p:nvSpPr>
        <p:spPr>
          <a:xfrm xmlns:a="http://schemas.openxmlformats.org/drawingml/2006/main">
            <a:off x="571500" y="72104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Eén onderneming neemt de prijs over: P = GO = MO = € 10 per kg.</a:t>
            </a:r>
          </a:p>
        </p:txBody>
      </p:sp>
    </p:spTree>
    <p:extLst>
      <p:ext uri="{BB962C8B-B14F-4D97-AF65-F5344CB8AC3E}">
        <p14:creationId xmlns:p14="http://schemas.microsoft.com/office/powerpoint/2010/main" val="2931992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AE79F26-0B8C-4720-A346-FC627138B42E}"/>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 De productie kiezen</a:t>
            </a:r>
          </a:p>
        </p:txBody>
      </p:sp>
      <p:sp>
        <p:nvSpPr>
          <p:cNvPr id="2" name="">
            <a:extLst xmlns:a="http://schemas.openxmlformats.org/drawingml/2006/main">
              <a:ext uri="{FF2B5EF4-FFF2-40B4-BE49-F238E27FC236}">
                <a16:creationId xmlns:a16="http://schemas.microsoft.com/office/drawing/2014/main" id="{31BC30F2-CCA0-404A-8E70-29646D829B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6054A21-DFAF-4C38-88F3-C2305881C738}"/>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Uitlegvoorbeeld — niet uit het boek</a:t>
            </a:r>
          </a:p>
        </p:txBody>
      </p:sp>
      <p:sp>
        <p:nvSpPr>
          <p:cNvPr id="4" name="slide-number">
            <a:extLst xmlns:a="http://schemas.openxmlformats.org/drawingml/2006/main">
              <a:ext uri="{FF2B5EF4-FFF2-40B4-BE49-F238E27FC236}">
                <a16:creationId xmlns:a16="http://schemas.microsoft.com/office/drawing/2014/main" id="{0B951436-A338-4960-87C2-E5DC1E59470B}"/>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TK = 0,05q² + 2q + 120       Capaciteit: 100 kg per week">
            <a:extLst xmlns:a="http://schemas.openxmlformats.org/drawingml/2006/main">
              <a:ext uri="{FF2B5EF4-FFF2-40B4-BE49-F238E27FC236}">
                <a16:creationId xmlns:a16="http://schemas.microsoft.com/office/drawing/2014/main" id="{ADA62C50-F5ED-494F-8FB7-708E43BB83B5}"/>
              </a:ext>
            </a:extLst>
          </p:cNvPr>
          <p:cNvSpPr>
            <a:spLocks xmlns:a="http://schemas.openxmlformats.org/drawingml/2006/main" noGrp="1"/>
          </p:cNvSpPr>
          <p:nvPr/>
        </p:nvSpPr>
        <p:spPr>
          <a:xfrm xmlns:a="http://schemas.openxmlformats.org/drawingml/2006/main">
            <a:off x="571500" y="18002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TK = 0,05q² + 2q + 120       Capaciteit: 100 kg per week</a:t>
            </a:r>
          </a:p>
        </p:txBody>
      </p:sp>
      <p:sp>
        <p:nvSpPr>
          <p:cNvPr id="6" name="MK = 0,10q + 2       MO = 10">
            <a:extLst xmlns:a="http://schemas.openxmlformats.org/drawingml/2006/main">
              <a:ext uri="{FF2B5EF4-FFF2-40B4-BE49-F238E27FC236}">
                <a16:creationId xmlns:a16="http://schemas.microsoft.com/office/drawing/2014/main" id="{88F7C187-02E8-48E2-87B9-5E4F3C1CB55C}"/>
              </a:ext>
            </a:extLst>
          </p:cNvPr>
          <p:cNvSpPr>
            <a:spLocks xmlns:a="http://schemas.openxmlformats.org/drawingml/2006/main" noGrp="1"/>
          </p:cNvSpPr>
          <p:nvPr/>
        </p:nvSpPr>
        <p:spPr>
          <a:xfrm xmlns:a="http://schemas.openxmlformats.org/drawingml/2006/main">
            <a:off x="571500" y="27336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MK = 0,10q + 2       MO = 10</a:t>
            </a:r>
          </a:p>
        </p:txBody>
      </p:sp>
      <p:sp>
        <p:nvSpPr>
          <p:cNvPr id="7" name="10 = 0,10q + 2        q = 80 kg per week">
            <a:extLst xmlns:a="http://schemas.openxmlformats.org/drawingml/2006/main">
              <a:ext uri="{FF2B5EF4-FFF2-40B4-BE49-F238E27FC236}">
                <a16:creationId xmlns:a16="http://schemas.microsoft.com/office/drawing/2014/main" id="{5A80B6C2-C63E-4639-950F-B7AA016713C6}"/>
              </a:ext>
            </a:extLst>
          </p:cNvPr>
          <p:cNvSpPr>
            <a:spLocks xmlns:a="http://schemas.openxmlformats.org/drawingml/2006/main" noGrp="1"/>
          </p:cNvSpPr>
          <p:nvPr/>
        </p:nvSpPr>
        <p:spPr>
          <a:xfrm xmlns:a="http://schemas.openxmlformats.org/drawingml/2006/main">
            <a:off x="571500" y="364807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10 = 0,10q + 2        q = 80 kg per week</a:t>
            </a:r>
          </a:p>
        </p:txBody>
      </p:sp>
      <p:graphicFrame>
        <p:nvGraphicFramePr>
          <p:cNvPr id="17" name=""/>
          <p:cNvGraphicFramePr/>
          <p:nvPr/>
        </p:nvGraphicFramePr>
        <p:xfrm>
          <a:off xmlns:a="http://schemas.openxmlformats.org/drawingml/2006/main" x="571500" y="4733925"/>
          <a:ext xmlns:a="http://schemas.openxmlformats.org/drawingml/2006/main" cx="14097000" cy="2438400"/>
        </p:xfrm>
        <a:graphic xmlns:a="http://schemas.openxmlformats.org/drawingml/2006/main">
          <a:graphicData uri="http://schemas.openxmlformats.org/drawingml/2006/table">
            <a:tbl>
              <a:tblPr/>
              <a:tblGrid>
                <a:gridCol w="3714750"/>
                <a:gridCol w="4953000"/>
                <a:gridCol w="5429250"/>
              </a:tblGrid>
              <a:tr h="812800">
                <a:tc>
                  <a:txBody>
                    <a:bodyPr lIns="171450" tIns="95250" rIns="152400" bIns="95250"/>
                    <a:lstStyle/>
                    <a:p>
                      <a:r>
                        <a:rPr sz="2550" b="1">
                          <a:solidFill>
                            <a:srgbClr val="FFFFFF"/>
                          </a:solidFill>
                          <a:latin typeface="Arial"/>
                          <a:ea typeface="Arial"/>
                          <a:cs typeface="Arial"/>
                        </a:rPr>
                        <a:t>Rond de kandidaat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Gevolg voor winst</a:t>
                      </a:r>
                    </a:p>
                  </a:txBody>
                  <a:tcPr marL="91440" marR="91440" marT="45720" marB="45720" anchor="ctr">
                    <a:solidFill>
                      <a:srgbClr val="183247"/>
                    </a:solidFill>
                  </a:tcPr>
                </a:tc>
              </a:tr>
              <a:tr h="812800">
                <a:tc>
                  <a:txBody>
                    <a:bodyPr lIns="171450" tIns="95250" rIns="152400" bIns="95250"/>
                    <a:lstStyle/>
                    <a:p>
                      <a:r>
                        <a:rPr sz="2550" b="0">
                          <a:solidFill>
                            <a:srgbClr val="183247"/>
                          </a:solidFill>
                          <a:latin typeface="Arial"/>
                          <a:ea typeface="Arial"/>
                          <a:cs typeface="Arial"/>
                        </a:rPr>
                        <a:t>q = 60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MK = 8 &lt; MO = 10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Extra productie helpt</a:t>
                      </a:r>
                    </a:p>
                  </a:txBody>
                  <a:tcPr marL="91440" marR="91440" marT="45720" marB="45720" anchor="ctr">
                    <a:solidFill>
                      <a:srgbClr val="FFFFFF"/>
                    </a:solidFill>
                  </a:tcPr>
                </a:tc>
              </a:tr>
              <a:tr h="812800">
                <a:tc>
                  <a:txBody>
                    <a:bodyPr lIns="171450" tIns="95250" rIns="152400" bIns="95250"/>
                    <a:lstStyle/>
                    <a:p>
                      <a:r>
                        <a:rPr sz="2550" b="0">
                          <a:solidFill>
                            <a:srgbClr val="183247"/>
                          </a:solidFill>
                          <a:latin typeface="Arial"/>
                          <a:ea typeface="Arial"/>
                          <a:cs typeface="Arial"/>
                        </a:rPr>
                        <a:t>q = 90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MK = 11 &gt; MO = 10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Extra productie schaadt</a:t>
                      </a:r>
                    </a:p>
                  </a:txBody>
                  <a:tcPr marL="91440" marR="91440" marT="45720" marB="45720" anchor="ctr">
                    <a:solidFill>
                      <a:srgbClr val="EFF4F7"/>
                    </a:solidFill>
                  </a:tcPr>
                </a:tc>
              </a:tr>
            </a:tbl>
          </a:graphicData>
        </a:graphic>
      </p:graphicFrame>
      <p:sp>
        <p:nvSpPr>
          <p:cNvPr id="9" name="80 ≤ 100: haalbaar. MK stijgt door MO.">
            <a:extLst xmlns:a="http://schemas.openxmlformats.org/drawingml/2006/main">
              <a:ext uri="{FF2B5EF4-FFF2-40B4-BE49-F238E27FC236}">
                <a16:creationId xmlns:a16="http://schemas.microsoft.com/office/drawing/2014/main" id="{FC71F08F-87BA-4CDF-BF9A-6F192BDF35FF}"/>
              </a:ext>
            </a:extLst>
          </p:cNvPr>
          <p:cNvSpPr>
            <a:spLocks xmlns:a="http://schemas.openxmlformats.org/drawingml/2006/main" noGrp="1"/>
          </p:cNvSpPr>
          <p:nvPr/>
        </p:nvSpPr>
        <p:spPr>
          <a:xfrm xmlns:a="http://schemas.openxmlformats.org/drawingml/2006/main">
            <a:off x="571500" y="7410450"/>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80 ≤ 100: haalbaar. MK stijgt door MO.</a:t>
            </a:r>
          </a:p>
        </p:txBody>
      </p:sp>
    </p:spTree>
    <p:extLst>
      <p:ext uri="{BB962C8B-B14F-4D97-AF65-F5344CB8AC3E}">
        <p14:creationId xmlns:p14="http://schemas.microsoft.com/office/powerpoint/2010/main" val="1357044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60863957-DB2C-4D66-8B56-B2E4844DCCE7}"/>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 De winst weergeven</a:t>
            </a:r>
          </a:p>
        </p:txBody>
      </p:sp>
      <p:sp>
        <p:nvSpPr>
          <p:cNvPr id="2" name="">
            <a:extLst xmlns:a="http://schemas.openxmlformats.org/drawingml/2006/main">
              <a:ext uri="{FF2B5EF4-FFF2-40B4-BE49-F238E27FC236}">
                <a16:creationId xmlns:a16="http://schemas.microsoft.com/office/drawing/2014/main" id="{B3715BA3-DAFC-40F3-BA87-49592AFE8BF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96790A8-6653-4EA3-A06A-9B6281742F4A}"/>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Uitlegvoorbeeld — niet uit het boek</a:t>
            </a:r>
          </a:p>
        </p:txBody>
      </p:sp>
      <p:sp>
        <p:nvSpPr>
          <p:cNvPr id="4" name="slide-number">
            <a:extLst xmlns:a="http://schemas.openxmlformats.org/drawingml/2006/main">
              <a:ext uri="{FF2B5EF4-FFF2-40B4-BE49-F238E27FC236}">
                <a16:creationId xmlns:a16="http://schemas.microsoft.com/office/drawing/2014/main" id="{0DB80362-3A37-4A76-8D45-1F3B9A4616D9}"/>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profit-area">
            <a:extLst xmlns:a="http://schemas.openxmlformats.org/drawingml/2006/main">
              <a:ext uri="{FF2B5EF4-FFF2-40B4-BE49-F238E27FC236}">
                <a16:creationId xmlns:a16="http://schemas.microsoft.com/office/drawing/2014/main" id="{DA3FC0AA-752F-4563-AD48-E7ADC15EF93A}"/>
              </a:ext>
            </a:extLst>
          </p:cNvPr>
          <p:cNvSpPr>
            <a:spLocks xmlns:a="http://schemas.openxmlformats.org/drawingml/2006/main" noGrp="1"/>
          </p:cNvSpPr>
          <p:nvPr/>
        </p:nvSpPr>
        <p:spPr>
          <a:xfrm xmlns:a="http://schemas.openxmlformats.org/drawingml/2006/main">
            <a:off x="1524000" y="4208097"/>
            <a:ext cx="6096000" cy="659428"/>
          </a:xfrm>
          <a:prstGeom xmlns:a="http://schemas.openxmlformats.org/drawingml/2006/main" prst="rect">
            <a:avLst/>
          </a:prstGeom>
          <a:solidFill xmlns:a="http://schemas.openxmlformats.org/drawingml/2006/main">
            <a:srgbClr val="C4E8D8"/>
          </a:solidFill>
          <a:ln xmlns:a="http://schemas.openxmlformats.org/drawingml/2006/main" w="9525">
            <a:solidFill>
              <a:srgbClr val="20665B"/>
            </a:solidFill>
          </a:ln>
        </p:spPr>
      </p:sp>
      <p:sp>
        <p:nvSpPr>
          <p:cNvPr id="6" name="profit-hatch-5">
            <a:extLst xmlns:a="http://schemas.openxmlformats.org/drawingml/2006/main">
              <a:ext uri="{FF2B5EF4-FFF2-40B4-BE49-F238E27FC236}">
                <a16:creationId xmlns:a16="http://schemas.microsoft.com/office/drawing/2014/main" id="{CF12D459-3828-41EE-89D5-92424B73634A}"/>
              </a:ext>
            </a:extLst>
          </p:cNvPr>
          <p:cNvSpPr>
            <a:spLocks xmlns:a="http://schemas.openxmlformats.org/drawingml/2006/main" noGrp="1"/>
          </p:cNvSpPr>
          <p:nvPr/>
        </p:nvSpPr>
        <p:spPr>
          <a:xfrm xmlns:a="http://schemas.openxmlformats.org/drawingml/2006/main">
            <a:off x="1905000" y="4208097"/>
            <a:ext cx="0" cy="659428"/>
          </a:xfrm>
          <a:prstGeom xmlns:a="http://schemas.openxmlformats.org/drawingml/2006/main" prst="line">
            <a:avLst/>
          </a:prstGeom>
          <a:ln xmlns:a="http://schemas.openxmlformats.org/drawingml/2006/main" w="6668">
            <a:solidFill>
              <a:srgbClr val="20665B"/>
            </a:solidFill>
          </a:ln>
        </p:spPr>
      </p:sp>
      <p:sp>
        <p:nvSpPr>
          <p:cNvPr id="7" name="profit-hatch-15">
            <a:extLst xmlns:a="http://schemas.openxmlformats.org/drawingml/2006/main">
              <a:ext uri="{FF2B5EF4-FFF2-40B4-BE49-F238E27FC236}">
                <a16:creationId xmlns:a16="http://schemas.microsoft.com/office/drawing/2014/main" id="{3298DBBD-9477-474C-8059-270A49E60A06}"/>
              </a:ext>
            </a:extLst>
          </p:cNvPr>
          <p:cNvSpPr>
            <a:spLocks xmlns:a="http://schemas.openxmlformats.org/drawingml/2006/main" noGrp="1"/>
          </p:cNvSpPr>
          <p:nvPr/>
        </p:nvSpPr>
        <p:spPr>
          <a:xfrm xmlns:a="http://schemas.openxmlformats.org/drawingml/2006/main">
            <a:off x="2667000" y="4208097"/>
            <a:ext cx="0" cy="659428"/>
          </a:xfrm>
          <a:prstGeom xmlns:a="http://schemas.openxmlformats.org/drawingml/2006/main" prst="line">
            <a:avLst/>
          </a:prstGeom>
          <a:ln xmlns:a="http://schemas.openxmlformats.org/drawingml/2006/main" w="6668">
            <a:solidFill>
              <a:srgbClr val="20665B"/>
            </a:solidFill>
          </a:ln>
        </p:spPr>
      </p:sp>
      <p:sp>
        <p:nvSpPr>
          <p:cNvPr id="8" name="profit-hatch-25">
            <a:extLst xmlns:a="http://schemas.openxmlformats.org/drawingml/2006/main">
              <a:ext uri="{FF2B5EF4-FFF2-40B4-BE49-F238E27FC236}">
                <a16:creationId xmlns:a16="http://schemas.microsoft.com/office/drawing/2014/main" id="{2DCC27A2-FB9B-4032-93D8-8432908D3F4E}"/>
              </a:ext>
            </a:extLst>
          </p:cNvPr>
          <p:cNvSpPr>
            <a:spLocks xmlns:a="http://schemas.openxmlformats.org/drawingml/2006/main" noGrp="1"/>
          </p:cNvSpPr>
          <p:nvPr/>
        </p:nvSpPr>
        <p:spPr>
          <a:xfrm xmlns:a="http://schemas.openxmlformats.org/drawingml/2006/main">
            <a:off x="3429000" y="4208097"/>
            <a:ext cx="0" cy="659428"/>
          </a:xfrm>
          <a:prstGeom xmlns:a="http://schemas.openxmlformats.org/drawingml/2006/main" prst="line">
            <a:avLst/>
          </a:prstGeom>
          <a:ln xmlns:a="http://schemas.openxmlformats.org/drawingml/2006/main" w="6668">
            <a:solidFill>
              <a:srgbClr val="20665B"/>
            </a:solidFill>
          </a:ln>
        </p:spPr>
      </p:sp>
      <p:sp>
        <p:nvSpPr>
          <p:cNvPr id="9" name="profit-hatch-35">
            <a:extLst xmlns:a="http://schemas.openxmlformats.org/drawingml/2006/main">
              <a:ext uri="{FF2B5EF4-FFF2-40B4-BE49-F238E27FC236}">
                <a16:creationId xmlns:a16="http://schemas.microsoft.com/office/drawing/2014/main" id="{A854D87D-AA51-409A-BE78-C4CF7C673D13}"/>
              </a:ext>
            </a:extLst>
          </p:cNvPr>
          <p:cNvSpPr>
            <a:spLocks xmlns:a="http://schemas.openxmlformats.org/drawingml/2006/main" noGrp="1"/>
          </p:cNvSpPr>
          <p:nvPr/>
        </p:nvSpPr>
        <p:spPr>
          <a:xfrm xmlns:a="http://schemas.openxmlformats.org/drawingml/2006/main">
            <a:off x="4191000" y="4208097"/>
            <a:ext cx="0" cy="659428"/>
          </a:xfrm>
          <a:prstGeom xmlns:a="http://schemas.openxmlformats.org/drawingml/2006/main" prst="line">
            <a:avLst/>
          </a:prstGeom>
          <a:ln xmlns:a="http://schemas.openxmlformats.org/drawingml/2006/main" w="6668">
            <a:solidFill>
              <a:srgbClr val="20665B"/>
            </a:solidFill>
          </a:ln>
        </p:spPr>
      </p:sp>
      <p:sp>
        <p:nvSpPr>
          <p:cNvPr id="10" name="profit-hatch-45">
            <a:extLst xmlns:a="http://schemas.openxmlformats.org/drawingml/2006/main">
              <a:ext uri="{FF2B5EF4-FFF2-40B4-BE49-F238E27FC236}">
                <a16:creationId xmlns:a16="http://schemas.microsoft.com/office/drawing/2014/main" id="{D48C4A76-E9BD-4064-86BE-90FFE1B23D7A}"/>
              </a:ext>
            </a:extLst>
          </p:cNvPr>
          <p:cNvSpPr>
            <a:spLocks xmlns:a="http://schemas.openxmlformats.org/drawingml/2006/main" noGrp="1"/>
          </p:cNvSpPr>
          <p:nvPr/>
        </p:nvSpPr>
        <p:spPr>
          <a:xfrm xmlns:a="http://schemas.openxmlformats.org/drawingml/2006/main">
            <a:off x="4953000" y="4208097"/>
            <a:ext cx="0" cy="659428"/>
          </a:xfrm>
          <a:prstGeom xmlns:a="http://schemas.openxmlformats.org/drawingml/2006/main" prst="line">
            <a:avLst/>
          </a:prstGeom>
          <a:ln xmlns:a="http://schemas.openxmlformats.org/drawingml/2006/main" w="6668">
            <a:solidFill>
              <a:srgbClr val="20665B"/>
            </a:solidFill>
          </a:ln>
        </p:spPr>
      </p:sp>
      <p:sp>
        <p:nvSpPr>
          <p:cNvPr id="11" name="profit-hatch-55">
            <a:extLst xmlns:a="http://schemas.openxmlformats.org/drawingml/2006/main">
              <a:ext uri="{FF2B5EF4-FFF2-40B4-BE49-F238E27FC236}">
                <a16:creationId xmlns:a16="http://schemas.microsoft.com/office/drawing/2014/main" id="{40267200-5C86-41F5-9C08-5741B991DFF8}"/>
              </a:ext>
            </a:extLst>
          </p:cNvPr>
          <p:cNvSpPr>
            <a:spLocks xmlns:a="http://schemas.openxmlformats.org/drawingml/2006/main" noGrp="1"/>
          </p:cNvSpPr>
          <p:nvPr/>
        </p:nvSpPr>
        <p:spPr>
          <a:xfrm xmlns:a="http://schemas.openxmlformats.org/drawingml/2006/main">
            <a:off x="5715000" y="4208097"/>
            <a:ext cx="0" cy="659428"/>
          </a:xfrm>
          <a:prstGeom xmlns:a="http://schemas.openxmlformats.org/drawingml/2006/main" prst="line">
            <a:avLst/>
          </a:prstGeom>
          <a:ln xmlns:a="http://schemas.openxmlformats.org/drawingml/2006/main" w="6668">
            <a:solidFill>
              <a:srgbClr val="20665B"/>
            </a:solidFill>
          </a:ln>
        </p:spPr>
      </p:sp>
      <p:sp>
        <p:nvSpPr>
          <p:cNvPr id="12" name="profit-hatch-65">
            <a:extLst xmlns:a="http://schemas.openxmlformats.org/drawingml/2006/main">
              <a:ext uri="{FF2B5EF4-FFF2-40B4-BE49-F238E27FC236}">
                <a16:creationId xmlns:a16="http://schemas.microsoft.com/office/drawing/2014/main" id="{A2BAF0CE-39E7-4C28-B662-A781F16E991A}"/>
              </a:ext>
            </a:extLst>
          </p:cNvPr>
          <p:cNvSpPr>
            <a:spLocks xmlns:a="http://schemas.openxmlformats.org/drawingml/2006/main" noGrp="1"/>
          </p:cNvSpPr>
          <p:nvPr/>
        </p:nvSpPr>
        <p:spPr>
          <a:xfrm xmlns:a="http://schemas.openxmlformats.org/drawingml/2006/main">
            <a:off x="6477000" y="4208097"/>
            <a:ext cx="0" cy="659428"/>
          </a:xfrm>
          <a:prstGeom xmlns:a="http://schemas.openxmlformats.org/drawingml/2006/main" prst="line">
            <a:avLst/>
          </a:prstGeom>
          <a:ln xmlns:a="http://schemas.openxmlformats.org/drawingml/2006/main" w="6668">
            <a:solidFill>
              <a:srgbClr val="20665B"/>
            </a:solidFill>
          </a:ln>
        </p:spPr>
      </p:sp>
      <p:sp>
        <p:nvSpPr>
          <p:cNvPr id="13" name="profit-hatch-75">
            <a:extLst xmlns:a="http://schemas.openxmlformats.org/drawingml/2006/main">
              <a:ext uri="{FF2B5EF4-FFF2-40B4-BE49-F238E27FC236}">
                <a16:creationId xmlns:a16="http://schemas.microsoft.com/office/drawing/2014/main" id="{58608331-4264-4CB7-B290-531E0FB6C30E}"/>
              </a:ext>
            </a:extLst>
          </p:cNvPr>
          <p:cNvSpPr>
            <a:spLocks xmlns:a="http://schemas.openxmlformats.org/drawingml/2006/main" noGrp="1"/>
          </p:cNvSpPr>
          <p:nvPr/>
        </p:nvSpPr>
        <p:spPr>
          <a:xfrm xmlns:a="http://schemas.openxmlformats.org/drawingml/2006/main">
            <a:off x="7239000" y="4208097"/>
            <a:ext cx="0" cy="659428"/>
          </a:xfrm>
          <a:prstGeom xmlns:a="http://schemas.openxmlformats.org/drawingml/2006/main" prst="line">
            <a:avLst/>
          </a:prstGeom>
          <a:ln xmlns:a="http://schemas.openxmlformats.org/drawingml/2006/main" w="6668">
            <a:solidFill>
              <a:srgbClr val="20665B"/>
            </a:solidFill>
          </a:ln>
        </p:spPr>
      </p:sp>
      <p:graphicFrame>
        <p:nvGraphicFramePr>
          <p:cNvPr id="34" name="Chart"/>
          <p:cNvGraphicFramePr/>
          <p:nvPr/>
        </p:nvGraphicFramePr>
        <p:xfrm>
          <a:off xmlns:a="http://schemas.openxmlformats.org/drawingml/2006/main" x="190500" y="2181225"/>
          <a:ext xmlns:a="http://schemas.openxmlformats.org/drawingml/2006/main" cx="9525000" cy="5553075"/>
        </p:xfrm>
        <a:graphic xmlns:a="http://schemas.openxmlformats.org/drawingml/2006/main">
          <a:graphicData uri="http://schemas.openxmlformats.org/drawingml/2006/chart">
            <c:chart xmlns:r="http://schemas.openxmlformats.org/officeDocument/2006/relationships" xmlns:c="http://schemas.openxmlformats.org/drawingml/2006/chart" r:id="R226c2087f7ac48c0"/>
          </a:graphicData>
        </a:graphic>
      </p:graphicFrame>
      <p:sp>
        <p:nvSpPr>
          <p:cNvPr id="15" name="MK">
            <a:extLst xmlns:a="http://schemas.openxmlformats.org/drawingml/2006/main">
              <a:ext uri="{FF2B5EF4-FFF2-40B4-BE49-F238E27FC236}">
                <a16:creationId xmlns:a16="http://schemas.microsoft.com/office/drawing/2014/main" id="{876360C3-30C0-477D-A68B-DDC0E28D597C}"/>
              </a:ext>
            </a:extLst>
          </p:cNvPr>
          <p:cNvSpPr>
            <a:spLocks xmlns:a="http://schemas.openxmlformats.org/drawingml/2006/main" noGrp="1"/>
          </p:cNvSpPr>
          <p:nvPr/>
        </p:nvSpPr>
        <p:spPr>
          <a:xfrm xmlns:a="http://schemas.openxmlformats.org/drawingml/2006/main">
            <a:off x="7772400" y="3726718"/>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0665B"/>
                </a:solidFill>
                <a:latin typeface="Arial"/>
                <a:ea typeface="Arial"/>
                <a:cs typeface="Arial"/>
              </a:defRPr>
            </a:pPr>
            <a:r>
              <a:rPr sz="1950" b="1">
                <a:solidFill>
                  <a:srgbClr val="20665B"/>
                </a:solidFill>
                <a:latin typeface="Arial"/>
                <a:ea typeface="Arial"/>
                <a:cs typeface="Arial"/>
              </a:rPr>
              <a:t>MK</a:t>
            </a:r>
          </a:p>
        </p:txBody>
      </p:sp>
      <p:sp>
        <p:nvSpPr>
          <p:cNvPr id="16" name="GTK">
            <a:extLst xmlns:a="http://schemas.openxmlformats.org/drawingml/2006/main">
              <a:ext uri="{FF2B5EF4-FFF2-40B4-BE49-F238E27FC236}">
                <a16:creationId xmlns:a16="http://schemas.microsoft.com/office/drawing/2014/main" id="{A98152A6-C3CA-4579-A4C3-EFB903B9E7EA}"/>
              </a:ext>
            </a:extLst>
          </p:cNvPr>
          <p:cNvSpPr>
            <a:spLocks xmlns:a="http://schemas.openxmlformats.org/drawingml/2006/main" noGrp="1"/>
          </p:cNvSpPr>
          <p:nvPr/>
        </p:nvSpPr>
        <p:spPr>
          <a:xfrm xmlns:a="http://schemas.openxmlformats.org/drawingml/2006/main">
            <a:off x="7924800" y="4947912"/>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GTK</a:t>
            </a:r>
          </a:p>
        </p:txBody>
      </p:sp>
      <p:sp>
        <p:nvSpPr>
          <p:cNvPr id="17" name="P = GO = MO">
            <a:extLst xmlns:a="http://schemas.openxmlformats.org/drawingml/2006/main">
              <a:ext uri="{FF2B5EF4-FFF2-40B4-BE49-F238E27FC236}">
                <a16:creationId xmlns:a16="http://schemas.microsoft.com/office/drawing/2014/main" id="{66F3934C-01B1-4A37-B3C4-3DBB21D17EC1}"/>
              </a:ext>
            </a:extLst>
          </p:cNvPr>
          <p:cNvSpPr>
            <a:spLocks xmlns:a="http://schemas.openxmlformats.org/drawingml/2006/main" noGrp="1"/>
          </p:cNvSpPr>
          <p:nvPr/>
        </p:nvSpPr>
        <p:spPr>
          <a:xfrm xmlns:a="http://schemas.openxmlformats.org/drawingml/2006/main">
            <a:off x="5181600" y="3798522"/>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658A"/>
                </a:solidFill>
                <a:latin typeface="Arial"/>
                <a:ea typeface="Arial"/>
                <a:cs typeface="Arial"/>
              </a:defRPr>
            </a:pPr>
            <a:r>
              <a:rPr sz="1950" b="1">
                <a:solidFill>
                  <a:srgbClr val="17658A"/>
                </a:solidFill>
                <a:latin typeface="Arial"/>
                <a:ea typeface="Arial"/>
                <a:cs typeface="Arial"/>
              </a:rPr>
              <a:t>P = GO = MO</a:t>
            </a:r>
          </a:p>
        </p:txBody>
      </p:sp>
      <p:sp>
        <p:nvSpPr>
          <p:cNvPr id="18" name="Bij q = 80 kg per week">
            <a:extLst xmlns:a="http://schemas.openxmlformats.org/drawingml/2006/main">
              <a:ext uri="{FF2B5EF4-FFF2-40B4-BE49-F238E27FC236}">
                <a16:creationId xmlns:a16="http://schemas.microsoft.com/office/drawing/2014/main" id="{41596602-6344-405C-88A7-65882051F9DD}"/>
              </a:ext>
            </a:extLst>
          </p:cNvPr>
          <p:cNvSpPr>
            <a:spLocks xmlns:a="http://schemas.openxmlformats.org/drawingml/2006/main" noGrp="1"/>
          </p:cNvSpPr>
          <p:nvPr/>
        </p:nvSpPr>
        <p:spPr>
          <a:xfrm xmlns:a="http://schemas.openxmlformats.org/drawingml/2006/main">
            <a:off x="10001250" y="2057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Bij q = 80 kg per week</a:t>
            </a:r>
          </a:p>
        </p:txBody>
      </p:sp>
      <p:sp>
        <p:nvSpPr>
          <p:cNvPr id="19" name="TO = 10 × 80 = € 800&#10;TK = 320 + 160 + 120&#10;     = € 600&#10;GTK = 600 / 80&#10;">
            <a:extLst xmlns:a="http://schemas.openxmlformats.org/drawingml/2006/main">
              <a:ext uri="{FF2B5EF4-FFF2-40B4-BE49-F238E27FC236}">
                <a16:creationId xmlns:a16="http://schemas.microsoft.com/office/drawing/2014/main" id="{D0AC1383-8FDE-486B-BBE4-6C33C4FFFA71}"/>
              </a:ext>
            </a:extLst>
          </p:cNvPr>
          <p:cNvSpPr>
            <a:spLocks xmlns:a="http://schemas.openxmlformats.org/drawingml/2006/main" noGrp="1"/>
          </p:cNvSpPr>
          <p:nvPr/>
        </p:nvSpPr>
        <p:spPr>
          <a:xfrm xmlns:a="http://schemas.openxmlformats.org/drawingml/2006/main">
            <a:off x="10001250" y="3162300"/>
            <a:ext cx="46672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 = 10 × 80 = € 800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TK = 320 + 160 + 120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€ 600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GTK = 600 / 80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€ 7,50 per kg</a:t>
            </a:r>
          </a:p>
        </p:txBody>
      </p:sp>
      <p:sp>
        <p:nvSpPr>
          <p:cNvPr id="20" name="Winst = 80 × (10 − 7,50)&#10;= € 200 per week">
            <a:extLst xmlns:a="http://schemas.openxmlformats.org/drawingml/2006/main">
              <a:ext uri="{FF2B5EF4-FFF2-40B4-BE49-F238E27FC236}">
                <a16:creationId xmlns:a16="http://schemas.microsoft.com/office/drawing/2014/main" id="{5FDECB52-A2CD-41C8-A5B5-2679631BCBFD}"/>
              </a:ext>
            </a:extLst>
          </p:cNvPr>
          <p:cNvSpPr>
            <a:spLocks xmlns:a="http://schemas.openxmlformats.org/drawingml/2006/main" noGrp="1"/>
          </p:cNvSpPr>
          <p:nvPr/>
        </p:nvSpPr>
        <p:spPr>
          <a:xfrm xmlns:a="http://schemas.openxmlformats.org/drawingml/2006/main">
            <a:off x="10001250" y="66770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Winst = 80 × (10 − 7,50)</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 € 200 per week</a:t>
            </a:r>
          </a:p>
        </p:txBody>
      </p:sp>
    </p:spTree>
    <p:extLst>
      <p:ext uri="{BB962C8B-B14F-4D97-AF65-F5344CB8AC3E}">
        <p14:creationId xmlns:p14="http://schemas.microsoft.com/office/powerpoint/2010/main" val="12612638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D1CF2D0-B403-47A6-8A9F-957294DBEE86}"/>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herhaling · Als de capaciteit bindt</a:t>
            </a:r>
          </a:p>
        </p:txBody>
      </p:sp>
      <p:sp>
        <p:nvSpPr>
          <p:cNvPr id="2" name="">
            <a:extLst xmlns:a="http://schemas.openxmlformats.org/drawingml/2006/main">
              <a:ext uri="{FF2B5EF4-FFF2-40B4-BE49-F238E27FC236}">
                <a16:creationId xmlns:a16="http://schemas.microsoft.com/office/drawing/2014/main" id="{C682EDCB-0BD5-454F-AC1C-9388E7CA92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208D16F-4AB2-44BB-A07E-9ABA986B3630}"/>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Uitlegvoorbeeld — niet uit het boek</a:t>
            </a:r>
          </a:p>
        </p:txBody>
      </p:sp>
      <p:sp>
        <p:nvSpPr>
          <p:cNvPr id="4" name="slide-number">
            <a:extLst xmlns:a="http://schemas.openxmlformats.org/drawingml/2006/main">
              <a:ext uri="{FF2B5EF4-FFF2-40B4-BE49-F238E27FC236}">
                <a16:creationId xmlns:a16="http://schemas.microsoft.com/office/drawing/2014/main" id="{0C9A879E-9165-422E-905B-625809879708}"/>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Dezelfde kleiproducent, maar nu maximaal 70 kg per week">
            <a:extLst xmlns:a="http://schemas.openxmlformats.org/drawingml/2006/main">
              <a:ext uri="{FF2B5EF4-FFF2-40B4-BE49-F238E27FC236}">
                <a16:creationId xmlns:a16="http://schemas.microsoft.com/office/drawing/2014/main" id="{C84E91CD-F6F8-4E8C-B8D1-22EC9320F823}"/>
              </a:ext>
            </a:extLst>
          </p:cNvPr>
          <p:cNvSpPr>
            <a:spLocks xmlns:a="http://schemas.openxmlformats.org/drawingml/2006/main" noGrp="1"/>
          </p:cNvSpPr>
          <p:nvPr/>
        </p:nvSpPr>
        <p:spPr>
          <a:xfrm xmlns:a="http://schemas.openxmlformats.org/drawingml/2006/main">
            <a:off x="571500" y="1895475"/>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Dezelfde kleiproducent, maar nu maximaal 70 kg per week</a:t>
            </a:r>
          </a:p>
        </p:txBody>
      </p:sp>
      <p:graphicFrame>
        <p:nvGraphicFramePr>
          <p:cNvPr id="13" name=""/>
          <p:cNvGraphicFramePr/>
          <p:nvPr/>
        </p:nvGraphicFramePr>
        <p:xfrm>
          <a:off xmlns:a="http://schemas.openxmlformats.org/drawingml/2006/main" x="571500" y="3352800"/>
          <a:ext xmlns:a="http://schemas.openxmlformats.org/drawingml/2006/main" cx="14097000" cy="2952750"/>
        </p:xfrm>
        <a:graphic xmlns:a="http://schemas.openxmlformats.org/drawingml/2006/main">
          <a:graphicData uri="http://schemas.openxmlformats.org/drawingml/2006/table">
            <a:tbl>
              <a:tblPr/>
              <a:tblGrid>
                <a:gridCol w="4381500"/>
                <a:gridCol w="9715500"/>
              </a:tblGrid>
              <a:tr h="738188">
                <a:tc>
                  <a:txBody>
                    <a:bodyPr lIns="171450" tIns="95250" rIns="152400" bIns="95250"/>
                    <a:lstStyle/>
                    <a:p>
                      <a:r>
                        <a:rPr sz="2625" b="1">
                          <a:solidFill>
                            <a:srgbClr val="FFFFFF"/>
                          </a:solidFill>
                          <a:latin typeface="Arial"/>
                          <a:ea typeface="Arial"/>
                          <a:cs typeface="Arial"/>
                        </a:rPr>
                        <a:t>Controle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Uitkomst</a:t>
                      </a:r>
                    </a:p>
                  </a:txBody>
                  <a:tcPr marL="91440" marR="91440" marT="45720" marB="45720" anchor="ctr">
                    <a:solidFill>
                      <a:srgbClr val="183247"/>
                    </a:solidFill>
                  </a:tcPr>
                </a:tc>
              </a:tr>
              <a:tr h="738188">
                <a:tc>
                  <a:txBody>
                    <a:bodyPr lIns="171450" tIns="95250" rIns="152400" bIns="95250"/>
                    <a:lstStyle/>
                    <a:p>
                      <a:r>
                        <a:rPr sz="2625" b="0">
                          <a:solidFill>
                            <a:srgbClr val="183247"/>
                          </a:solidFill>
                          <a:latin typeface="Arial"/>
                          <a:ea typeface="Arial"/>
                          <a:cs typeface="Arial"/>
                        </a:rPr>
                        <a:t>Kandidaat uit MO = MK</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80 kg per week is onhaalbaar</a:t>
                      </a:r>
                    </a:p>
                  </a:txBody>
                  <a:tcPr marL="91440" marR="91440" marT="45720" marB="45720" anchor="ctr">
                    <a:solidFill>
                      <a:srgbClr val="FFFFFF"/>
                    </a:solidFill>
                  </a:tcPr>
                </a:tc>
              </a:tr>
              <a:tr h="738188">
                <a:tc>
                  <a:txBody>
                    <a:bodyPr lIns="171450" tIns="95250" rIns="152400" bIns="95250"/>
                    <a:lstStyle/>
                    <a:p>
                      <a:r>
                        <a:rPr sz="2625" b="0">
                          <a:solidFill>
                            <a:srgbClr val="183247"/>
                          </a:solidFill>
                          <a:latin typeface="Arial"/>
                          <a:ea typeface="Arial"/>
                          <a:cs typeface="Arial"/>
                        </a:rPr>
                        <a:t>Bij de grens q = 70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MK = 0,10 × 70 + 2 = € 9 per kg</a:t>
                      </a:r>
                    </a:p>
                  </a:txBody>
                  <a:tcPr marL="91440" marR="91440" marT="45720" marB="45720" anchor="ctr">
                    <a:solidFill>
                      <a:srgbClr val="EFF4F7"/>
                    </a:solidFill>
                  </a:tcPr>
                </a:tc>
              </a:tr>
              <a:tr h="738188">
                <a:tc>
                  <a:txBody>
                    <a:bodyPr lIns="171450" tIns="95250" rIns="152400" bIns="95250"/>
                    <a:lstStyle/>
                    <a:p>
                      <a:r>
                        <a:rPr sz="2625" b="0">
                          <a:solidFill>
                            <a:srgbClr val="183247"/>
                          </a:solidFill>
                          <a:latin typeface="Arial"/>
                          <a:ea typeface="Arial"/>
                          <a:cs typeface="Arial"/>
                        </a:rPr>
                        <a:t>Tot de grens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MO = 10 &gt; MK: winst stijgt nog</a:t>
                      </a:r>
                    </a:p>
                  </a:txBody>
                  <a:tcPr marL="91440" marR="91440" marT="45720" marB="45720" anchor="ctr">
                    <a:solidFill>
                      <a:srgbClr val="FFFFFF"/>
                    </a:solidFill>
                  </a:tcPr>
                </a:tc>
              </a:tr>
            </a:tbl>
          </a:graphicData>
        </a:graphic>
      </p:graphicFrame>
      <p:sp>
        <p:nvSpPr>
          <p:cNvPr id="7" name="Beste haalbare productie: 70 kg per week">
            <a:extLst xmlns:a="http://schemas.openxmlformats.org/drawingml/2006/main">
              <a:ext uri="{FF2B5EF4-FFF2-40B4-BE49-F238E27FC236}">
                <a16:creationId xmlns:a16="http://schemas.microsoft.com/office/drawing/2014/main" id="{529FB347-2502-4F77-A672-2E993F6DE1BF}"/>
              </a:ext>
            </a:extLst>
          </p:cNvPr>
          <p:cNvSpPr>
            <a:spLocks xmlns:a="http://schemas.openxmlformats.org/drawingml/2006/main" noGrp="1"/>
          </p:cNvSpPr>
          <p:nvPr/>
        </p:nvSpPr>
        <p:spPr>
          <a:xfrm xmlns:a="http://schemas.openxmlformats.org/drawingml/2006/main">
            <a:off x="571500" y="68389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Beste haalbare productie: 70 kg per week</a:t>
            </a:r>
          </a:p>
        </p:txBody>
      </p:sp>
    </p:spTree>
    <p:extLst>
      <p:ext uri="{BB962C8B-B14F-4D97-AF65-F5344CB8AC3E}">
        <p14:creationId xmlns:p14="http://schemas.microsoft.com/office/powerpoint/2010/main" val="1620566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F28AFC6E-3775-4EC4-BAE8-1B159CD26597}"/>
              </a:ext>
            </a:extLst>
          </p:cNvPr>
          <p:cNvSpPr>
            <a:spLocks xmlns:a="http://schemas.openxmlformats.org/drawingml/2006/main" noGrp="1"/>
          </p:cNvSpPr>
          <p:nvPr/>
        </p:nvSpPr>
        <p:spPr>
          <a:xfrm xmlns:a="http://schemas.openxmlformats.org/drawingml/2006/main">
            <a:off x="571500" y="3619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§3.2.4 Gemengde opgaven: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prijsnemende onderneming</a:t>
            </a:r>
          </a:p>
        </p:txBody>
      </p:sp>
      <p:sp>
        <p:nvSpPr>
          <p:cNvPr id="2" name="">
            <a:extLst xmlns:a="http://schemas.openxmlformats.org/drawingml/2006/main">
              <a:ext uri="{FF2B5EF4-FFF2-40B4-BE49-F238E27FC236}">
                <a16:creationId xmlns:a16="http://schemas.microsoft.com/office/drawing/2014/main" id="{65467302-8293-43CC-8041-D30A9E1997E0}"/>
              </a:ext>
            </a:extLst>
          </p:cNvPr>
          <p:cNvSpPr>
            <a:spLocks xmlns:a="http://schemas.openxmlformats.org/drawingml/2006/main" noGrp="1"/>
          </p:cNvSpPr>
          <p:nvPr/>
        </p:nvSpPr>
        <p:spPr>
          <a:xfrm xmlns:a="http://schemas.openxmlformats.org/drawingml/2006/main">
            <a:off x="571500" y="19335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E296954-D9E9-4658-982C-2EE6A64180C1}"/>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Gemengde opgaven: de prijsnemende onderneming</a:t>
            </a:r>
          </a:p>
        </p:txBody>
      </p:sp>
      <p:sp>
        <p:nvSpPr>
          <p:cNvPr id="4" name="slide-number">
            <a:extLst xmlns:a="http://schemas.openxmlformats.org/drawingml/2006/main">
              <a:ext uri="{FF2B5EF4-FFF2-40B4-BE49-F238E27FC236}">
                <a16:creationId xmlns:a16="http://schemas.microsoft.com/office/drawing/2014/main" id="{8C1517B8-DF21-4041-9B74-EEE88554205E}"/>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76005465-4B3F-45C8-83B9-B355B9A74026}"/>
              </a:ext>
            </a:extLst>
          </p:cNvPr>
          <p:cNvSpPr>
            <a:spLocks xmlns:a="http://schemas.openxmlformats.org/drawingml/2006/main" noGrp="1"/>
          </p:cNvSpPr>
          <p:nvPr/>
        </p:nvSpPr>
        <p:spPr>
          <a:xfrm xmlns:a="http://schemas.openxmlformats.org/drawingml/2006/main">
            <a:off x="571500" y="14859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EA04B930-6294-420E-B1F0-F4B34D72A524}"/>
              </a:ext>
            </a:extLst>
          </p:cNvPr>
          <p:cNvSpPr>
            <a:spLocks xmlns:a="http://schemas.openxmlformats.org/drawingml/2006/main" noGrp="1"/>
          </p:cNvSpPr>
          <p:nvPr/>
        </p:nvSpPr>
        <p:spPr>
          <a:xfrm xmlns:a="http://schemas.openxmlformats.org/drawingml/2006/main">
            <a:off x="571500" y="21526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B650EF36-2341-4B73-B9DC-0B1D3EF3E0C1}"/>
              </a:ext>
            </a:extLst>
          </p:cNvPr>
          <p:cNvSpPr>
            <a:spLocks xmlns:a="http://schemas.openxmlformats.org/drawingml/2006/main" noGrp="1"/>
          </p:cNvSpPr>
          <p:nvPr/>
        </p:nvSpPr>
        <p:spPr>
          <a:xfrm xmlns:a="http://schemas.openxmlformats.org/drawingml/2006/main">
            <a:off x="571500" y="2695575"/>
            <a:ext cx="457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9C2D9DB-21D0-44B5-8B3E-C890AF9664B5}"/>
              </a:ext>
            </a:extLst>
          </p:cNvPr>
          <p:cNvSpPr>
            <a:spLocks xmlns:a="http://schemas.openxmlformats.org/drawingml/2006/main" noGrp="1"/>
          </p:cNvSpPr>
          <p:nvPr/>
        </p:nvSpPr>
        <p:spPr>
          <a:xfrm xmlns:a="http://schemas.openxmlformats.org/drawingml/2006/main">
            <a:off x="1104900" y="2695575"/>
            <a:ext cx="74199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A4818C3-3FC2-427A-82E6-B13324551CFF}"/>
              </a:ext>
            </a:extLst>
          </p:cNvPr>
          <p:cNvSpPr>
            <a:spLocks xmlns:a="http://schemas.openxmlformats.org/drawingml/2006/main" noGrp="1"/>
          </p:cNvSpPr>
          <p:nvPr/>
        </p:nvSpPr>
        <p:spPr>
          <a:xfrm xmlns:a="http://schemas.openxmlformats.org/drawingml/2006/main">
            <a:off x="571500" y="3629025"/>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EFF44F6-54CC-49D9-B297-5D11C40D0FB1}"/>
              </a:ext>
            </a:extLst>
          </p:cNvPr>
          <p:cNvSpPr>
            <a:spLocks xmlns:a="http://schemas.openxmlformats.org/drawingml/2006/main" noGrp="1"/>
          </p:cNvSpPr>
          <p:nvPr/>
        </p:nvSpPr>
        <p:spPr>
          <a:xfrm xmlns:a="http://schemas.openxmlformats.org/drawingml/2006/main">
            <a:off x="1104900" y="3629025"/>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DE994BB4-0F6F-4B44-8905-204AC57664BB}"/>
              </a:ext>
            </a:extLst>
          </p:cNvPr>
          <p:cNvSpPr>
            <a:spLocks xmlns:a="http://schemas.openxmlformats.org/drawingml/2006/main" noGrp="1"/>
          </p:cNvSpPr>
          <p:nvPr/>
        </p:nvSpPr>
        <p:spPr>
          <a:xfrm xmlns:a="http://schemas.openxmlformats.org/drawingml/2006/main">
            <a:off x="571500" y="419100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D9530D7-399F-47DA-918D-EA1609110A2D}"/>
              </a:ext>
            </a:extLst>
          </p:cNvPr>
          <p:cNvSpPr>
            <a:spLocks xmlns:a="http://schemas.openxmlformats.org/drawingml/2006/main" noGrp="1"/>
          </p:cNvSpPr>
          <p:nvPr/>
        </p:nvSpPr>
        <p:spPr>
          <a:xfrm xmlns:a="http://schemas.openxmlformats.org/drawingml/2006/main">
            <a:off x="1104900" y="4191000"/>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3CA6FA83-D63D-478D-B40E-27E2C09083CF}"/>
              </a:ext>
            </a:extLst>
          </p:cNvPr>
          <p:cNvSpPr>
            <a:spLocks xmlns:a="http://schemas.openxmlformats.org/drawingml/2006/main" noGrp="1"/>
          </p:cNvSpPr>
          <p:nvPr/>
        </p:nvSpPr>
        <p:spPr>
          <a:xfrm xmlns:a="http://schemas.openxmlformats.org/drawingml/2006/main">
            <a:off x="571500" y="4772025"/>
            <a:ext cx="457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1AB094A-B547-461E-852F-4B39C665DEB8}"/>
              </a:ext>
            </a:extLst>
          </p:cNvPr>
          <p:cNvSpPr>
            <a:spLocks xmlns:a="http://schemas.openxmlformats.org/drawingml/2006/main" noGrp="1"/>
          </p:cNvSpPr>
          <p:nvPr/>
        </p:nvSpPr>
        <p:spPr>
          <a:xfrm xmlns:a="http://schemas.openxmlformats.org/drawingml/2006/main">
            <a:off x="1104900" y="4772025"/>
            <a:ext cx="7419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0CCE7BE1-6829-4B84-9A98-6349D573029A}"/>
              </a:ext>
            </a:extLst>
          </p:cNvPr>
          <p:cNvSpPr>
            <a:spLocks xmlns:a="http://schemas.openxmlformats.org/drawingml/2006/main" noGrp="1"/>
          </p:cNvSpPr>
          <p:nvPr/>
        </p:nvSpPr>
        <p:spPr>
          <a:xfrm xmlns:a="http://schemas.openxmlformats.org/drawingml/2006/main">
            <a:off x="571500" y="5800725"/>
            <a:ext cx="457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072BAD9-7CFC-4215-9013-99EEAA839EC7}"/>
              </a:ext>
            </a:extLst>
          </p:cNvPr>
          <p:cNvSpPr>
            <a:spLocks xmlns:a="http://schemas.openxmlformats.org/drawingml/2006/main" noGrp="1"/>
          </p:cNvSpPr>
          <p:nvPr/>
        </p:nvSpPr>
        <p:spPr>
          <a:xfrm xmlns:a="http://schemas.openxmlformats.org/drawingml/2006/main">
            <a:off x="1104900" y="5800725"/>
            <a:ext cx="74199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BFD23B2-CE18-4D0F-9E4B-09C5AAD73675}"/>
              </a:ext>
            </a:extLst>
          </p:cNvPr>
          <p:cNvSpPr>
            <a:spLocks xmlns:a="http://schemas.openxmlformats.org/drawingml/2006/main" noGrp="1"/>
          </p:cNvSpPr>
          <p:nvPr/>
        </p:nvSpPr>
        <p:spPr>
          <a:xfrm xmlns:a="http://schemas.openxmlformats.org/drawingml/2006/main">
            <a:off x="571500" y="6677025"/>
            <a:ext cx="45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10E9B45-94DE-46B5-9EBC-53B2EE6166F9}"/>
              </a:ext>
            </a:extLst>
          </p:cNvPr>
          <p:cNvSpPr>
            <a:spLocks xmlns:a="http://schemas.openxmlformats.org/drawingml/2006/main" noGrp="1"/>
          </p:cNvSpPr>
          <p:nvPr/>
        </p:nvSpPr>
        <p:spPr>
          <a:xfrm xmlns:a="http://schemas.openxmlformats.org/drawingml/2006/main">
            <a:off x="1104900" y="6677025"/>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9" name="route-number-7">
            <a:extLst xmlns:a="http://schemas.openxmlformats.org/drawingml/2006/main">
              <a:ext uri="{FF2B5EF4-FFF2-40B4-BE49-F238E27FC236}">
                <a16:creationId xmlns:a16="http://schemas.microsoft.com/office/drawing/2014/main" id="{DA90D407-C898-49ED-BF88-372448719C8E}"/>
              </a:ext>
            </a:extLst>
          </p:cNvPr>
          <p:cNvSpPr>
            <a:spLocks xmlns:a="http://schemas.openxmlformats.org/drawingml/2006/main" noGrp="1"/>
          </p:cNvSpPr>
          <p:nvPr/>
        </p:nvSpPr>
        <p:spPr>
          <a:xfrm xmlns:a="http://schemas.openxmlformats.org/drawingml/2006/main">
            <a:off x="571500" y="74866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EF76404C-539F-4AD2-945A-2FD507C4C225}"/>
              </a:ext>
            </a:extLst>
          </p:cNvPr>
          <p:cNvSpPr>
            <a:spLocks xmlns:a="http://schemas.openxmlformats.org/drawingml/2006/main" noGrp="1"/>
          </p:cNvSpPr>
          <p:nvPr/>
        </p:nvSpPr>
        <p:spPr>
          <a:xfrm xmlns:a="http://schemas.openxmlformats.org/drawingml/2006/main">
            <a:off x="1104900" y="74866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98F8D34-2BCC-4D90-8695-D812BE685499}"/>
              </a:ext>
            </a:extLst>
          </p:cNvPr>
          <p:cNvSpPr>
            <a:spLocks xmlns:a="http://schemas.openxmlformats.org/drawingml/2006/main" noGrp="1"/>
          </p:cNvSpPr>
          <p:nvPr/>
        </p:nvSpPr>
        <p:spPr>
          <a:xfrm xmlns:a="http://schemas.openxmlformats.org/drawingml/2006/main">
            <a:off x="9258300" y="21526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272E7E6C-227D-48D7-B7B1-8CA6ADEBAC88}"/>
              </a:ext>
            </a:extLst>
          </p:cNvPr>
          <p:cNvSpPr>
            <a:spLocks xmlns:a="http://schemas.openxmlformats.org/drawingml/2006/main" noGrp="1"/>
          </p:cNvSpPr>
          <p:nvPr/>
        </p:nvSpPr>
        <p:spPr>
          <a:xfrm xmlns:a="http://schemas.openxmlformats.org/drawingml/2006/main">
            <a:off x="9258300" y="2695575"/>
            <a:ext cx="5410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en productie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Haalbaarheid en winst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en q uit elkaar houden.</a:t>
            </a:r>
          </a:p>
        </p:txBody>
      </p:sp>
      <p:sp>
        <p:nvSpPr>
          <p:cNvPr id="23" name="">
            <a:extLst xmlns:a="http://schemas.openxmlformats.org/drawingml/2006/main">
              <a:ext uri="{FF2B5EF4-FFF2-40B4-BE49-F238E27FC236}">
                <a16:creationId xmlns:a16="http://schemas.microsoft.com/office/drawing/2014/main" id="{F3C71C85-343A-40CF-96F5-F2DB9F7CCAE9}"/>
              </a:ext>
            </a:extLst>
          </p:cNvPr>
          <p:cNvSpPr>
            <a:spLocks xmlns:a="http://schemas.openxmlformats.org/drawingml/2006/main" noGrp="1"/>
          </p:cNvSpPr>
          <p:nvPr/>
        </p:nvSpPr>
        <p:spPr>
          <a:xfrm xmlns:a="http://schemas.openxmlformats.org/drawingml/2006/main">
            <a:off x="9258300" y="38862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9DC21AD-D0BC-4359-8B81-541900D599C3}"/>
              </a:ext>
            </a:extLst>
          </p:cNvPr>
          <p:cNvSpPr>
            <a:spLocks xmlns:a="http://schemas.openxmlformats.org/drawingml/2006/main" noGrp="1"/>
          </p:cNvSpPr>
          <p:nvPr/>
        </p:nvSpPr>
        <p:spPr>
          <a:xfrm xmlns:a="http://schemas.openxmlformats.org/drawingml/2006/main">
            <a:off x="9258300" y="40957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0D67BD7-B2C7-4024-ABD3-1DD0D8324B9B}"/>
              </a:ext>
            </a:extLst>
          </p:cNvPr>
          <p:cNvSpPr>
            <a:spLocks xmlns:a="http://schemas.openxmlformats.org/drawingml/2006/main" noGrp="1"/>
          </p:cNvSpPr>
          <p:nvPr/>
        </p:nvSpPr>
        <p:spPr>
          <a:xfrm xmlns:a="http://schemas.openxmlformats.org/drawingml/2006/main">
            <a:off x="9258300" y="4638675"/>
            <a:ext cx="5410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79 · 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§3.2.1, p. 54–56</a:t>
            </a:r>
          </a:p>
        </p:txBody>
      </p:sp>
      <p:sp>
        <p:nvSpPr>
          <p:cNvPr id="26" name="">
            <a:extLst xmlns:a="http://schemas.openxmlformats.org/drawingml/2006/main">
              <a:ext uri="{FF2B5EF4-FFF2-40B4-BE49-F238E27FC236}">
                <a16:creationId xmlns:a16="http://schemas.microsoft.com/office/drawing/2014/main" id="{B993858F-9731-4E8A-954D-7577ED9A57AE}"/>
              </a:ext>
            </a:extLst>
          </p:cNvPr>
          <p:cNvSpPr>
            <a:spLocks xmlns:a="http://schemas.openxmlformats.org/drawingml/2006/main" noGrp="1"/>
          </p:cNvSpPr>
          <p:nvPr/>
        </p:nvSpPr>
        <p:spPr>
          <a:xfrm xmlns:a="http://schemas.openxmlformats.org/drawingml/2006/main">
            <a:off x="9258300" y="54864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F356820-B6A5-4765-A26A-84D202228976}"/>
              </a:ext>
            </a:extLst>
          </p:cNvPr>
          <p:cNvSpPr>
            <a:spLocks xmlns:a="http://schemas.openxmlformats.org/drawingml/2006/main" noGrp="1"/>
          </p:cNvSpPr>
          <p:nvPr/>
        </p:nvSpPr>
        <p:spPr>
          <a:xfrm xmlns:a="http://schemas.openxmlformats.org/drawingml/2006/main">
            <a:off x="9258300" y="5686425"/>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AC45F02-FE78-4ADD-9800-E2357F2359EE}"/>
              </a:ext>
            </a:extLst>
          </p:cNvPr>
          <p:cNvSpPr>
            <a:spLocks xmlns:a="http://schemas.openxmlformats.org/drawingml/2006/main" noGrp="1"/>
          </p:cNvSpPr>
          <p:nvPr/>
        </p:nvSpPr>
        <p:spPr>
          <a:xfrm xmlns:a="http://schemas.openxmlformats.org/drawingml/2006/main">
            <a:off x="9258300" y="6238875"/>
            <a:ext cx="5410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§3.2.4 · Opgaven 31 t/m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Oefenen: 31–34 · Doel: 35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36: bonus · 37: herhaling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410489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335F833-FB1B-4388-A0F8-EC9FA338E2F1}"/>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35 · Kweekkorrels op twee momenten</a:t>
            </a:r>
          </a:p>
        </p:txBody>
      </p:sp>
      <p:sp>
        <p:nvSpPr>
          <p:cNvPr id="2" name="">
            <a:extLst xmlns:a="http://schemas.openxmlformats.org/drawingml/2006/main">
              <a:ext uri="{FF2B5EF4-FFF2-40B4-BE49-F238E27FC236}">
                <a16:creationId xmlns:a16="http://schemas.microsoft.com/office/drawing/2014/main" id="{A2CA11CA-375A-40DD-9F26-636BAD06CE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522EC82-E12C-44AF-8EB1-3AC9A96A2217}"/>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8561CC25-7131-4B58-9E09-5D2291C2736A}"/>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Bron A · De markt">
            <a:extLst xmlns:a="http://schemas.openxmlformats.org/drawingml/2006/main">
              <a:ext uri="{FF2B5EF4-FFF2-40B4-BE49-F238E27FC236}">
                <a16:creationId xmlns:a16="http://schemas.microsoft.com/office/drawing/2014/main" id="{5794B33F-684B-4992-BBD6-E5B90E19CDA7}"/>
              </a:ext>
            </a:extLst>
          </p:cNvPr>
          <p:cNvSpPr>
            <a:spLocks xmlns:a="http://schemas.openxmlformats.org/drawingml/2006/main" noGrp="1"/>
          </p:cNvSpPr>
          <p:nvPr/>
        </p:nvSpPr>
        <p:spPr>
          <a:xfrm xmlns:a="http://schemas.openxmlformats.org/drawingml/2006/main">
            <a:off x="571500" y="179070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Bron A · De markt</a:t>
            </a:r>
          </a:p>
        </p:txBody>
      </p:sp>
      <p:sp>
        <p:nvSpPr>
          <p:cNvPr id="6" name="Veel kleine bedrijven verkopen dezelfde kwaliteit kweekkorrels.&#10;Kopers">
            <a:extLst xmlns:a="http://schemas.openxmlformats.org/drawingml/2006/main">
              <a:ext uri="{FF2B5EF4-FFF2-40B4-BE49-F238E27FC236}">
                <a16:creationId xmlns:a16="http://schemas.microsoft.com/office/drawing/2014/main" id="{C84CCAF3-C8B8-46C3-BF63-3DC83DB5D1CE}"/>
              </a:ext>
            </a:extLst>
          </p:cNvPr>
          <p:cNvSpPr>
            <a:spLocks xmlns:a="http://schemas.openxmlformats.org/drawingml/2006/main" noGrp="1"/>
          </p:cNvSpPr>
          <p:nvPr/>
        </p:nvSpPr>
        <p:spPr>
          <a:xfrm xmlns:a="http://schemas.openxmlformats.org/drawingml/2006/main">
            <a:off x="571500" y="2486025"/>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Veel kleine bedrijven verkopen dezelfde kwaliteit kweekkorrels.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Kopers kennen de prijzen.</a:t>
            </a:r>
          </a:p>
        </p:txBody>
      </p:sp>
      <p:sp>
        <p:nvSpPr>
          <p:cNvPr id="7" name="Beginsituatie: Qv₀ = 30.000 − 2.500P&#10;                        Qa₀ = 2.5">
            <a:extLst xmlns:a="http://schemas.openxmlformats.org/drawingml/2006/main">
              <a:ext uri="{FF2B5EF4-FFF2-40B4-BE49-F238E27FC236}">
                <a16:creationId xmlns:a16="http://schemas.microsoft.com/office/drawing/2014/main" id="{3AC8042A-16F1-4FCF-A01E-35CB5F8572BE}"/>
              </a:ext>
            </a:extLst>
          </p:cNvPr>
          <p:cNvSpPr>
            <a:spLocks xmlns:a="http://schemas.openxmlformats.org/drawingml/2006/main" noGrp="1"/>
          </p:cNvSpPr>
          <p:nvPr/>
        </p:nvSpPr>
        <p:spPr>
          <a:xfrm xmlns:a="http://schemas.openxmlformats.org/drawingml/2006/main">
            <a:off x="571500" y="375285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Beginsituatie: Qv₀ = 30.000 − 2.500P</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Qa₀ = 2.500P − 10.000</a:t>
            </a:r>
          </a:p>
        </p:txBody>
      </p:sp>
      <p:sp>
        <p:nvSpPr>
          <p:cNvPr id="8" name="Door een nieuwe toepassing neemt de vraag toe tot&#10;Qv₁ = 50.000 − 2.500">
            <a:extLst xmlns:a="http://schemas.openxmlformats.org/drawingml/2006/main">
              <a:ext uri="{FF2B5EF4-FFF2-40B4-BE49-F238E27FC236}">
                <a16:creationId xmlns:a16="http://schemas.microsoft.com/office/drawing/2014/main" id="{35E8E99D-6AED-4F0D-8E64-CDD54B9DE0AE}"/>
              </a:ext>
            </a:extLst>
          </p:cNvPr>
          <p:cNvSpPr>
            <a:spLocks xmlns:a="http://schemas.openxmlformats.org/drawingml/2006/main" noGrp="1"/>
          </p:cNvSpPr>
          <p:nvPr/>
        </p:nvSpPr>
        <p:spPr>
          <a:xfrm xmlns:a="http://schemas.openxmlformats.org/drawingml/2006/main">
            <a:off x="571500" y="5276850"/>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Door een nieuwe toepassing neemt de vraag toe tot</a:t>
            </a:r>
          </a:p>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Qv₁ = 50.000 − 2.500P.</a:t>
            </a:r>
          </a:p>
        </p:txBody>
      </p:sp>
      <p:sp>
        <p:nvSpPr>
          <p:cNvPr id="9" name="In de onderzochte korte periode verandert het aantal bedrijven niet:&#10;Q">
            <a:extLst xmlns:a="http://schemas.openxmlformats.org/drawingml/2006/main">
              <a:ext uri="{FF2B5EF4-FFF2-40B4-BE49-F238E27FC236}">
                <a16:creationId xmlns:a16="http://schemas.microsoft.com/office/drawing/2014/main" id="{8096A29B-7D0A-4279-96FD-5488CFC8D08F}"/>
              </a:ext>
            </a:extLst>
          </p:cNvPr>
          <p:cNvSpPr>
            <a:spLocks xmlns:a="http://schemas.openxmlformats.org/drawingml/2006/main" noGrp="1"/>
          </p:cNvSpPr>
          <p:nvPr/>
        </p:nvSpPr>
        <p:spPr>
          <a:xfrm xmlns:a="http://schemas.openxmlformats.org/drawingml/2006/main">
            <a:off x="571500" y="6800850"/>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In de onderzochte korte periode verandert het aantal bedrijven niet: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Qa₀ blijft gelden. Q is kg per week; P is euro per kg.</a:t>
            </a:r>
          </a:p>
        </p:txBody>
      </p:sp>
    </p:spTree>
    <p:extLst>
      <p:ext uri="{BB962C8B-B14F-4D97-AF65-F5344CB8AC3E}">
        <p14:creationId xmlns:p14="http://schemas.microsoft.com/office/powerpoint/2010/main" val="16729125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7CE43EEC-7465-4483-BEFF-1458213DF4E9}"/>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35 · Bron B en figuur 1</a:t>
            </a:r>
          </a:p>
        </p:txBody>
      </p:sp>
      <p:sp>
        <p:nvSpPr>
          <p:cNvPr id="2" name="">
            <a:extLst xmlns:a="http://schemas.openxmlformats.org/drawingml/2006/main">
              <a:ext uri="{FF2B5EF4-FFF2-40B4-BE49-F238E27FC236}">
                <a16:creationId xmlns:a16="http://schemas.microsoft.com/office/drawing/2014/main" id="{61D9F4CA-D7CB-4E06-908F-C74FE50417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7B95150-8994-4F8C-A95D-DA0DDA1D3C05}"/>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77DAE566-A2CD-4B3A-891A-436630A3C52C}"/>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Voor iedere onderneming: TK = 0,02q² + 4q + 200">
            <a:extLst xmlns:a="http://schemas.openxmlformats.org/drawingml/2006/main">
              <a:ext uri="{FF2B5EF4-FFF2-40B4-BE49-F238E27FC236}">
                <a16:creationId xmlns:a16="http://schemas.microsoft.com/office/drawing/2014/main" id="{D60C0313-3329-4740-9910-816347E672F1}"/>
              </a:ext>
            </a:extLst>
          </p:cNvPr>
          <p:cNvSpPr>
            <a:spLocks xmlns:a="http://schemas.openxmlformats.org/drawingml/2006/main" noGrp="1"/>
          </p:cNvSpPr>
          <p:nvPr/>
        </p:nvSpPr>
        <p:spPr>
          <a:xfrm xmlns:a="http://schemas.openxmlformats.org/drawingml/2006/main">
            <a:off x="571500" y="16954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Voor iedere onderneming: TK = 0,02q² + 4q + 200</a:t>
            </a:r>
          </a:p>
        </p:txBody>
      </p:sp>
      <p:sp>
        <p:nvSpPr>
          <p:cNvPr id="6" name="q is kg per week; capaciteit is 250 kg. Alle productie wordt verkocht.">
            <a:extLst xmlns:a="http://schemas.openxmlformats.org/drawingml/2006/main">
              <a:ext uri="{FF2B5EF4-FFF2-40B4-BE49-F238E27FC236}">
                <a16:creationId xmlns:a16="http://schemas.microsoft.com/office/drawing/2014/main" id="{A9C1BF63-B4DF-4BCC-9AEC-469C3C93C394}"/>
              </a:ext>
            </a:extLst>
          </p:cNvPr>
          <p:cNvSpPr>
            <a:spLocks xmlns:a="http://schemas.openxmlformats.org/drawingml/2006/main" noGrp="1"/>
          </p:cNvSpPr>
          <p:nvPr/>
        </p:nvSpPr>
        <p:spPr>
          <a:xfrm xmlns:a="http://schemas.openxmlformats.org/drawingml/2006/main">
            <a:off x="571500" y="23907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is kg per week; capaciteit is 250 kg. Alle productie wordt verkocht.</a:t>
            </a:r>
          </a:p>
        </p:txBody>
      </p:sp>
      <p:sp>
        <p:nvSpPr>
          <p:cNvPr id="7" name="De hele markt">
            <a:extLst xmlns:a="http://schemas.openxmlformats.org/drawingml/2006/main">
              <a:ext uri="{FF2B5EF4-FFF2-40B4-BE49-F238E27FC236}">
                <a16:creationId xmlns:a16="http://schemas.microsoft.com/office/drawing/2014/main" id="{A117FC08-F08F-419E-BE5F-887302516C9F}"/>
              </a:ext>
            </a:extLst>
          </p:cNvPr>
          <p:cNvSpPr>
            <a:spLocks xmlns:a="http://schemas.openxmlformats.org/drawingml/2006/main" noGrp="1"/>
          </p:cNvSpPr>
          <p:nvPr/>
        </p:nvSpPr>
        <p:spPr>
          <a:xfrm xmlns:a="http://schemas.openxmlformats.org/drawingml/2006/main">
            <a:off x="1714500" y="31908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De hele markt</a:t>
            </a:r>
          </a:p>
        </p:txBody>
      </p:sp>
      <p:sp>
        <p:nvSpPr>
          <p:cNvPr id="8" name="Eén onderneming">
            <a:extLst xmlns:a="http://schemas.openxmlformats.org/drawingml/2006/main">
              <a:ext uri="{FF2B5EF4-FFF2-40B4-BE49-F238E27FC236}">
                <a16:creationId xmlns:a16="http://schemas.microsoft.com/office/drawing/2014/main" id="{5A75CF6F-5B8B-4FBD-A1B3-FC42438B08F0}"/>
              </a:ext>
            </a:extLst>
          </p:cNvPr>
          <p:cNvSpPr>
            <a:spLocks xmlns:a="http://schemas.openxmlformats.org/drawingml/2006/main" noGrp="1"/>
          </p:cNvSpPr>
          <p:nvPr/>
        </p:nvSpPr>
        <p:spPr>
          <a:xfrm xmlns:a="http://schemas.openxmlformats.org/drawingml/2006/main">
            <a:off x="9048750" y="31908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Eén onderneming</a:t>
            </a:r>
          </a:p>
        </p:txBody>
      </p:sp>
      <p:graphicFrame>
        <p:nvGraphicFramePr>
          <p:cNvPr id="24" name="Chart"/>
          <p:cNvGraphicFramePr/>
          <p:nvPr/>
        </p:nvGraphicFramePr>
        <p:xfrm>
          <a:off xmlns:a="http://schemas.openxmlformats.org/drawingml/2006/main" x="238125" y="3619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358d8e85bd9b4272"/>
          </a:graphicData>
        </a:graphic>
      </p:graphicFrame>
      <p:sp>
        <p:nvSpPr>
          <p:cNvPr id="10" name="V₀">
            <a:extLst xmlns:a="http://schemas.openxmlformats.org/drawingml/2006/main">
              <a:ext uri="{FF2B5EF4-FFF2-40B4-BE49-F238E27FC236}">
                <a16:creationId xmlns:a16="http://schemas.microsoft.com/office/drawing/2014/main" id="{9C3F233F-56D4-4ABE-8DB4-5EE505B3F08D}"/>
              </a:ext>
            </a:extLst>
          </p:cNvPr>
          <p:cNvSpPr>
            <a:spLocks xmlns:a="http://schemas.openxmlformats.org/drawingml/2006/main" noGrp="1"/>
          </p:cNvSpPr>
          <p:nvPr/>
        </p:nvSpPr>
        <p:spPr>
          <a:xfrm xmlns:a="http://schemas.openxmlformats.org/drawingml/2006/main">
            <a:off x="3799713" y="6244844"/>
            <a:ext cx="60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445B6B"/>
                </a:solidFill>
                <a:latin typeface="Arial"/>
                <a:ea typeface="Arial"/>
                <a:cs typeface="Arial"/>
              </a:defRPr>
            </a:pPr>
            <a:r>
              <a:rPr sz="1875" b="1">
                <a:solidFill>
                  <a:srgbClr val="445B6B"/>
                </a:solidFill>
                <a:latin typeface="Arial"/>
                <a:ea typeface="Arial"/>
                <a:cs typeface="Arial"/>
              </a:rPr>
              <a:t>V₀</a:t>
            </a:r>
          </a:p>
        </p:txBody>
      </p:sp>
      <p:sp>
        <p:nvSpPr>
          <p:cNvPr id="11" name="V₁">
            <a:extLst xmlns:a="http://schemas.openxmlformats.org/drawingml/2006/main">
              <a:ext uri="{FF2B5EF4-FFF2-40B4-BE49-F238E27FC236}">
                <a16:creationId xmlns:a16="http://schemas.microsoft.com/office/drawing/2014/main" id="{C5F553D4-BAD9-4680-827D-81E59780B087}"/>
              </a:ext>
            </a:extLst>
          </p:cNvPr>
          <p:cNvSpPr>
            <a:spLocks xmlns:a="http://schemas.openxmlformats.org/drawingml/2006/main" noGrp="1"/>
          </p:cNvSpPr>
          <p:nvPr/>
        </p:nvSpPr>
        <p:spPr>
          <a:xfrm xmlns:a="http://schemas.openxmlformats.org/drawingml/2006/main">
            <a:off x="6116193" y="6244844"/>
            <a:ext cx="60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58A"/>
                </a:solidFill>
                <a:latin typeface="Arial"/>
                <a:ea typeface="Arial"/>
                <a:cs typeface="Arial"/>
              </a:defRPr>
            </a:pPr>
            <a:r>
              <a:rPr sz="1875" b="1">
                <a:solidFill>
                  <a:srgbClr val="17658A"/>
                </a:solidFill>
                <a:latin typeface="Arial"/>
                <a:ea typeface="Arial"/>
                <a:cs typeface="Arial"/>
              </a:rPr>
              <a:t>V₁</a:t>
            </a:r>
          </a:p>
        </p:txBody>
      </p:sp>
      <p:sp>
        <p:nvSpPr>
          <p:cNvPr id="12" name="A₀">
            <a:extLst xmlns:a="http://schemas.openxmlformats.org/drawingml/2006/main">
              <a:ext uri="{FF2B5EF4-FFF2-40B4-BE49-F238E27FC236}">
                <a16:creationId xmlns:a16="http://schemas.microsoft.com/office/drawing/2014/main" id="{55A283B8-EC50-486D-9F4D-2162704E2AD0}"/>
              </a:ext>
            </a:extLst>
          </p:cNvPr>
          <p:cNvSpPr>
            <a:spLocks xmlns:a="http://schemas.openxmlformats.org/drawingml/2006/main" noGrp="1"/>
          </p:cNvSpPr>
          <p:nvPr/>
        </p:nvSpPr>
        <p:spPr>
          <a:xfrm xmlns:a="http://schemas.openxmlformats.org/drawingml/2006/main">
            <a:off x="5189601" y="4405757"/>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0665B"/>
                </a:solidFill>
                <a:latin typeface="Arial"/>
                <a:ea typeface="Arial"/>
                <a:cs typeface="Arial"/>
              </a:defRPr>
            </a:pPr>
            <a:r>
              <a:rPr sz="1875" b="1">
                <a:solidFill>
                  <a:srgbClr val="20665B"/>
                </a:solidFill>
                <a:latin typeface="Arial"/>
                <a:ea typeface="Arial"/>
                <a:cs typeface="Arial"/>
              </a:rPr>
              <a:t>A₀</a:t>
            </a:r>
          </a:p>
        </p:txBody>
      </p:sp>
      <p:graphicFrame>
        <p:nvGraphicFramePr>
          <p:cNvPr id="28" name="Chart"/>
          <p:cNvGraphicFramePr/>
          <p:nvPr/>
        </p:nvGraphicFramePr>
        <p:xfrm>
          <a:off xmlns:a="http://schemas.openxmlformats.org/drawingml/2006/main" x="7667625" y="36195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ee30992478d141ee"/>
          </a:graphicData>
        </a:graphic>
      </p:graphicFrame>
      <p:sp>
        <p:nvSpPr>
          <p:cNvPr id="14" name="MK">
            <a:extLst xmlns:a="http://schemas.openxmlformats.org/drawingml/2006/main">
              <a:ext uri="{FF2B5EF4-FFF2-40B4-BE49-F238E27FC236}">
                <a16:creationId xmlns:a16="http://schemas.microsoft.com/office/drawing/2014/main" id="{DE13BD36-71E0-4A3B-B3A3-23A1D90586C6}"/>
              </a:ext>
            </a:extLst>
          </p:cNvPr>
          <p:cNvSpPr>
            <a:spLocks xmlns:a="http://schemas.openxmlformats.org/drawingml/2006/main" noGrp="1"/>
          </p:cNvSpPr>
          <p:nvPr/>
        </p:nvSpPr>
        <p:spPr>
          <a:xfrm xmlns:a="http://schemas.openxmlformats.org/drawingml/2006/main">
            <a:off x="13429869" y="504898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0665B"/>
                </a:solidFill>
                <a:latin typeface="Arial"/>
                <a:ea typeface="Arial"/>
                <a:cs typeface="Arial"/>
              </a:defRPr>
            </a:pPr>
            <a:r>
              <a:rPr sz="1950" b="1">
                <a:solidFill>
                  <a:srgbClr val="20665B"/>
                </a:solidFill>
                <a:latin typeface="Arial"/>
                <a:ea typeface="Arial"/>
                <a:cs typeface="Arial"/>
              </a:rPr>
              <a:t>MK</a:t>
            </a:r>
          </a:p>
        </p:txBody>
      </p:sp>
      <p:sp>
        <p:nvSpPr>
          <p:cNvPr id="15" name="GTK">
            <a:extLst xmlns:a="http://schemas.openxmlformats.org/drawingml/2006/main">
              <a:ext uri="{FF2B5EF4-FFF2-40B4-BE49-F238E27FC236}">
                <a16:creationId xmlns:a16="http://schemas.microsoft.com/office/drawing/2014/main" id="{2C5A346C-4B7F-4BBA-8BC6-D54B1A6DAE95}"/>
              </a:ext>
            </a:extLst>
          </p:cNvPr>
          <p:cNvSpPr>
            <a:spLocks xmlns:a="http://schemas.openxmlformats.org/drawingml/2006/main" noGrp="1"/>
          </p:cNvSpPr>
          <p:nvPr/>
        </p:nvSpPr>
        <p:spPr>
          <a:xfrm xmlns:a="http://schemas.openxmlformats.org/drawingml/2006/main">
            <a:off x="13545693" y="5987178"/>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GTK</a:t>
            </a:r>
          </a:p>
        </p:txBody>
      </p:sp>
    </p:spTree>
    <p:extLst>
      <p:ext uri="{BB962C8B-B14F-4D97-AF65-F5344CB8AC3E}">
        <p14:creationId xmlns:p14="http://schemas.microsoft.com/office/powerpoint/2010/main" val="8394617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214CD29-957E-44ED-82D3-F6E0129B46D4}"/>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35 · Vragen a en b</a:t>
            </a:r>
          </a:p>
        </p:txBody>
      </p:sp>
      <p:sp>
        <p:nvSpPr>
          <p:cNvPr id="2" name="">
            <a:extLst xmlns:a="http://schemas.openxmlformats.org/drawingml/2006/main">
              <a:ext uri="{FF2B5EF4-FFF2-40B4-BE49-F238E27FC236}">
                <a16:creationId xmlns:a16="http://schemas.microsoft.com/office/drawing/2014/main" id="{26EB47B4-9088-44A1-A8CF-B6CE3AC987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3877B87-6CDB-4053-B551-1682A9D83823}"/>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73EB974C-1A97-434A-B17C-B6F82E07E923}"/>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Gebruik bronnen A en B en figuur 1 op boekpagina 82.">
            <a:extLst xmlns:a="http://schemas.openxmlformats.org/drawingml/2006/main">
              <a:ext uri="{FF2B5EF4-FFF2-40B4-BE49-F238E27FC236}">
                <a16:creationId xmlns:a16="http://schemas.microsoft.com/office/drawing/2014/main" id="{C8FDC724-2886-4321-8F4D-61889A3A12A6}"/>
              </a:ext>
            </a:extLst>
          </p:cNvPr>
          <p:cNvSpPr>
            <a:spLocks xmlns:a="http://schemas.openxmlformats.org/drawingml/2006/main" noGrp="1"/>
          </p:cNvSpPr>
          <p:nvPr/>
        </p:nvSpPr>
        <p:spPr>
          <a:xfrm xmlns:a="http://schemas.openxmlformats.org/drawingml/2006/main">
            <a:off x="571500" y="17716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Gebruik bronnen A en B en figuur 1 op boekpagina 82.</a:t>
            </a:r>
          </a:p>
        </p:txBody>
      </p:sp>
      <p:sp>
        <p:nvSpPr>
          <p:cNvPr id="6" name="a. (3p)">
            <a:extLst xmlns:a="http://schemas.openxmlformats.org/drawingml/2006/main">
              <a:ext uri="{FF2B5EF4-FFF2-40B4-BE49-F238E27FC236}">
                <a16:creationId xmlns:a16="http://schemas.microsoft.com/office/drawing/2014/main" id="{173E7C47-BE49-46D8-854D-B7D0BD41067F}"/>
              </a:ext>
            </a:extLst>
          </p:cNvPr>
          <p:cNvSpPr>
            <a:spLocks xmlns:a="http://schemas.openxmlformats.org/drawingml/2006/main" noGrp="1"/>
          </p:cNvSpPr>
          <p:nvPr/>
        </p:nvSpPr>
        <p:spPr>
          <a:xfrm xmlns:a="http://schemas.openxmlformats.org/drawingml/2006/main">
            <a:off x="571500" y="2743200"/>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a. (3p)</a:t>
            </a:r>
          </a:p>
        </p:txBody>
      </p:sp>
      <p:sp>
        <p:nvSpPr>
          <p:cNvPr id="7" name="Bereken in de beginsituatie P₀ en Q₀. Eén onderneming kiest dan&#10;q = 10">
            <a:extLst xmlns:a="http://schemas.openxmlformats.org/drawingml/2006/main">
              <a:ext uri="{FF2B5EF4-FFF2-40B4-BE49-F238E27FC236}">
                <a16:creationId xmlns:a16="http://schemas.microsoft.com/office/drawing/2014/main" id="{23A65E78-1F91-44F7-A494-80F9A5CF39C3}"/>
              </a:ext>
            </a:extLst>
          </p:cNvPr>
          <p:cNvSpPr>
            <a:spLocks xmlns:a="http://schemas.openxmlformats.org/drawingml/2006/main" noGrp="1"/>
          </p:cNvSpPr>
          <p:nvPr/>
        </p:nvSpPr>
        <p:spPr>
          <a:xfrm xmlns:a="http://schemas.openxmlformats.org/drawingml/2006/main">
            <a:off x="2495550" y="2743200"/>
            <a:ext cx="121729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in de beginsituatie P₀ en Q₀. Eén onderneming kiest dan</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 100. Controleer met TO en TK dat haar winst nul is.</a:t>
            </a:r>
          </a:p>
        </p:txBody>
      </p:sp>
      <p:sp>
        <p:nvSpPr>
          <p:cNvPr id="8" name="">
            <a:extLst xmlns:a="http://schemas.openxmlformats.org/drawingml/2006/main">
              <a:ext uri="{FF2B5EF4-FFF2-40B4-BE49-F238E27FC236}">
                <a16:creationId xmlns:a16="http://schemas.microsoft.com/office/drawing/2014/main" id="{63590D1C-6E2C-4101-9210-C4CD8E94B975}"/>
              </a:ext>
            </a:extLst>
          </p:cNvPr>
          <p:cNvSpPr>
            <a:spLocks xmlns:a="http://schemas.openxmlformats.org/drawingml/2006/main" noGrp="1"/>
          </p:cNvSpPr>
          <p:nvPr/>
        </p:nvSpPr>
        <p:spPr>
          <a:xfrm xmlns:a="http://schemas.openxmlformats.org/drawingml/2006/main">
            <a:off x="571500" y="4581525"/>
            <a:ext cx="14097000" cy="0"/>
          </a:xfrm>
          <a:prstGeom xmlns:a="http://schemas.openxmlformats.org/drawingml/2006/main" prst="line">
            <a:avLst/>
          </a:prstGeom>
          <a:ln xmlns:a="http://schemas.openxmlformats.org/drawingml/2006/main" w="19050">
            <a:solidFill>
              <a:srgbClr val="C6D2DB"/>
            </a:solidFill>
          </a:ln>
        </p:spPr>
      </p:sp>
      <p:sp>
        <p:nvSpPr>
          <p:cNvPr id="9" name="b. (2p)">
            <a:extLst xmlns:a="http://schemas.openxmlformats.org/drawingml/2006/main">
              <a:ext uri="{FF2B5EF4-FFF2-40B4-BE49-F238E27FC236}">
                <a16:creationId xmlns:a16="http://schemas.microsoft.com/office/drawing/2014/main" id="{9C409082-988F-411D-9449-6F2174D88DE0}"/>
              </a:ext>
            </a:extLst>
          </p:cNvPr>
          <p:cNvSpPr>
            <a:spLocks xmlns:a="http://schemas.openxmlformats.org/drawingml/2006/main" noGrp="1"/>
          </p:cNvSpPr>
          <p:nvPr/>
        </p:nvSpPr>
        <p:spPr>
          <a:xfrm xmlns:a="http://schemas.openxmlformats.org/drawingml/2006/main">
            <a:off x="571500" y="5105400"/>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b. (2p)</a:t>
            </a:r>
          </a:p>
        </p:txBody>
      </p:sp>
      <p:sp>
        <p:nvSpPr>
          <p:cNvPr id="10" name="Bereken direct na de vraagstijging, bij het gegeven ongewijzigde&#10;aanbo">
            <a:extLst xmlns:a="http://schemas.openxmlformats.org/drawingml/2006/main">
              <a:ext uri="{FF2B5EF4-FFF2-40B4-BE49-F238E27FC236}">
                <a16:creationId xmlns:a16="http://schemas.microsoft.com/office/drawing/2014/main" id="{8BEEA205-0E74-46A1-AAE6-FE5DF1FAC7FD}"/>
              </a:ext>
            </a:extLst>
          </p:cNvPr>
          <p:cNvSpPr>
            <a:spLocks xmlns:a="http://schemas.openxmlformats.org/drawingml/2006/main" noGrp="1"/>
          </p:cNvSpPr>
          <p:nvPr/>
        </p:nvSpPr>
        <p:spPr>
          <a:xfrm xmlns:a="http://schemas.openxmlformats.org/drawingml/2006/main">
            <a:off x="2495550" y="5105400"/>
            <a:ext cx="121729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direct na de vraagstijging, bij het gegeven ongewijzigde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aanbod, P₁ en Q₁. Markeer het nieuwe evenwicht E₁ in de</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marktgrafiek.</a:t>
            </a:r>
          </a:p>
        </p:txBody>
      </p:sp>
    </p:spTree>
    <p:extLst>
      <p:ext uri="{BB962C8B-B14F-4D97-AF65-F5344CB8AC3E}">
        <p14:creationId xmlns:p14="http://schemas.microsoft.com/office/powerpoint/2010/main" val="3956279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3EC1838-AC64-446C-BB40-B09E51FE3DBA}"/>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35 · Vragen c, d en e</a:t>
            </a:r>
          </a:p>
        </p:txBody>
      </p:sp>
      <p:sp>
        <p:nvSpPr>
          <p:cNvPr id="2" name="">
            <a:extLst xmlns:a="http://schemas.openxmlformats.org/drawingml/2006/main">
              <a:ext uri="{FF2B5EF4-FFF2-40B4-BE49-F238E27FC236}">
                <a16:creationId xmlns:a16="http://schemas.microsoft.com/office/drawing/2014/main" id="{20BCC647-E0CB-4C9E-92BA-67FD9F0531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AB2B26E-9E52-4E26-A46D-D0B81A61A591}"/>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6E76C6CF-0913-4218-ABC1-5C4626B1A04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c. (3p)">
            <a:extLst xmlns:a="http://schemas.openxmlformats.org/drawingml/2006/main">
              <a:ext uri="{FF2B5EF4-FFF2-40B4-BE49-F238E27FC236}">
                <a16:creationId xmlns:a16="http://schemas.microsoft.com/office/drawing/2014/main" id="{CFB0740B-3B40-42FA-80AA-23305197E612}"/>
              </a:ext>
            </a:extLst>
          </p:cNvPr>
          <p:cNvSpPr>
            <a:spLocks xmlns:a="http://schemas.openxmlformats.org/drawingml/2006/main" noGrp="1"/>
          </p:cNvSpPr>
          <p:nvPr/>
        </p:nvSpPr>
        <p:spPr>
          <a:xfrm xmlns:a="http://schemas.openxmlformats.org/drawingml/2006/main">
            <a:off x="571500" y="190500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c. (3p)</a:t>
            </a:r>
          </a:p>
        </p:txBody>
      </p:sp>
      <p:sp>
        <p:nvSpPr>
          <p:cNvPr id="6" name="Stel MK op. Bepaal bij P₁ de winstmaximale q van één onderneming.&#10;Cont">
            <a:extLst xmlns:a="http://schemas.openxmlformats.org/drawingml/2006/main">
              <a:ext uri="{FF2B5EF4-FFF2-40B4-BE49-F238E27FC236}">
                <a16:creationId xmlns:a16="http://schemas.microsoft.com/office/drawing/2014/main" id="{9EE87B59-0BE3-4E60-83EA-735DE28E015A}"/>
              </a:ext>
            </a:extLst>
          </p:cNvPr>
          <p:cNvSpPr>
            <a:spLocks xmlns:a="http://schemas.openxmlformats.org/drawingml/2006/main" noGrp="1"/>
          </p:cNvSpPr>
          <p:nvPr/>
        </p:nvSpPr>
        <p:spPr>
          <a:xfrm xmlns:a="http://schemas.openxmlformats.org/drawingml/2006/main">
            <a:off x="2495550" y="1905000"/>
            <a:ext cx="121729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Stel MK op. Bepaal bij P₁ de winstmaximale q van één onderneming.</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Controleer de capaciteit en het verloop van MO en MK.</a:t>
            </a:r>
          </a:p>
        </p:txBody>
      </p:sp>
      <p:sp>
        <p:nvSpPr>
          <p:cNvPr id="7" name="">
            <a:extLst xmlns:a="http://schemas.openxmlformats.org/drawingml/2006/main">
              <a:ext uri="{FF2B5EF4-FFF2-40B4-BE49-F238E27FC236}">
                <a16:creationId xmlns:a16="http://schemas.microsoft.com/office/drawing/2014/main" id="{4A9D6BBB-82C1-4230-A404-EF5DFC2DEADF}"/>
              </a:ext>
            </a:extLst>
          </p:cNvPr>
          <p:cNvSpPr>
            <a:spLocks xmlns:a="http://schemas.openxmlformats.org/drawingml/2006/main" noGrp="1"/>
          </p:cNvSpPr>
          <p:nvPr/>
        </p:nvSpPr>
        <p:spPr>
          <a:xfrm xmlns:a="http://schemas.openxmlformats.org/drawingml/2006/main">
            <a:off x="571500" y="3390900"/>
            <a:ext cx="14097000" cy="0"/>
          </a:xfrm>
          <a:prstGeom xmlns:a="http://schemas.openxmlformats.org/drawingml/2006/main" prst="line">
            <a:avLst/>
          </a:prstGeom>
          <a:ln xmlns:a="http://schemas.openxmlformats.org/drawingml/2006/main" w="19050">
            <a:solidFill>
              <a:srgbClr val="C6D2DB"/>
            </a:solidFill>
          </a:ln>
        </p:spPr>
      </p:sp>
      <p:sp>
        <p:nvSpPr>
          <p:cNvPr id="8" name="d. (3p)">
            <a:extLst xmlns:a="http://schemas.openxmlformats.org/drawingml/2006/main">
              <a:ext uri="{FF2B5EF4-FFF2-40B4-BE49-F238E27FC236}">
                <a16:creationId xmlns:a16="http://schemas.microsoft.com/office/drawing/2014/main" id="{FD1737D2-DCF6-4325-8307-E79BF52AF6A4}"/>
              </a:ext>
            </a:extLst>
          </p:cNvPr>
          <p:cNvSpPr>
            <a:spLocks xmlns:a="http://schemas.openxmlformats.org/drawingml/2006/main" noGrp="1"/>
          </p:cNvSpPr>
          <p:nvPr/>
        </p:nvSpPr>
        <p:spPr>
          <a:xfrm xmlns:a="http://schemas.openxmlformats.org/drawingml/2006/main">
            <a:off x="571500" y="371475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 (3p)</a:t>
            </a:r>
          </a:p>
        </p:txBody>
      </p:sp>
      <p:sp>
        <p:nvSpPr>
          <p:cNvPr id="9" name="Bereken de winst en GTK bij die q. Teken rechts de nieuwe&#10;P = GO = MO-">
            <a:extLst xmlns:a="http://schemas.openxmlformats.org/drawingml/2006/main">
              <a:ext uri="{FF2B5EF4-FFF2-40B4-BE49-F238E27FC236}">
                <a16:creationId xmlns:a16="http://schemas.microsoft.com/office/drawing/2014/main" id="{4D1A22DE-2B79-4235-8C31-E8E88CA5D47C}"/>
              </a:ext>
            </a:extLst>
          </p:cNvPr>
          <p:cNvSpPr>
            <a:spLocks xmlns:a="http://schemas.openxmlformats.org/drawingml/2006/main" noGrp="1"/>
          </p:cNvSpPr>
          <p:nvPr/>
        </p:nvSpPr>
        <p:spPr>
          <a:xfrm xmlns:a="http://schemas.openxmlformats.org/drawingml/2006/main">
            <a:off x="2495550" y="3714750"/>
            <a:ext cx="121729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Bereken de winst en GTK bij die q. Teken rechts de nieuwe</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 = GO = MO-lijn en arceer de winstrechthoek.</a:t>
            </a:r>
          </a:p>
        </p:txBody>
      </p:sp>
      <p:sp>
        <p:nvSpPr>
          <p:cNvPr id="10" name="">
            <a:extLst xmlns:a="http://schemas.openxmlformats.org/drawingml/2006/main">
              <a:ext uri="{FF2B5EF4-FFF2-40B4-BE49-F238E27FC236}">
                <a16:creationId xmlns:a16="http://schemas.microsoft.com/office/drawing/2014/main" id="{CF3A2D2B-2E47-4D82-B5F5-6DB627D59EA0}"/>
              </a:ext>
            </a:extLst>
          </p:cNvPr>
          <p:cNvSpPr>
            <a:spLocks xmlns:a="http://schemas.openxmlformats.org/drawingml/2006/main" noGrp="1"/>
          </p:cNvSpPr>
          <p:nvPr/>
        </p:nvSpPr>
        <p:spPr>
          <a:xfrm xmlns:a="http://schemas.openxmlformats.org/drawingml/2006/main">
            <a:off x="571500" y="5200650"/>
            <a:ext cx="14097000" cy="0"/>
          </a:xfrm>
          <a:prstGeom xmlns:a="http://schemas.openxmlformats.org/drawingml/2006/main" prst="line">
            <a:avLst/>
          </a:prstGeom>
          <a:ln xmlns:a="http://schemas.openxmlformats.org/drawingml/2006/main" w="19050">
            <a:solidFill>
              <a:srgbClr val="C6D2DB"/>
            </a:solidFill>
          </a:ln>
        </p:spPr>
      </p:sp>
      <p:sp>
        <p:nvSpPr>
          <p:cNvPr id="11" name="e. (2p)">
            <a:extLst xmlns:a="http://schemas.openxmlformats.org/drawingml/2006/main">
              <a:ext uri="{FF2B5EF4-FFF2-40B4-BE49-F238E27FC236}">
                <a16:creationId xmlns:a16="http://schemas.microsoft.com/office/drawing/2014/main" id="{5664BA52-D40A-4447-887C-F1012EC9C91C}"/>
              </a:ext>
            </a:extLst>
          </p:cNvPr>
          <p:cNvSpPr>
            <a:spLocks xmlns:a="http://schemas.openxmlformats.org/drawingml/2006/main" noGrp="1"/>
          </p:cNvSpPr>
          <p:nvPr/>
        </p:nvSpPr>
        <p:spPr>
          <a:xfrm xmlns:a="http://schemas.openxmlformats.org/drawingml/2006/main">
            <a:off x="571500" y="5524500"/>
            <a:ext cx="180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 (2p)</a:t>
            </a:r>
          </a:p>
        </p:txBody>
      </p:sp>
      <p:sp>
        <p:nvSpPr>
          <p:cNvPr id="12" name="Vergelijk de procentuele stijging van Q met die van q. Waarom zijn&#10;Q e">
            <a:extLst xmlns:a="http://schemas.openxmlformats.org/drawingml/2006/main">
              <a:ext uri="{FF2B5EF4-FFF2-40B4-BE49-F238E27FC236}">
                <a16:creationId xmlns:a16="http://schemas.microsoft.com/office/drawing/2014/main" id="{65EEBEF0-932D-467F-9E94-AC8C3A463018}"/>
              </a:ext>
            </a:extLst>
          </p:cNvPr>
          <p:cNvSpPr>
            <a:spLocks xmlns:a="http://schemas.openxmlformats.org/drawingml/2006/main" noGrp="1"/>
          </p:cNvSpPr>
          <p:nvPr/>
        </p:nvSpPr>
        <p:spPr>
          <a:xfrm xmlns:a="http://schemas.openxmlformats.org/drawingml/2006/main">
            <a:off x="2495550" y="5524500"/>
            <a:ext cx="121729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Vergelijk de procentuele stijging van Q met die van q. Waarom zijn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Q en q ondanks die vergelijking niet dezelfde grootheid?</a:t>
            </a:r>
          </a:p>
        </p:txBody>
      </p:sp>
      <p:sp>
        <p:nvSpPr>
          <p:cNvPr id="13" name="Reken met ongeronde tussenuitkomsten. Benoem markt of onderneming.">
            <a:extLst xmlns:a="http://schemas.openxmlformats.org/drawingml/2006/main">
              <a:ext uri="{FF2B5EF4-FFF2-40B4-BE49-F238E27FC236}">
                <a16:creationId xmlns:a16="http://schemas.microsoft.com/office/drawing/2014/main" id="{426214ED-6F04-4980-9BD8-F898006A1EDE}"/>
              </a:ext>
            </a:extLst>
          </p:cNvPr>
          <p:cNvSpPr>
            <a:spLocks xmlns:a="http://schemas.openxmlformats.org/drawingml/2006/main" noGrp="1"/>
          </p:cNvSpPr>
          <p:nvPr/>
        </p:nvSpPr>
        <p:spPr>
          <a:xfrm xmlns:a="http://schemas.openxmlformats.org/drawingml/2006/main">
            <a:off x="571500" y="755332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Reken met ongeronde tussenuitkomsten. Benoem markt of onderneming.</a:t>
            </a:r>
          </a:p>
        </p:txBody>
      </p:sp>
    </p:spTree>
    <p:extLst>
      <p:ext uri="{BB962C8B-B14F-4D97-AF65-F5344CB8AC3E}">
        <p14:creationId xmlns:p14="http://schemas.microsoft.com/office/powerpoint/2010/main" val="18198396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B3EDEF1-6F77-40B1-B6EC-3EC300D922E6}"/>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35a · De markt in de beginsituatie</a:t>
            </a:r>
          </a:p>
        </p:txBody>
      </p:sp>
      <p:sp>
        <p:nvSpPr>
          <p:cNvPr id="2" name="">
            <a:extLst xmlns:a="http://schemas.openxmlformats.org/drawingml/2006/main">
              <a:ext uri="{FF2B5EF4-FFF2-40B4-BE49-F238E27FC236}">
                <a16:creationId xmlns:a16="http://schemas.microsoft.com/office/drawing/2014/main" id="{491B4381-7F02-489D-9B15-49FCA51B76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8FC13FB-6F63-46EE-B579-238B6D4D6219}"/>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00B6D326-1738-486C-9B1F-FCAEDF845EAD}"/>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6" name="Chart"/>
          <p:cNvGraphicFramePr/>
          <p:nvPr/>
        </p:nvGraphicFramePr>
        <p:xfrm>
          <a:off xmlns:a="http://schemas.openxmlformats.org/drawingml/2006/main" x="190500" y="2181225"/>
          <a:ext xmlns:a="http://schemas.openxmlformats.org/drawingml/2006/main" cx="9525000" cy="5553075"/>
        </p:xfrm>
        <a:graphic xmlns:a="http://schemas.openxmlformats.org/drawingml/2006/main">
          <a:graphicData uri="http://schemas.openxmlformats.org/drawingml/2006/chart">
            <c:chart xmlns:r="http://schemas.openxmlformats.org/officeDocument/2006/relationships" xmlns:c="http://schemas.openxmlformats.org/drawingml/2006/chart" r:id="R04a6ffa732814a1b"/>
          </a:graphicData>
        </a:graphic>
      </p:graphicFrame>
      <p:sp>
        <p:nvSpPr>
          <p:cNvPr id="6" name="V₀">
            <a:extLst xmlns:a="http://schemas.openxmlformats.org/drawingml/2006/main">
              <a:ext uri="{FF2B5EF4-FFF2-40B4-BE49-F238E27FC236}">
                <a16:creationId xmlns:a16="http://schemas.microsoft.com/office/drawing/2014/main" id="{6F2443AF-B17D-4757-86F8-A1D8D05636A4}"/>
              </a:ext>
            </a:extLst>
          </p:cNvPr>
          <p:cNvSpPr>
            <a:spLocks xmlns:a="http://schemas.openxmlformats.org/drawingml/2006/main" noGrp="1"/>
          </p:cNvSpPr>
          <p:nvPr/>
        </p:nvSpPr>
        <p:spPr>
          <a:xfrm xmlns:a="http://schemas.openxmlformats.org/drawingml/2006/main">
            <a:off x="4876800" y="5883046"/>
            <a:ext cx="60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445B6B"/>
                </a:solidFill>
                <a:latin typeface="Arial"/>
                <a:ea typeface="Arial"/>
                <a:cs typeface="Arial"/>
              </a:defRPr>
            </a:pPr>
            <a:r>
              <a:rPr sz="1875" b="1">
                <a:solidFill>
                  <a:srgbClr val="445B6B"/>
                </a:solidFill>
                <a:latin typeface="Arial"/>
                <a:ea typeface="Arial"/>
                <a:cs typeface="Arial"/>
              </a:rPr>
              <a:t>V₀</a:t>
            </a:r>
          </a:p>
        </p:txBody>
      </p:sp>
      <p:sp>
        <p:nvSpPr>
          <p:cNvPr id="7" name="A₀">
            <a:extLst xmlns:a="http://schemas.openxmlformats.org/drawingml/2006/main">
              <a:ext uri="{FF2B5EF4-FFF2-40B4-BE49-F238E27FC236}">
                <a16:creationId xmlns:a16="http://schemas.microsoft.com/office/drawing/2014/main" id="{A5936C81-46C0-4840-BE2C-56D570A93F88}"/>
              </a:ext>
            </a:extLst>
          </p:cNvPr>
          <p:cNvSpPr>
            <a:spLocks xmlns:a="http://schemas.openxmlformats.org/drawingml/2006/main" noGrp="1"/>
          </p:cNvSpPr>
          <p:nvPr/>
        </p:nvSpPr>
        <p:spPr>
          <a:xfrm xmlns:a="http://schemas.openxmlformats.org/drawingml/2006/main">
            <a:off x="6705600" y="3379419"/>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0665B"/>
                </a:solidFill>
                <a:latin typeface="Arial"/>
                <a:ea typeface="Arial"/>
                <a:cs typeface="Arial"/>
              </a:defRPr>
            </a:pPr>
            <a:r>
              <a:rPr sz="1875" b="1">
                <a:solidFill>
                  <a:srgbClr val="20665B"/>
                </a:solidFill>
                <a:latin typeface="Arial"/>
                <a:ea typeface="Arial"/>
                <a:cs typeface="Arial"/>
              </a:rPr>
              <a:t>A₀</a:t>
            </a:r>
          </a:p>
        </p:txBody>
      </p:sp>
      <p:sp>
        <p:nvSpPr>
          <p:cNvPr id="8" name="E₀">
            <a:extLst xmlns:a="http://schemas.openxmlformats.org/drawingml/2006/main">
              <a:ext uri="{FF2B5EF4-FFF2-40B4-BE49-F238E27FC236}">
                <a16:creationId xmlns:a16="http://schemas.microsoft.com/office/drawing/2014/main" id="{ED6E82A0-9365-4DDE-847F-135385183C3E}"/>
              </a:ext>
            </a:extLst>
          </p:cNvPr>
          <p:cNvSpPr>
            <a:spLocks xmlns:a="http://schemas.openxmlformats.org/drawingml/2006/main" noGrp="1"/>
          </p:cNvSpPr>
          <p:nvPr/>
        </p:nvSpPr>
        <p:spPr>
          <a:xfrm xmlns:a="http://schemas.openxmlformats.org/drawingml/2006/main">
            <a:off x="3181350" y="5029454"/>
            <a:ext cx="628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E₀</a:t>
            </a:r>
          </a:p>
        </p:txBody>
      </p:sp>
      <p:sp>
        <p:nvSpPr>
          <p:cNvPr id="9" name="Qv₀ = Qa₀">
            <a:extLst xmlns:a="http://schemas.openxmlformats.org/drawingml/2006/main">
              <a:ext uri="{FF2B5EF4-FFF2-40B4-BE49-F238E27FC236}">
                <a16:creationId xmlns:a16="http://schemas.microsoft.com/office/drawing/2014/main" id="{7ACEDE63-15CF-484B-BB96-894F55D0A028}"/>
              </a:ext>
            </a:extLst>
          </p:cNvPr>
          <p:cNvSpPr>
            <a:spLocks xmlns:a="http://schemas.openxmlformats.org/drawingml/2006/main" noGrp="1"/>
          </p:cNvSpPr>
          <p:nvPr/>
        </p:nvSpPr>
        <p:spPr>
          <a:xfrm xmlns:a="http://schemas.openxmlformats.org/drawingml/2006/main">
            <a:off x="10001250" y="2057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Qv₀ = Qa₀</a:t>
            </a:r>
          </a:p>
        </p:txBody>
      </p:sp>
      <p:sp>
        <p:nvSpPr>
          <p:cNvPr id="10" name="30.000 − 2.500P&#10;= 2.500P − 10.000&#10;&#10;40.000 = 5.000P&#10;P₀ = € 8 per kg">
            <a:extLst xmlns:a="http://schemas.openxmlformats.org/drawingml/2006/main">
              <a:ext uri="{FF2B5EF4-FFF2-40B4-BE49-F238E27FC236}">
                <a16:creationId xmlns:a16="http://schemas.microsoft.com/office/drawing/2014/main" id="{633E5D36-55DB-4636-828A-C76AC09303E4}"/>
              </a:ext>
            </a:extLst>
          </p:cNvPr>
          <p:cNvSpPr>
            <a:spLocks xmlns:a="http://schemas.openxmlformats.org/drawingml/2006/main" noGrp="1"/>
          </p:cNvSpPr>
          <p:nvPr/>
        </p:nvSpPr>
        <p:spPr>
          <a:xfrm xmlns:a="http://schemas.openxmlformats.org/drawingml/2006/main">
            <a:off x="10001250" y="3162300"/>
            <a:ext cx="46672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30.000 − 2.500P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2.500P − 10.000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40.000 = 5.000P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P₀ = € 8 per kg</a:t>
            </a:r>
          </a:p>
        </p:txBody>
      </p:sp>
      <p:sp>
        <p:nvSpPr>
          <p:cNvPr id="11" name="Q₀ = 10.000 kg&#10;per week">
            <a:extLst xmlns:a="http://schemas.openxmlformats.org/drawingml/2006/main">
              <a:ext uri="{FF2B5EF4-FFF2-40B4-BE49-F238E27FC236}">
                <a16:creationId xmlns:a16="http://schemas.microsoft.com/office/drawing/2014/main" id="{12B817B7-D8B4-4B22-A1E4-2C3F47CFE8B6}"/>
              </a:ext>
            </a:extLst>
          </p:cNvPr>
          <p:cNvSpPr>
            <a:spLocks xmlns:a="http://schemas.openxmlformats.org/drawingml/2006/main" noGrp="1"/>
          </p:cNvSpPr>
          <p:nvPr/>
        </p:nvSpPr>
        <p:spPr>
          <a:xfrm xmlns:a="http://schemas.openxmlformats.org/drawingml/2006/main">
            <a:off x="10001250" y="66770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Q₀ = 10.000 kg</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per week</a:t>
            </a:r>
          </a:p>
        </p:txBody>
      </p:sp>
    </p:spTree>
    <p:extLst>
      <p:ext uri="{BB962C8B-B14F-4D97-AF65-F5344CB8AC3E}">
        <p14:creationId xmlns:p14="http://schemas.microsoft.com/office/powerpoint/2010/main" val="10257842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C9DABA2-861A-45E7-B537-1C0FBA002782}"/>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35a · Nulwinst controleren</a:t>
            </a:r>
          </a:p>
        </p:txBody>
      </p:sp>
      <p:sp>
        <p:nvSpPr>
          <p:cNvPr id="2" name="">
            <a:extLst xmlns:a="http://schemas.openxmlformats.org/drawingml/2006/main">
              <a:ext uri="{FF2B5EF4-FFF2-40B4-BE49-F238E27FC236}">
                <a16:creationId xmlns:a16="http://schemas.microsoft.com/office/drawing/2014/main" id="{C0D867F6-37A6-47A3-B7ED-DCB81B975F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490A321-DFB2-40F4-8CFF-45ECB0B803B3}"/>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6DDD3851-6DA7-4835-8AF2-AEB2CD07BC41}"/>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P₀ = € 8 per kg       Gegeven q = 100 kg per week">
            <a:extLst xmlns:a="http://schemas.openxmlformats.org/drawingml/2006/main">
              <a:ext uri="{FF2B5EF4-FFF2-40B4-BE49-F238E27FC236}">
                <a16:creationId xmlns:a16="http://schemas.microsoft.com/office/drawing/2014/main" id="{1FBA5115-57E3-4E5C-95D8-1E9B2B37836D}"/>
              </a:ext>
            </a:extLst>
          </p:cNvPr>
          <p:cNvSpPr>
            <a:spLocks xmlns:a="http://schemas.openxmlformats.org/drawingml/2006/main" noGrp="1"/>
          </p:cNvSpPr>
          <p:nvPr/>
        </p:nvSpPr>
        <p:spPr>
          <a:xfrm xmlns:a="http://schemas.openxmlformats.org/drawingml/2006/main">
            <a:off x="571500" y="18383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P₀ = € 8 per kg       Gegeven q = 100 kg per week</a:t>
            </a:r>
          </a:p>
        </p:txBody>
      </p:sp>
      <p:graphicFrame>
        <p:nvGraphicFramePr>
          <p:cNvPr id="13" name=""/>
          <p:cNvGraphicFramePr/>
          <p:nvPr/>
        </p:nvGraphicFramePr>
        <p:xfrm>
          <a:off xmlns:a="http://schemas.openxmlformats.org/drawingml/2006/main" x="571500" y="3181350"/>
          <a:ext xmlns:a="http://schemas.openxmlformats.org/drawingml/2006/main" cx="14097000" cy="3457575"/>
        </p:xfrm>
        <a:graphic xmlns:a="http://schemas.openxmlformats.org/drawingml/2006/main">
          <a:graphicData uri="http://schemas.openxmlformats.org/drawingml/2006/table">
            <a:tbl>
              <a:tblPr/>
              <a:tblGrid>
                <a:gridCol w="2857500"/>
                <a:gridCol w="8477250"/>
                <a:gridCol w="2762250"/>
              </a:tblGrid>
              <a:tr h="864394">
                <a:tc>
                  <a:txBody>
                    <a:bodyPr lIns="171450" tIns="95250" rIns="152400" bIns="95250"/>
                    <a:lstStyle/>
                    <a:p>
                      <a:r>
                        <a:rPr sz="27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Invullen bij q = 100</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Per week</a:t>
                      </a:r>
                    </a:p>
                  </a:txBody>
                  <a:tcPr marL="91440" marR="91440" marT="45720" marB="45720" anchor="ctr">
                    <a:solidFill>
                      <a:srgbClr val="183247"/>
                    </a:solidFill>
                  </a:tcPr>
                </a:tc>
              </a:tr>
              <a:tr h="864394">
                <a:tc>
                  <a:txBody>
                    <a:bodyPr lIns="171450" tIns="95250" rIns="152400" bIns="95250"/>
                    <a:lstStyle/>
                    <a:p>
                      <a:r>
                        <a:rPr sz="2700" b="0">
                          <a:solidFill>
                            <a:srgbClr val="183247"/>
                          </a:solidFill>
                          <a:latin typeface="Arial"/>
                          <a:ea typeface="Arial"/>
                          <a:cs typeface="Arial"/>
                        </a:rPr>
                        <a:t>TO</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8 × 100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€ 800</a:t>
                      </a:r>
                    </a:p>
                  </a:txBody>
                  <a:tcPr marL="91440" marR="91440" marT="45720" marB="45720" anchor="ctr">
                    <a:solidFill>
                      <a:srgbClr val="FFFFFF"/>
                    </a:solidFill>
                  </a:tcPr>
                </a:tc>
              </a:tr>
              <a:tr h="864394">
                <a:tc>
                  <a:txBody>
                    <a:bodyPr lIns="171450" tIns="95250" rIns="152400" bIns="95250"/>
                    <a:lstStyle/>
                    <a:p>
                      <a:r>
                        <a:rPr sz="2700" b="0">
                          <a:solidFill>
                            <a:srgbClr val="183247"/>
                          </a:solidFill>
                          <a:latin typeface="Arial"/>
                          <a:ea typeface="Arial"/>
                          <a:cs typeface="Arial"/>
                        </a:rPr>
                        <a:t>TK</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0,02 × 100² + 4 × 100 + 200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€ 800</a:t>
                      </a:r>
                    </a:p>
                  </a:txBody>
                  <a:tcPr marL="91440" marR="91440" marT="45720" marB="45720" anchor="ctr">
                    <a:solidFill>
                      <a:srgbClr val="EFF4F7"/>
                    </a:solidFill>
                  </a:tcPr>
                </a:tc>
              </a:tr>
              <a:tr h="864394">
                <a:tc>
                  <a:txBody>
                    <a:bodyPr lIns="171450" tIns="95250" rIns="152400" bIns="95250"/>
                    <a:lstStyle/>
                    <a:p>
                      <a:r>
                        <a:rPr sz="2700" b="0">
                          <a:solidFill>
                            <a:srgbClr val="183247"/>
                          </a:solidFill>
                          <a:latin typeface="Arial"/>
                          <a:ea typeface="Arial"/>
                          <a:cs typeface="Arial"/>
                        </a:rPr>
                        <a:t>Winst</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800 − 800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€ 0</a:t>
                      </a:r>
                    </a:p>
                  </a:txBody>
                  <a:tcPr marL="91440" marR="91440" marT="45720" marB="45720" anchor="ctr">
                    <a:solidFill>
                      <a:srgbClr val="FFFFFF"/>
                    </a:solidFill>
                  </a:tcPr>
                </a:tc>
              </a:tr>
            </a:tbl>
          </a:graphicData>
        </a:graphic>
      </p:graphicFrame>
      <p:sp>
        <p:nvSpPr>
          <p:cNvPr id="7" name="De opbrengst dekt precies alle gegeven kosten.">
            <a:extLst xmlns:a="http://schemas.openxmlformats.org/drawingml/2006/main">
              <a:ext uri="{FF2B5EF4-FFF2-40B4-BE49-F238E27FC236}">
                <a16:creationId xmlns:a16="http://schemas.microsoft.com/office/drawing/2014/main" id="{F0431477-740C-4279-ADFC-EF812A78B36C}"/>
              </a:ext>
            </a:extLst>
          </p:cNvPr>
          <p:cNvSpPr>
            <a:spLocks xmlns:a="http://schemas.openxmlformats.org/drawingml/2006/main" noGrp="1"/>
          </p:cNvSpPr>
          <p:nvPr/>
        </p:nvSpPr>
        <p:spPr>
          <a:xfrm xmlns:a="http://schemas.openxmlformats.org/drawingml/2006/main">
            <a:off x="571500" y="71723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De opbrengst dekt precies alle gegeven kosten.</a:t>
            </a:r>
          </a:p>
        </p:txBody>
      </p:sp>
    </p:spTree>
    <p:extLst>
      <p:ext uri="{BB962C8B-B14F-4D97-AF65-F5344CB8AC3E}">
        <p14:creationId xmlns:p14="http://schemas.microsoft.com/office/powerpoint/2010/main" val="5064644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48C333CF-8FCD-4933-B806-6F8A49E630AA}"/>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35b · Direct na de vraagstijging</a:t>
            </a:r>
          </a:p>
        </p:txBody>
      </p:sp>
      <p:sp>
        <p:nvSpPr>
          <p:cNvPr id="2" name="">
            <a:extLst xmlns:a="http://schemas.openxmlformats.org/drawingml/2006/main">
              <a:ext uri="{FF2B5EF4-FFF2-40B4-BE49-F238E27FC236}">
                <a16:creationId xmlns:a16="http://schemas.microsoft.com/office/drawing/2014/main" id="{3C919270-A315-4B81-B5A6-727A2B2E1E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6BDE935-BDE9-4461-BE4D-DFD8F931DDE1}"/>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A6BAD69C-99DD-4854-9844-9CD1FD0473C8}"/>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7" name="Chart"/>
          <p:cNvGraphicFramePr/>
          <p:nvPr/>
        </p:nvGraphicFramePr>
        <p:xfrm>
          <a:off xmlns:a="http://schemas.openxmlformats.org/drawingml/2006/main" x="190500" y="2181225"/>
          <a:ext xmlns:a="http://schemas.openxmlformats.org/drawingml/2006/main" cx="9525000" cy="5553075"/>
        </p:xfrm>
        <a:graphic xmlns:a="http://schemas.openxmlformats.org/drawingml/2006/main">
          <a:graphicData uri="http://schemas.openxmlformats.org/drawingml/2006/chart">
            <c:chart xmlns:r="http://schemas.openxmlformats.org/officeDocument/2006/relationships" xmlns:c="http://schemas.openxmlformats.org/drawingml/2006/chart" r:id="R6a0617ed6ea7404b"/>
          </a:graphicData>
        </a:graphic>
      </p:graphicFrame>
      <p:sp>
        <p:nvSpPr>
          <p:cNvPr id="6" name="V₀">
            <a:extLst xmlns:a="http://schemas.openxmlformats.org/drawingml/2006/main">
              <a:ext uri="{FF2B5EF4-FFF2-40B4-BE49-F238E27FC236}">
                <a16:creationId xmlns:a16="http://schemas.microsoft.com/office/drawing/2014/main" id="{EB31B1F6-B90E-4536-B8EA-A382A476AE6C}"/>
              </a:ext>
            </a:extLst>
          </p:cNvPr>
          <p:cNvSpPr>
            <a:spLocks xmlns:a="http://schemas.openxmlformats.org/drawingml/2006/main" noGrp="1"/>
          </p:cNvSpPr>
          <p:nvPr/>
        </p:nvSpPr>
        <p:spPr>
          <a:xfrm xmlns:a="http://schemas.openxmlformats.org/drawingml/2006/main">
            <a:off x="4876800" y="5883046"/>
            <a:ext cx="60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445B6B"/>
                </a:solidFill>
                <a:latin typeface="Arial"/>
                <a:ea typeface="Arial"/>
                <a:cs typeface="Arial"/>
              </a:defRPr>
            </a:pPr>
            <a:r>
              <a:rPr sz="1875" b="1">
                <a:solidFill>
                  <a:srgbClr val="445B6B"/>
                </a:solidFill>
                <a:latin typeface="Arial"/>
                <a:ea typeface="Arial"/>
                <a:cs typeface="Arial"/>
              </a:rPr>
              <a:t>V₀</a:t>
            </a:r>
          </a:p>
        </p:txBody>
      </p:sp>
      <p:sp>
        <p:nvSpPr>
          <p:cNvPr id="7" name="V₁">
            <a:extLst xmlns:a="http://schemas.openxmlformats.org/drawingml/2006/main">
              <a:ext uri="{FF2B5EF4-FFF2-40B4-BE49-F238E27FC236}">
                <a16:creationId xmlns:a16="http://schemas.microsoft.com/office/drawing/2014/main" id="{BA7E130A-1D44-4F79-9747-514DB59F6C5C}"/>
              </a:ext>
            </a:extLst>
          </p:cNvPr>
          <p:cNvSpPr>
            <a:spLocks xmlns:a="http://schemas.openxmlformats.org/drawingml/2006/main" noGrp="1"/>
          </p:cNvSpPr>
          <p:nvPr/>
        </p:nvSpPr>
        <p:spPr>
          <a:xfrm xmlns:a="http://schemas.openxmlformats.org/drawingml/2006/main">
            <a:off x="7924800" y="5883046"/>
            <a:ext cx="60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58A"/>
                </a:solidFill>
                <a:latin typeface="Arial"/>
                <a:ea typeface="Arial"/>
                <a:cs typeface="Arial"/>
              </a:defRPr>
            </a:pPr>
            <a:r>
              <a:rPr sz="1875" b="1">
                <a:solidFill>
                  <a:srgbClr val="17658A"/>
                </a:solidFill>
                <a:latin typeface="Arial"/>
                <a:ea typeface="Arial"/>
                <a:cs typeface="Arial"/>
              </a:rPr>
              <a:t>V₁</a:t>
            </a:r>
          </a:p>
        </p:txBody>
      </p:sp>
      <p:sp>
        <p:nvSpPr>
          <p:cNvPr id="8" name="A₀">
            <a:extLst xmlns:a="http://schemas.openxmlformats.org/drawingml/2006/main">
              <a:ext uri="{FF2B5EF4-FFF2-40B4-BE49-F238E27FC236}">
                <a16:creationId xmlns:a16="http://schemas.microsoft.com/office/drawing/2014/main" id="{DDCFF63A-525B-411A-BF7B-42DA5CB9D23B}"/>
              </a:ext>
            </a:extLst>
          </p:cNvPr>
          <p:cNvSpPr>
            <a:spLocks xmlns:a="http://schemas.openxmlformats.org/drawingml/2006/main" noGrp="1"/>
          </p:cNvSpPr>
          <p:nvPr/>
        </p:nvSpPr>
        <p:spPr>
          <a:xfrm xmlns:a="http://schemas.openxmlformats.org/drawingml/2006/main">
            <a:off x="6705600" y="3379419"/>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0665B"/>
                </a:solidFill>
                <a:latin typeface="Arial"/>
                <a:ea typeface="Arial"/>
                <a:cs typeface="Arial"/>
              </a:defRPr>
            </a:pPr>
            <a:r>
              <a:rPr sz="1875" b="1">
                <a:solidFill>
                  <a:srgbClr val="20665B"/>
                </a:solidFill>
                <a:latin typeface="Arial"/>
                <a:ea typeface="Arial"/>
                <a:cs typeface="Arial"/>
              </a:rPr>
              <a:t>A₀</a:t>
            </a:r>
          </a:p>
        </p:txBody>
      </p:sp>
      <p:sp>
        <p:nvSpPr>
          <p:cNvPr id="9" name="E₁">
            <a:extLst xmlns:a="http://schemas.openxmlformats.org/drawingml/2006/main">
              <a:ext uri="{FF2B5EF4-FFF2-40B4-BE49-F238E27FC236}">
                <a16:creationId xmlns:a16="http://schemas.microsoft.com/office/drawing/2014/main" id="{8263E9E3-CD0E-45F3-A952-C29D0C07162F}"/>
              </a:ext>
            </a:extLst>
          </p:cNvPr>
          <p:cNvSpPr>
            <a:spLocks xmlns:a="http://schemas.openxmlformats.org/drawingml/2006/main" noGrp="1"/>
          </p:cNvSpPr>
          <p:nvPr/>
        </p:nvSpPr>
        <p:spPr>
          <a:xfrm xmlns:a="http://schemas.openxmlformats.org/drawingml/2006/main">
            <a:off x="4705350" y="4326064"/>
            <a:ext cx="628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E₁</a:t>
            </a:r>
          </a:p>
        </p:txBody>
      </p:sp>
      <p:sp>
        <p:nvSpPr>
          <p:cNvPr id="10" name="Qv₁ = Qa₀">
            <a:extLst xmlns:a="http://schemas.openxmlformats.org/drawingml/2006/main">
              <a:ext uri="{FF2B5EF4-FFF2-40B4-BE49-F238E27FC236}">
                <a16:creationId xmlns:a16="http://schemas.microsoft.com/office/drawing/2014/main" id="{D2C62618-73F0-43F2-8661-0B488D7BE168}"/>
              </a:ext>
            </a:extLst>
          </p:cNvPr>
          <p:cNvSpPr>
            <a:spLocks xmlns:a="http://schemas.openxmlformats.org/drawingml/2006/main" noGrp="1"/>
          </p:cNvSpPr>
          <p:nvPr/>
        </p:nvSpPr>
        <p:spPr>
          <a:xfrm xmlns:a="http://schemas.openxmlformats.org/drawingml/2006/main">
            <a:off x="10001250" y="2057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Qv₁ = Qa₀</a:t>
            </a:r>
          </a:p>
        </p:txBody>
      </p:sp>
      <p:sp>
        <p:nvSpPr>
          <p:cNvPr id="11" name="50.000 − 2.500P&#10;= 2.500P − 10.000&#10;&#10;60.000 = 5.000P&#10;P₁ = € 12 per kg">
            <a:extLst xmlns:a="http://schemas.openxmlformats.org/drawingml/2006/main">
              <a:ext uri="{FF2B5EF4-FFF2-40B4-BE49-F238E27FC236}">
                <a16:creationId xmlns:a16="http://schemas.microsoft.com/office/drawing/2014/main" id="{BF9C0930-7C99-4D10-8319-28B203F59473}"/>
              </a:ext>
            </a:extLst>
          </p:cNvPr>
          <p:cNvSpPr>
            <a:spLocks xmlns:a="http://schemas.openxmlformats.org/drawingml/2006/main" noGrp="1"/>
          </p:cNvSpPr>
          <p:nvPr/>
        </p:nvSpPr>
        <p:spPr>
          <a:xfrm xmlns:a="http://schemas.openxmlformats.org/drawingml/2006/main">
            <a:off x="10001250" y="3162300"/>
            <a:ext cx="46672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50.000 − 2.500P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2.500P − 10.000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60.000 = 5.000P</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P₁ = € 12 per kg</a:t>
            </a:r>
          </a:p>
        </p:txBody>
      </p:sp>
      <p:sp>
        <p:nvSpPr>
          <p:cNvPr id="12" name="Q₁ = 20.000 kg&#10;per week">
            <a:extLst xmlns:a="http://schemas.openxmlformats.org/drawingml/2006/main">
              <a:ext uri="{FF2B5EF4-FFF2-40B4-BE49-F238E27FC236}">
                <a16:creationId xmlns:a16="http://schemas.microsoft.com/office/drawing/2014/main" id="{D745BB15-45A3-4B04-B855-CD163BC05EEB}"/>
              </a:ext>
            </a:extLst>
          </p:cNvPr>
          <p:cNvSpPr>
            <a:spLocks xmlns:a="http://schemas.openxmlformats.org/drawingml/2006/main" noGrp="1"/>
          </p:cNvSpPr>
          <p:nvPr/>
        </p:nvSpPr>
        <p:spPr>
          <a:xfrm xmlns:a="http://schemas.openxmlformats.org/drawingml/2006/main">
            <a:off x="10001250" y="66770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Q₁ = 20.000 kg</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per week</a:t>
            </a:r>
          </a:p>
        </p:txBody>
      </p:sp>
    </p:spTree>
    <p:extLst>
      <p:ext uri="{BB962C8B-B14F-4D97-AF65-F5344CB8AC3E}">
        <p14:creationId xmlns:p14="http://schemas.microsoft.com/office/powerpoint/2010/main" val="2764939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7B58697-E2C6-4253-99B4-60E0D2FBD8E0}"/>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35c · Marginale kosten en kandidaat-q</a:t>
            </a:r>
          </a:p>
        </p:txBody>
      </p:sp>
      <p:sp>
        <p:nvSpPr>
          <p:cNvPr id="2" name="">
            <a:extLst xmlns:a="http://schemas.openxmlformats.org/drawingml/2006/main">
              <a:ext uri="{FF2B5EF4-FFF2-40B4-BE49-F238E27FC236}">
                <a16:creationId xmlns:a16="http://schemas.microsoft.com/office/drawing/2014/main" id="{558720BE-491D-425C-BAC5-A9BF2AD8F1C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7A904B0-BF6C-48F0-BD7D-473F7F3A232B}"/>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4B6F8FBA-F3DC-46C8-8DD2-114B1BB1AEE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TK = 0,02q² + 4q + 200">
            <a:extLst xmlns:a="http://schemas.openxmlformats.org/drawingml/2006/main">
              <a:ext uri="{FF2B5EF4-FFF2-40B4-BE49-F238E27FC236}">
                <a16:creationId xmlns:a16="http://schemas.microsoft.com/office/drawing/2014/main" id="{07C8571A-EE57-434E-B0E2-ADDF6CDE71B8}"/>
              </a:ext>
            </a:extLst>
          </p:cNvPr>
          <p:cNvSpPr>
            <a:spLocks xmlns:a="http://schemas.openxmlformats.org/drawingml/2006/main" noGrp="1"/>
          </p:cNvSpPr>
          <p:nvPr/>
        </p:nvSpPr>
        <p:spPr>
          <a:xfrm xmlns:a="http://schemas.openxmlformats.org/drawingml/2006/main">
            <a:off x="571500" y="18478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TK = 0,02q² + 4q + 200</a:t>
            </a:r>
          </a:p>
        </p:txBody>
      </p:sp>
      <p:graphicFrame>
        <p:nvGraphicFramePr>
          <p:cNvPr id="14" name=""/>
          <p:cNvGraphicFramePr/>
          <p:nvPr/>
        </p:nvGraphicFramePr>
        <p:xfrm>
          <a:off xmlns:a="http://schemas.openxmlformats.org/drawingml/2006/main" x="571500" y="2952750"/>
          <a:ext xmlns:a="http://schemas.openxmlformats.org/drawingml/2006/main" cx="14097000" cy="2628900"/>
        </p:xfrm>
        <a:graphic xmlns:a="http://schemas.openxmlformats.org/drawingml/2006/main">
          <a:graphicData uri="http://schemas.openxmlformats.org/drawingml/2006/table">
            <a:tbl>
              <a:tblPr/>
              <a:tblGrid>
                <a:gridCol w="7048500"/>
                <a:gridCol w="7048500"/>
              </a:tblGrid>
              <a:tr h="657225">
                <a:tc>
                  <a:txBody>
                    <a:bodyPr lIns="171450" tIns="95250" rIns="152400" bIns="95250"/>
                    <a:lstStyle/>
                    <a:p>
                      <a:r>
                        <a:rPr sz="2700" b="1">
                          <a:solidFill>
                            <a:srgbClr val="FFFFFF"/>
                          </a:solidFill>
                          <a:latin typeface="Arial"/>
                          <a:ea typeface="Arial"/>
                          <a:cs typeface="Arial"/>
                        </a:rPr>
                        <a:t>Term in TK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Afgeleide</a:t>
                      </a:r>
                    </a:p>
                  </a:txBody>
                  <a:tcPr marL="91440" marR="91440" marT="45720" marB="45720" anchor="ctr">
                    <a:solidFill>
                      <a:srgbClr val="183247"/>
                    </a:solidFill>
                  </a:tcPr>
                </a:tc>
              </a:tr>
              <a:tr h="657225">
                <a:tc>
                  <a:txBody>
                    <a:bodyPr lIns="171450" tIns="95250" rIns="152400" bIns="95250"/>
                    <a:lstStyle/>
                    <a:p>
                      <a:r>
                        <a:rPr sz="2700" b="0">
                          <a:solidFill>
                            <a:srgbClr val="183247"/>
                          </a:solidFill>
                          <a:latin typeface="Arial"/>
                          <a:ea typeface="Arial"/>
                          <a:cs typeface="Arial"/>
                        </a:rPr>
                        <a:t>0,02q²</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0,04q</a:t>
                      </a:r>
                    </a:p>
                  </a:txBody>
                  <a:tcPr marL="91440" marR="91440" marT="45720" marB="45720" anchor="ctr">
                    <a:solidFill>
                      <a:srgbClr val="FFFFFF"/>
                    </a:solidFill>
                  </a:tcPr>
                </a:tc>
              </a:tr>
              <a:tr h="657225">
                <a:tc>
                  <a:txBody>
                    <a:bodyPr lIns="171450" tIns="95250" rIns="152400" bIns="95250"/>
                    <a:lstStyle/>
                    <a:p>
                      <a:r>
                        <a:rPr sz="2700" b="0">
                          <a:solidFill>
                            <a:srgbClr val="183247"/>
                          </a:solidFill>
                          <a:latin typeface="Arial"/>
                          <a:ea typeface="Arial"/>
                          <a:cs typeface="Arial"/>
                        </a:rPr>
                        <a:t>4q</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4</a:t>
                      </a:r>
                    </a:p>
                  </a:txBody>
                  <a:tcPr marL="91440" marR="91440" marT="45720" marB="45720" anchor="ctr">
                    <a:solidFill>
                      <a:srgbClr val="EFF4F7"/>
                    </a:solidFill>
                  </a:tcPr>
                </a:tc>
              </a:tr>
              <a:tr h="657225">
                <a:tc>
                  <a:txBody>
                    <a:bodyPr lIns="171450" tIns="95250" rIns="152400" bIns="95250"/>
                    <a:lstStyle/>
                    <a:p>
                      <a:r>
                        <a:rPr sz="2700" b="0">
                          <a:solidFill>
                            <a:srgbClr val="183247"/>
                          </a:solidFill>
                          <a:latin typeface="Arial"/>
                          <a:ea typeface="Arial"/>
                          <a:cs typeface="Arial"/>
                        </a:rPr>
                        <a:t>200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MK = 0,04q + 4       MO = P₁ = 12">
            <a:extLst xmlns:a="http://schemas.openxmlformats.org/drawingml/2006/main">
              <a:ext uri="{FF2B5EF4-FFF2-40B4-BE49-F238E27FC236}">
                <a16:creationId xmlns:a16="http://schemas.microsoft.com/office/drawing/2014/main" id="{0C0F1AAE-6638-4159-940C-E85E573E458C}"/>
              </a:ext>
            </a:extLst>
          </p:cNvPr>
          <p:cNvSpPr>
            <a:spLocks xmlns:a="http://schemas.openxmlformats.org/drawingml/2006/main" noGrp="1"/>
          </p:cNvSpPr>
          <p:nvPr/>
        </p:nvSpPr>
        <p:spPr>
          <a:xfrm xmlns:a="http://schemas.openxmlformats.org/drawingml/2006/main">
            <a:off x="571500" y="60007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MK = 0,04q + 4       MO = P₁ = 12</a:t>
            </a:r>
          </a:p>
        </p:txBody>
      </p:sp>
      <p:sp>
        <p:nvSpPr>
          <p:cNvPr id="8" name="12 = 0,04q + 4        8 = 0,04q        q = 200 kg per week">
            <a:extLst xmlns:a="http://schemas.openxmlformats.org/drawingml/2006/main">
              <a:ext uri="{FF2B5EF4-FFF2-40B4-BE49-F238E27FC236}">
                <a16:creationId xmlns:a16="http://schemas.microsoft.com/office/drawing/2014/main" id="{9CF7D57B-0532-4230-B47E-CB6C7FAD30C7}"/>
              </a:ext>
            </a:extLst>
          </p:cNvPr>
          <p:cNvSpPr>
            <a:spLocks xmlns:a="http://schemas.openxmlformats.org/drawingml/2006/main" noGrp="1"/>
          </p:cNvSpPr>
          <p:nvPr/>
        </p:nvSpPr>
        <p:spPr>
          <a:xfrm xmlns:a="http://schemas.openxmlformats.org/drawingml/2006/main">
            <a:off x="571500" y="70961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12 = 0,04q + 4        8 = 0,04q        q = 200 kg per week</a:t>
            </a:r>
          </a:p>
        </p:txBody>
      </p:sp>
    </p:spTree>
    <p:extLst>
      <p:ext uri="{BB962C8B-B14F-4D97-AF65-F5344CB8AC3E}">
        <p14:creationId xmlns:p14="http://schemas.microsoft.com/office/powerpoint/2010/main" val="11498256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DEE8C5B5-6B12-4440-9705-5E1887904D44}"/>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35c · Het maximum en de capaciteit</a:t>
            </a:r>
          </a:p>
        </p:txBody>
      </p:sp>
      <p:sp>
        <p:nvSpPr>
          <p:cNvPr id="2" name="">
            <a:extLst xmlns:a="http://schemas.openxmlformats.org/drawingml/2006/main">
              <a:ext uri="{FF2B5EF4-FFF2-40B4-BE49-F238E27FC236}">
                <a16:creationId xmlns:a16="http://schemas.microsoft.com/office/drawing/2014/main" id="{6B6B31BB-8B07-4D9A-AF13-A26AB5E887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593F882-7452-4C50-BAD1-F1C5B92A3608}"/>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D11E14C7-78D1-416D-8A07-7EDB44E00998}"/>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5" name="Chart"/>
          <p:cNvGraphicFramePr/>
          <p:nvPr/>
        </p:nvGraphicFramePr>
        <p:xfrm>
          <a:off xmlns:a="http://schemas.openxmlformats.org/drawingml/2006/main" x="190500" y="2181225"/>
          <a:ext xmlns:a="http://schemas.openxmlformats.org/drawingml/2006/main" cx="9525000" cy="5553075"/>
        </p:xfrm>
        <a:graphic xmlns:a="http://schemas.openxmlformats.org/drawingml/2006/main">
          <a:graphicData uri="http://schemas.openxmlformats.org/drawingml/2006/chart">
            <c:chart xmlns:r="http://schemas.openxmlformats.org/officeDocument/2006/relationships" xmlns:c="http://schemas.openxmlformats.org/drawingml/2006/chart" r:id="Re72706f4874846be"/>
          </a:graphicData>
        </a:graphic>
      </p:graphicFrame>
      <p:sp>
        <p:nvSpPr>
          <p:cNvPr id="6" name="MK">
            <a:extLst xmlns:a="http://schemas.openxmlformats.org/drawingml/2006/main">
              <a:ext uri="{FF2B5EF4-FFF2-40B4-BE49-F238E27FC236}">
                <a16:creationId xmlns:a16="http://schemas.microsoft.com/office/drawing/2014/main" id="{DF43DC8D-9EFC-4F2A-8D24-EFE9E7CEF336}"/>
              </a:ext>
            </a:extLst>
          </p:cNvPr>
          <p:cNvSpPr>
            <a:spLocks xmlns:a="http://schemas.openxmlformats.org/drawingml/2006/main" noGrp="1"/>
          </p:cNvSpPr>
          <p:nvPr/>
        </p:nvSpPr>
        <p:spPr>
          <a:xfrm xmlns:a="http://schemas.openxmlformats.org/drawingml/2006/main">
            <a:off x="7772400" y="427184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0665B"/>
                </a:solidFill>
                <a:latin typeface="Arial"/>
                <a:ea typeface="Arial"/>
                <a:cs typeface="Arial"/>
              </a:defRPr>
            </a:pPr>
            <a:r>
              <a:rPr sz="1950" b="1">
                <a:solidFill>
                  <a:srgbClr val="20665B"/>
                </a:solidFill>
                <a:latin typeface="Arial"/>
                <a:ea typeface="Arial"/>
                <a:cs typeface="Arial"/>
              </a:rPr>
              <a:t>MK</a:t>
            </a:r>
          </a:p>
        </p:txBody>
      </p:sp>
      <p:sp>
        <p:nvSpPr>
          <p:cNvPr id="7" name="P = GO = MO">
            <a:extLst xmlns:a="http://schemas.openxmlformats.org/drawingml/2006/main">
              <a:ext uri="{FF2B5EF4-FFF2-40B4-BE49-F238E27FC236}">
                <a16:creationId xmlns:a16="http://schemas.microsoft.com/office/drawing/2014/main" id="{61594E87-BDA1-42FC-9C7C-392125251515}"/>
              </a:ext>
            </a:extLst>
          </p:cNvPr>
          <p:cNvSpPr>
            <a:spLocks xmlns:a="http://schemas.openxmlformats.org/drawingml/2006/main" noGrp="1"/>
          </p:cNvSpPr>
          <p:nvPr/>
        </p:nvSpPr>
        <p:spPr>
          <a:xfrm xmlns:a="http://schemas.openxmlformats.org/drawingml/2006/main">
            <a:off x="5181600" y="4326064"/>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658A"/>
                </a:solidFill>
                <a:latin typeface="Arial"/>
                <a:ea typeface="Arial"/>
                <a:cs typeface="Arial"/>
              </a:defRPr>
            </a:pPr>
            <a:r>
              <a:rPr sz="1950" b="1">
                <a:solidFill>
                  <a:srgbClr val="17658A"/>
                </a:solidFill>
                <a:latin typeface="Arial"/>
                <a:ea typeface="Arial"/>
                <a:cs typeface="Arial"/>
              </a:rPr>
              <a:t>P = GO = MO</a:t>
            </a:r>
          </a:p>
        </p:txBody>
      </p:sp>
      <p:sp>
        <p:nvSpPr>
          <p:cNvPr id="8" name="200 ≤ 250: haalbaar">
            <a:extLst xmlns:a="http://schemas.openxmlformats.org/drawingml/2006/main">
              <a:ext uri="{FF2B5EF4-FFF2-40B4-BE49-F238E27FC236}">
                <a16:creationId xmlns:a16="http://schemas.microsoft.com/office/drawing/2014/main" id="{9A38EDC4-0DEC-400C-AC4A-E9722BA7B162}"/>
              </a:ext>
            </a:extLst>
          </p:cNvPr>
          <p:cNvSpPr>
            <a:spLocks xmlns:a="http://schemas.openxmlformats.org/drawingml/2006/main" noGrp="1"/>
          </p:cNvSpPr>
          <p:nvPr/>
        </p:nvSpPr>
        <p:spPr>
          <a:xfrm xmlns:a="http://schemas.openxmlformats.org/drawingml/2006/main">
            <a:off x="10001250" y="2057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200 ≤ 250: haalbaar</a:t>
            </a:r>
          </a:p>
        </p:txBody>
      </p:sp>
      <p:sp>
        <p:nvSpPr>
          <p:cNvPr id="9" name="Bij q = 150:&#10;MK = 10 &lt; MO = 12&#10;Winst stijgt.&#10;&#10;Bij q = 250:&#10;MK = 14 &gt; M">
            <a:extLst xmlns:a="http://schemas.openxmlformats.org/drawingml/2006/main">
              <a:ext uri="{FF2B5EF4-FFF2-40B4-BE49-F238E27FC236}">
                <a16:creationId xmlns:a16="http://schemas.microsoft.com/office/drawing/2014/main" id="{7820B41F-F293-441A-AD7B-BD39074307F0}"/>
              </a:ext>
            </a:extLst>
          </p:cNvPr>
          <p:cNvSpPr>
            <a:spLocks xmlns:a="http://schemas.openxmlformats.org/drawingml/2006/main" noGrp="1"/>
          </p:cNvSpPr>
          <p:nvPr/>
        </p:nvSpPr>
        <p:spPr>
          <a:xfrm xmlns:a="http://schemas.openxmlformats.org/drawingml/2006/main">
            <a:off x="10001250" y="3162300"/>
            <a:ext cx="46672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150: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10 &lt; MO = 12</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Winst stijgt.</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250: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14 &gt; MO = 12</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Winst daalt.</a:t>
            </a:r>
          </a:p>
        </p:txBody>
      </p:sp>
      <p:sp>
        <p:nvSpPr>
          <p:cNvPr id="10" name="Beste productie:&#10;200 kg per week">
            <a:extLst xmlns:a="http://schemas.openxmlformats.org/drawingml/2006/main">
              <a:ext uri="{FF2B5EF4-FFF2-40B4-BE49-F238E27FC236}">
                <a16:creationId xmlns:a16="http://schemas.microsoft.com/office/drawing/2014/main" id="{1811EC56-4EBA-48BE-BDA3-89B38587882A}"/>
              </a:ext>
            </a:extLst>
          </p:cNvPr>
          <p:cNvSpPr>
            <a:spLocks xmlns:a="http://schemas.openxmlformats.org/drawingml/2006/main" noGrp="1"/>
          </p:cNvSpPr>
          <p:nvPr/>
        </p:nvSpPr>
        <p:spPr>
          <a:xfrm xmlns:a="http://schemas.openxmlformats.org/drawingml/2006/main">
            <a:off x="10001250" y="66770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Beste productie:</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200 kg per week</a:t>
            </a:r>
          </a:p>
        </p:txBody>
      </p:sp>
    </p:spTree>
    <p:extLst>
      <p:ext uri="{BB962C8B-B14F-4D97-AF65-F5344CB8AC3E}">
        <p14:creationId xmlns:p14="http://schemas.microsoft.com/office/powerpoint/2010/main" val="1331721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DAF264F-D8F1-4F37-99FA-F7FEB46B23BE}"/>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35d · Winst en GTK bij dezelfde q</a:t>
            </a:r>
          </a:p>
        </p:txBody>
      </p:sp>
      <p:sp>
        <p:nvSpPr>
          <p:cNvPr id="2" name="">
            <a:extLst xmlns:a="http://schemas.openxmlformats.org/drawingml/2006/main">
              <a:ext uri="{FF2B5EF4-FFF2-40B4-BE49-F238E27FC236}">
                <a16:creationId xmlns:a16="http://schemas.microsoft.com/office/drawing/2014/main" id="{FAB01B6C-F282-4031-955B-FD2927577F9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25C7A0A-D6F9-4FC4-AD89-EB4E7012595F}"/>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3B6F44FA-3FA8-44B3-A710-EF8609AA44F6}"/>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₁ = € 12 per kg       q = 200 kg per week">
            <a:extLst xmlns:a="http://schemas.openxmlformats.org/drawingml/2006/main">
              <a:ext uri="{FF2B5EF4-FFF2-40B4-BE49-F238E27FC236}">
                <a16:creationId xmlns:a16="http://schemas.microsoft.com/office/drawing/2014/main" id="{18F87CAE-594A-4CFB-9F23-1D03FE06C8DE}"/>
              </a:ext>
            </a:extLst>
          </p:cNvPr>
          <p:cNvSpPr>
            <a:spLocks xmlns:a="http://schemas.openxmlformats.org/drawingml/2006/main" noGrp="1"/>
          </p:cNvSpPr>
          <p:nvPr/>
        </p:nvSpPr>
        <p:spPr>
          <a:xfrm xmlns:a="http://schemas.openxmlformats.org/drawingml/2006/main">
            <a:off x="571500" y="17907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P₁ = € 12 per kg       q = 200 kg per week</a:t>
            </a:r>
          </a:p>
        </p:txBody>
      </p:sp>
      <p:graphicFrame>
        <p:nvGraphicFramePr>
          <p:cNvPr id="13" name=""/>
          <p:cNvGraphicFramePr/>
          <p:nvPr/>
        </p:nvGraphicFramePr>
        <p:xfrm>
          <a:off xmlns:a="http://schemas.openxmlformats.org/drawingml/2006/main" x="571500" y="2952750"/>
          <a:ext xmlns:a="http://schemas.openxmlformats.org/drawingml/2006/main" cx="14097000" cy="4000500"/>
        </p:xfrm>
        <a:graphic xmlns:a="http://schemas.openxmlformats.org/drawingml/2006/main">
          <a:graphicData uri="http://schemas.openxmlformats.org/drawingml/2006/table">
            <a:tbl>
              <a:tblPr/>
              <a:tblGrid>
                <a:gridCol w="2571750"/>
                <a:gridCol w="7429500"/>
                <a:gridCol w="4095750"/>
              </a:tblGrid>
              <a:tr h="800100">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Uitkomst</a:t>
                      </a:r>
                    </a:p>
                  </a:txBody>
                  <a:tcPr marL="91440" marR="91440" marT="45720" marB="45720" anchor="ctr">
                    <a:solidFill>
                      <a:srgbClr val="183247"/>
                    </a:solidFill>
                  </a:tcPr>
                </a:tc>
              </a:tr>
              <a:tr h="800100">
                <a:tc>
                  <a:txBody>
                    <a:bodyPr lIns="171450" tIns="95250" rIns="152400" bIns="95250"/>
                    <a:lstStyle/>
                    <a:p>
                      <a:r>
                        <a:rPr sz="2550" b="0">
                          <a:solidFill>
                            <a:srgbClr val="183247"/>
                          </a:solidFill>
                          <a:latin typeface="Arial"/>
                          <a:ea typeface="Arial"/>
                          <a:cs typeface="Arial"/>
                        </a:rPr>
                        <a:t>TO</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12 × 200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€ 2.400 per week</a:t>
                      </a:r>
                    </a:p>
                  </a:txBody>
                  <a:tcPr marL="91440" marR="91440" marT="45720" marB="45720" anchor="ctr">
                    <a:solidFill>
                      <a:srgbClr val="FFFFFF"/>
                    </a:solidFill>
                  </a:tcPr>
                </a:tc>
              </a:tr>
              <a:tr h="800100">
                <a:tc>
                  <a:txBody>
                    <a:bodyPr lIns="171450" tIns="95250" rIns="152400" bIns="95250"/>
                    <a:lstStyle/>
                    <a:p>
                      <a:r>
                        <a:rPr sz="2550" b="0">
                          <a:solidFill>
                            <a:srgbClr val="183247"/>
                          </a:solidFill>
                          <a:latin typeface="Arial"/>
                          <a:ea typeface="Arial"/>
                          <a:cs typeface="Arial"/>
                        </a:rPr>
                        <a:t>TK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0,02 × 200² + 4 × 200 + 200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€ 1.800 per week</a:t>
                      </a:r>
                    </a:p>
                  </a:txBody>
                  <a:tcPr marL="91440" marR="91440" marT="45720" marB="45720" anchor="ctr">
                    <a:solidFill>
                      <a:srgbClr val="EFF4F7"/>
                    </a:solidFill>
                  </a:tcPr>
                </a:tc>
              </a:tr>
              <a:tr h="800100">
                <a:tc>
                  <a:txBody>
                    <a:bodyPr lIns="171450" tIns="95250" rIns="152400" bIns="95250"/>
                    <a:lstStyle/>
                    <a:p>
                      <a:r>
                        <a:rPr sz="2550" b="0">
                          <a:solidFill>
                            <a:srgbClr val="183247"/>
                          </a:solidFill>
                          <a:latin typeface="Arial"/>
                          <a:ea typeface="Arial"/>
                          <a:cs typeface="Arial"/>
                        </a:rPr>
                        <a:t>Winst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2.400 − 1.800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€ 600 per week</a:t>
                      </a:r>
                    </a:p>
                  </a:txBody>
                  <a:tcPr marL="91440" marR="91440" marT="45720" marB="45720" anchor="ctr">
                    <a:solidFill>
                      <a:srgbClr val="FFFFFF"/>
                    </a:solidFill>
                  </a:tcPr>
                </a:tc>
              </a:tr>
              <a:tr h="800100">
                <a:tc>
                  <a:txBody>
                    <a:bodyPr lIns="171450" tIns="95250" rIns="152400" bIns="95250"/>
                    <a:lstStyle/>
                    <a:p>
                      <a:r>
                        <a:rPr sz="2550" b="0">
                          <a:solidFill>
                            <a:srgbClr val="183247"/>
                          </a:solidFill>
                          <a:latin typeface="Arial"/>
                          <a:ea typeface="Arial"/>
                          <a:cs typeface="Arial"/>
                        </a:rPr>
                        <a:t>GTK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1.800 / 200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€ 9 per kg</a:t>
                      </a:r>
                    </a:p>
                  </a:txBody>
                  <a:tcPr marL="91440" marR="91440" marT="45720" marB="45720" anchor="ctr">
                    <a:solidFill>
                      <a:srgbClr val="EFF4F7"/>
                    </a:solidFill>
                  </a:tcPr>
                </a:tc>
              </a:tr>
            </a:tbl>
          </a:graphicData>
        </a:graphic>
      </p:graphicFrame>
      <p:sp>
        <p:nvSpPr>
          <p:cNvPr id="7" name="TK = 800 + 800 + 200. De constante kosten blijven meetellen.">
            <a:extLst xmlns:a="http://schemas.openxmlformats.org/drawingml/2006/main">
              <a:ext uri="{FF2B5EF4-FFF2-40B4-BE49-F238E27FC236}">
                <a16:creationId xmlns:a16="http://schemas.microsoft.com/office/drawing/2014/main" id="{252C8B07-531E-49EE-8C58-92BE905AD276}"/>
              </a:ext>
            </a:extLst>
          </p:cNvPr>
          <p:cNvSpPr>
            <a:spLocks xmlns:a="http://schemas.openxmlformats.org/drawingml/2006/main" noGrp="1"/>
          </p:cNvSpPr>
          <p:nvPr/>
        </p:nvSpPr>
        <p:spPr>
          <a:xfrm xmlns:a="http://schemas.openxmlformats.org/drawingml/2006/main">
            <a:off x="571500" y="73437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TK = 800 + 800 + 200. De constante kosten blijven meetellen.</a:t>
            </a:r>
          </a:p>
        </p:txBody>
      </p:sp>
    </p:spTree>
    <p:extLst>
      <p:ext uri="{BB962C8B-B14F-4D97-AF65-F5344CB8AC3E}">
        <p14:creationId xmlns:p14="http://schemas.microsoft.com/office/powerpoint/2010/main" val="1269796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itle">
            <a:extLst xmlns:a="http://schemas.openxmlformats.org/drawingml/2006/main">
              <a:ext uri="{FF2B5EF4-FFF2-40B4-BE49-F238E27FC236}">
                <a16:creationId xmlns:a16="http://schemas.microsoft.com/office/drawing/2014/main" id="{705922E5-3FB7-410C-B5EC-C1FAB6065948}"/>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35d · De winstrechthoek</a:t>
            </a:r>
          </a:p>
        </p:txBody>
      </p:sp>
      <p:sp>
        <p:nvSpPr>
          <p:cNvPr id="2" name="">
            <a:extLst xmlns:a="http://schemas.openxmlformats.org/drawingml/2006/main">
              <a:ext uri="{FF2B5EF4-FFF2-40B4-BE49-F238E27FC236}">
                <a16:creationId xmlns:a16="http://schemas.microsoft.com/office/drawing/2014/main" id="{675E3998-834E-4439-983F-F91C982A41A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4587D32-DFFC-4B78-B8C2-F0335F485982}"/>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6CA76F63-4169-41D0-B66A-EBDF5A309D4C}"/>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profit-area">
            <a:extLst xmlns:a="http://schemas.openxmlformats.org/drawingml/2006/main">
              <a:ext uri="{FF2B5EF4-FFF2-40B4-BE49-F238E27FC236}">
                <a16:creationId xmlns:a16="http://schemas.microsoft.com/office/drawing/2014/main" id="{49F2E20E-0FCA-4A6A-8859-5F1242AE3D16}"/>
              </a:ext>
            </a:extLst>
          </p:cNvPr>
          <p:cNvSpPr>
            <a:spLocks xmlns:a="http://schemas.openxmlformats.org/drawingml/2006/main" noGrp="1"/>
          </p:cNvSpPr>
          <p:nvPr/>
        </p:nvSpPr>
        <p:spPr>
          <a:xfrm xmlns:a="http://schemas.openxmlformats.org/drawingml/2006/main">
            <a:off x="1524000" y="4735639"/>
            <a:ext cx="6096000" cy="527542"/>
          </a:xfrm>
          <a:prstGeom xmlns:a="http://schemas.openxmlformats.org/drawingml/2006/main" prst="rect">
            <a:avLst/>
          </a:prstGeom>
          <a:solidFill xmlns:a="http://schemas.openxmlformats.org/drawingml/2006/main">
            <a:srgbClr val="C4E8D8"/>
          </a:solidFill>
          <a:ln xmlns:a="http://schemas.openxmlformats.org/drawingml/2006/main" w="9525">
            <a:solidFill>
              <a:srgbClr val="20665B"/>
            </a:solidFill>
          </a:ln>
        </p:spPr>
      </p:sp>
      <p:sp>
        <p:nvSpPr>
          <p:cNvPr id="6" name="profit-hatch-5">
            <a:extLst xmlns:a="http://schemas.openxmlformats.org/drawingml/2006/main">
              <a:ext uri="{FF2B5EF4-FFF2-40B4-BE49-F238E27FC236}">
                <a16:creationId xmlns:a16="http://schemas.microsoft.com/office/drawing/2014/main" id="{9577DC02-FFB5-4128-B5D7-DA657F1B661D}"/>
              </a:ext>
            </a:extLst>
          </p:cNvPr>
          <p:cNvSpPr>
            <a:spLocks xmlns:a="http://schemas.openxmlformats.org/drawingml/2006/main" noGrp="1"/>
          </p:cNvSpPr>
          <p:nvPr/>
        </p:nvSpPr>
        <p:spPr>
          <a:xfrm xmlns:a="http://schemas.openxmlformats.org/drawingml/2006/main">
            <a:off x="1676400" y="4735639"/>
            <a:ext cx="0" cy="527542"/>
          </a:xfrm>
          <a:prstGeom xmlns:a="http://schemas.openxmlformats.org/drawingml/2006/main" prst="line">
            <a:avLst/>
          </a:prstGeom>
          <a:ln xmlns:a="http://schemas.openxmlformats.org/drawingml/2006/main" w="6668">
            <a:solidFill>
              <a:srgbClr val="20665B"/>
            </a:solidFill>
          </a:ln>
        </p:spPr>
      </p:sp>
      <p:sp>
        <p:nvSpPr>
          <p:cNvPr id="7" name="profit-hatch-15">
            <a:extLst xmlns:a="http://schemas.openxmlformats.org/drawingml/2006/main">
              <a:ext uri="{FF2B5EF4-FFF2-40B4-BE49-F238E27FC236}">
                <a16:creationId xmlns:a16="http://schemas.microsoft.com/office/drawing/2014/main" id="{DC936964-B397-4D23-B7A3-2D65A2BB7138}"/>
              </a:ext>
            </a:extLst>
          </p:cNvPr>
          <p:cNvSpPr>
            <a:spLocks xmlns:a="http://schemas.openxmlformats.org/drawingml/2006/main" noGrp="1"/>
          </p:cNvSpPr>
          <p:nvPr/>
        </p:nvSpPr>
        <p:spPr>
          <a:xfrm xmlns:a="http://schemas.openxmlformats.org/drawingml/2006/main">
            <a:off x="1981200" y="4735639"/>
            <a:ext cx="0" cy="527542"/>
          </a:xfrm>
          <a:prstGeom xmlns:a="http://schemas.openxmlformats.org/drawingml/2006/main" prst="line">
            <a:avLst/>
          </a:prstGeom>
          <a:ln xmlns:a="http://schemas.openxmlformats.org/drawingml/2006/main" w="6668">
            <a:solidFill>
              <a:srgbClr val="20665B"/>
            </a:solidFill>
          </a:ln>
        </p:spPr>
      </p:sp>
      <p:sp>
        <p:nvSpPr>
          <p:cNvPr id="8" name="profit-hatch-25">
            <a:extLst xmlns:a="http://schemas.openxmlformats.org/drawingml/2006/main">
              <a:ext uri="{FF2B5EF4-FFF2-40B4-BE49-F238E27FC236}">
                <a16:creationId xmlns:a16="http://schemas.microsoft.com/office/drawing/2014/main" id="{397C4687-970C-459B-9837-CB9AAFE84F63}"/>
              </a:ext>
            </a:extLst>
          </p:cNvPr>
          <p:cNvSpPr>
            <a:spLocks xmlns:a="http://schemas.openxmlformats.org/drawingml/2006/main" noGrp="1"/>
          </p:cNvSpPr>
          <p:nvPr/>
        </p:nvSpPr>
        <p:spPr>
          <a:xfrm xmlns:a="http://schemas.openxmlformats.org/drawingml/2006/main">
            <a:off x="2286000" y="4735639"/>
            <a:ext cx="0" cy="527542"/>
          </a:xfrm>
          <a:prstGeom xmlns:a="http://schemas.openxmlformats.org/drawingml/2006/main" prst="line">
            <a:avLst/>
          </a:prstGeom>
          <a:ln xmlns:a="http://schemas.openxmlformats.org/drawingml/2006/main" w="6668">
            <a:solidFill>
              <a:srgbClr val="20665B"/>
            </a:solidFill>
          </a:ln>
        </p:spPr>
      </p:sp>
      <p:sp>
        <p:nvSpPr>
          <p:cNvPr id="9" name="profit-hatch-35">
            <a:extLst xmlns:a="http://schemas.openxmlformats.org/drawingml/2006/main">
              <a:ext uri="{FF2B5EF4-FFF2-40B4-BE49-F238E27FC236}">
                <a16:creationId xmlns:a16="http://schemas.microsoft.com/office/drawing/2014/main" id="{BD055B6A-1DD8-4223-9082-04ECF8312685}"/>
              </a:ext>
            </a:extLst>
          </p:cNvPr>
          <p:cNvSpPr>
            <a:spLocks xmlns:a="http://schemas.openxmlformats.org/drawingml/2006/main" noGrp="1"/>
          </p:cNvSpPr>
          <p:nvPr/>
        </p:nvSpPr>
        <p:spPr>
          <a:xfrm xmlns:a="http://schemas.openxmlformats.org/drawingml/2006/main">
            <a:off x="2590800" y="4735639"/>
            <a:ext cx="0" cy="527542"/>
          </a:xfrm>
          <a:prstGeom xmlns:a="http://schemas.openxmlformats.org/drawingml/2006/main" prst="line">
            <a:avLst/>
          </a:prstGeom>
          <a:ln xmlns:a="http://schemas.openxmlformats.org/drawingml/2006/main" w="6668">
            <a:solidFill>
              <a:srgbClr val="20665B"/>
            </a:solidFill>
          </a:ln>
        </p:spPr>
      </p:sp>
      <p:sp>
        <p:nvSpPr>
          <p:cNvPr id="10" name="profit-hatch-45">
            <a:extLst xmlns:a="http://schemas.openxmlformats.org/drawingml/2006/main">
              <a:ext uri="{FF2B5EF4-FFF2-40B4-BE49-F238E27FC236}">
                <a16:creationId xmlns:a16="http://schemas.microsoft.com/office/drawing/2014/main" id="{38AA8515-D0E6-446A-93D4-B6211A475E7A}"/>
              </a:ext>
            </a:extLst>
          </p:cNvPr>
          <p:cNvSpPr>
            <a:spLocks xmlns:a="http://schemas.openxmlformats.org/drawingml/2006/main" noGrp="1"/>
          </p:cNvSpPr>
          <p:nvPr/>
        </p:nvSpPr>
        <p:spPr>
          <a:xfrm xmlns:a="http://schemas.openxmlformats.org/drawingml/2006/main">
            <a:off x="2895600" y="4735639"/>
            <a:ext cx="0" cy="527542"/>
          </a:xfrm>
          <a:prstGeom xmlns:a="http://schemas.openxmlformats.org/drawingml/2006/main" prst="line">
            <a:avLst/>
          </a:prstGeom>
          <a:ln xmlns:a="http://schemas.openxmlformats.org/drawingml/2006/main" w="6668">
            <a:solidFill>
              <a:srgbClr val="20665B"/>
            </a:solidFill>
          </a:ln>
        </p:spPr>
      </p:sp>
      <p:sp>
        <p:nvSpPr>
          <p:cNvPr id="11" name="profit-hatch-55">
            <a:extLst xmlns:a="http://schemas.openxmlformats.org/drawingml/2006/main">
              <a:ext uri="{FF2B5EF4-FFF2-40B4-BE49-F238E27FC236}">
                <a16:creationId xmlns:a16="http://schemas.microsoft.com/office/drawing/2014/main" id="{7F69651E-C92E-42A3-A062-6D8B40F32F2D}"/>
              </a:ext>
            </a:extLst>
          </p:cNvPr>
          <p:cNvSpPr>
            <a:spLocks xmlns:a="http://schemas.openxmlformats.org/drawingml/2006/main" noGrp="1"/>
          </p:cNvSpPr>
          <p:nvPr/>
        </p:nvSpPr>
        <p:spPr>
          <a:xfrm xmlns:a="http://schemas.openxmlformats.org/drawingml/2006/main">
            <a:off x="3200400" y="4735639"/>
            <a:ext cx="0" cy="527542"/>
          </a:xfrm>
          <a:prstGeom xmlns:a="http://schemas.openxmlformats.org/drawingml/2006/main" prst="line">
            <a:avLst/>
          </a:prstGeom>
          <a:ln xmlns:a="http://schemas.openxmlformats.org/drawingml/2006/main" w="6668">
            <a:solidFill>
              <a:srgbClr val="20665B"/>
            </a:solidFill>
          </a:ln>
        </p:spPr>
      </p:sp>
      <p:sp>
        <p:nvSpPr>
          <p:cNvPr id="12" name="profit-hatch-65">
            <a:extLst xmlns:a="http://schemas.openxmlformats.org/drawingml/2006/main">
              <a:ext uri="{FF2B5EF4-FFF2-40B4-BE49-F238E27FC236}">
                <a16:creationId xmlns:a16="http://schemas.microsoft.com/office/drawing/2014/main" id="{47536E92-CF7C-4417-82CA-A1FF9D6AEC19}"/>
              </a:ext>
            </a:extLst>
          </p:cNvPr>
          <p:cNvSpPr>
            <a:spLocks xmlns:a="http://schemas.openxmlformats.org/drawingml/2006/main" noGrp="1"/>
          </p:cNvSpPr>
          <p:nvPr/>
        </p:nvSpPr>
        <p:spPr>
          <a:xfrm xmlns:a="http://schemas.openxmlformats.org/drawingml/2006/main">
            <a:off x="3505200" y="4735639"/>
            <a:ext cx="0" cy="527542"/>
          </a:xfrm>
          <a:prstGeom xmlns:a="http://schemas.openxmlformats.org/drawingml/2006/main" prst="line">
            <a:avLst/>
          </a:prstGeom>
          <a:ln xmlns:a="http://schemas.openxmlformats.org/drawingml/2006/main" w="6668">
            <a:solidFill>
              <a:srgbClr val="20665B"/>
            </a:solidFill>
          </a:ln>
        </p:spPr>
      </p:sp>
      <p:sp>
        <p:nvSpPr>
          <p:cNvPr id="13" name="profit-hatch-75">
            <a:extLst xmlns:a="http://schemas.openxmlformats.org/drawingml/2006/main">
              <a:ext uri="{FF2B5EF4-FFF2-40B4-BE49-F238E27FC236}">
                <a16:creationId xmlns:a16="http://schemas.microsoft.com/office/drawing/2014/main" id="{868DD560-D5F7-451B-8930-6F4FDD364CAB}"/>
              </a:ext>
            </a:extLst>
          </p:cNvPr>
          <p:cNvSpPr>
            <a:spLocks xmlns:a="http://schemas.openxmlformats.org/drawingml/2006/main" noGrp="1"/>
          </p:cNvSpPr>
          <p:nvPr/>
        </p:nvSpPr>
        <p:spPr>
          <a:xfrm xmlns:a="http://schemas.openxmlformats.org/drawingml/2006/main">
            <a:off x="3810000" y="4735639"/>
            <a:ext cx="0" cy="527542"/>
          </a:xfrm>
          <a:prstGeom xmlns:a="http://schemas.openxmlformats.org/drawingml/2006/main" prst="line">
            <a:avLst/>
          </a:prstGeom>
          <a:ln xmlns:a="http://schemas.openxmlformats.org/drawingml/2006/main" w="6668">
            <a:solidFill>
              <a:srgbClr val="20665B"/>
            </a:solidFill>
          </a:ln>
        </p:spPr>
      </p:sp>
      <p:sp>
        <p:nvSpPr>
          <p:cNvPr id="14" name="profit-hatch-85">
            <a:extLst xmlns:a="http://schemas.openxmlformats.org/drawingml/2006/main">
              <a:ext uri="{FF2B5EF4-FFF2-40B4-BE49-F238E27FC236}">
                <a16:creationId xmlns:a16="http://schemas.microsoft.com/office/drawing/2014/main" id="{D5A9316A-1061-485A-832A-350AF26C76C3}"/>
              </a:ext>
            </a:extLst>
          </p:cNvPr>
          <p:cNvSpPr>
            <a:spLocks xmlns:a="http://schemas.openxmlformats.org/drawingml/2006/main" noGrp="1"/>
          </p:cNvSpPr>
          <p:nvPr/>
        </p:nvSpPr>
        <p:spPr>
          <a:xfrm xmlns:a="http://schemas.openxmlformats.org/drawingml/2006/main">
            <a:off x="4114800" y="4735639"/>
            <a:ext cx="0" cy="527542"/>
          </a:xfrm>
          <a:prstGeom xmlns:a="http://schemas.openxmlformats.org/drawingml/2006/main" prst="line">
            <a:avLst/>
          </a:prstGeom>
          <a:ln xmlns:a="http://schemas.openxmlformats.org/drawingml/2006/main" w="6668">
            <a:solidFill>
              <a:srgbClr val="20665B"/>
            </a:solidFill>
          </a:ln>
        </p:spPr>
      </p:sp>
      <p:sp>
        <p:nvSpPr>
          <p:cNvPr id="15" name="profit-hatch-95">
            <a:extLst xmlns:a="http://schemas.openxmlformats.org/drawingml/2006/main">
              <a:ext uri="{FF2B5EF4-FFF2-40B4-BE49-F238E27FC236}">
                <a16:creationId xmlns:a16="http://schemas.microsoft.com/office/drawing/2014/main" id="{3FDC3D1B-6B03-4084-B3C7-409F522D308E}"/>
              </a:ext>
            </a:extLst>
          </p:cNvPr>
          <p:cNvSpPr>
            <a:spLocks xmlns:a="http://schemas.openxmlformats.org/drawingml/2006/main" noGrp="1"/>
          </p:cNvSpPr>
          <p:nvPr/>
        </p:nvSpPr>
        <p:spPr>
          <a:xfrm xmlns:a="http://schemas.openxmlformats.org/drawingml/2006/main">
            <a:off x="4419600" y="4735639"/>
            <a:ext cx="0" cy="527542"/>
          </a:xfrm>
          <a:prstGeom xmlns:a="http://schemas.openxmlformats.org/drawingml/2006/main" prst="line">
            <a:avLst/>
          </a:prstGeom>
          <a:ln xmlns:a="http://schemas.openxmlformats.org/drawingml/2006/main" w="6668">
            <a:solidFill>
              <a:srgbClr val="20665B"/>
            </a:solidFill>
          </a:ln>
        </p:spPr>
      </p:sp>
      <p:sp>
        <p:nvSpPr>
          <p:cNvPr id="16" name="profit-hatch-105">
            <a:extLst xmlns:a="http://schemas.openxmlformats.org/drawingml/2006/main">
              <a:ext uri="{FF2B5EF4-FFF2-40B4-BE49-F238E27FC236}">
                <a16:creationId xmlns:a16="http://schemas.microsoft.com/office/drawing/2014/main" id="{0FED7D96-4E7B-4992-9079-B5B43B23E6F3}"/>
              </a:ext>
            </a:extLst>
          </p:cNvPr>
          <p:cNvSpPr>
            <a:spLocks xmlns:a="http://schemas.openxmlformats.org/drawingml/2006/main" noGrp="1"/>
          </p:cNvSpPr>
          <p:nvPr/>
        </p:nvSpPr>
        <p:spPr>
          <a:xfrm xmlns:a="http://schemas.openxmlformats.org/drawingml/2006/main">
            <a:off x="4724400" y="4735639"/>
            <a:ext cx="0" cy="527542"/>
          </a:xfrm>
          <a:prstGeom xmlns:a="http://schemas.openxmlformats.org/drawingml/2006/main" prst="line">
            <a:avLst/>
          </a:prstGeom>
          <a:ln xmlns:a="http://schemas.openxmlformats.org/drawingml/2006/main" w="6668">
            <a:solidFill>
              <a:srgbClr val="20665B"/>
            </a:solidFill>
          </a:ln>
        </p:spPr>
      </p:sp>
      <p:sp>
        <p:nvSpPr>
          <p:cNvPr id="17" name="profit-hatch-115">
            <a:extLst xmlns:a="http://schemas.openxmlformats.org/drawingml/2006/main">
              <a:ext uri="{FF2B5EF4-FFF2-40B4-BE49-F238E27FC236}">
                <a16:creationId xmlns:a16="http://schemas.microsoft.com/office/drawing/2014/main" id="{795D43FF-862E-4F2F-A85D-F9B9BD292BEC}"/>
              </a:ext>
            </a:extLst>
          </p:cNvPr>
          <p:cNvSpPr>
            <a:spLocks xmlns:a="http://schemas.openxmlformats.org/drawingml/2006/main" noGrp="1"/>
          </p:cNvSpPr>
          <p:nvPr/>
        </p:nvSpPr>
        <p:spPr>
          <a:xfrm xmlns:a="http://schemas.openxmlformats.org/drawingml/2006/main">
            <a:off x="5029200" y="4735639"/>
            <a:ext cx="0" cy="527542"/>
          </a:xfrm>
          <a:prstGeom xmlns:a="http://schemas.openxmlformats.org/drawingml/2006/main" prst="line">
            <a:avLst/>
          </a:prstGeom>
          <a:ln xmlns:a="http://schemas.openxmlformats.org/drawingml/2006/main" w="6668">
            <a:solidFill>
              <a:srgbClr val="20665B"/>
            </a:solidFill>
          </a:ln>
        </p:spPr>
      </p:sp>
      <p:sp>
        <p:nvSpPr>
          <p:cNvPr id="18" name="profit-hatch-125">
            <a:extLst xmlns:a="http://schemas.openxmlformats.org/drawingml/2006/main">
              <a:ext uri="{FF2B5EF4-FFF2-40B4-BE49-F238E27FC236}">
                <a16:creationId xmlns:a16="http://schemas.microsoft.com/office/drawing/2014/main" id="{7ABA0590-3D26-4272-9B99-BE29A17738F5}"/>
              </a:ext>
            </a:extLst>
          </p:cNvPr>
          <p:cNvSpPr>
            <a:spLocks xmlns:a="http://schemas.openxmlformats.org/drawingml/2006/main" noGrp="1"/>
          </p:cNvSpPr>
          <p:nvPr/>
        </p:nvSpPr>
        <p:spPr>
          <a:xfrm xmlns:a="http://schemas.openxmlformats.org/drawingml/2006/main">
            <a:off x="5334000" y="4735639"/>
            <a:ext cx="0" cy="527542"/>
          </a:xfrm>
          <a:prstGeom xmlns:a="http://schemas.openxmlformats.org/drawingml/2006/main" prst="line">
            <a:avLst/>
          </a:prstGeom>
          <a:ln xmlns:a="http://schemas.openxmlformats.org/drawingml/2006/main" w="6668">
            <a:solidFill>
              <a:srgbClr val="20665B"/>
            </a:solidFill>
          </a:ln>
        </p:spPr>
      </p:sp>
      <p:sp>
        <p:nvSpPr>
          <p:cNvPr id="19" name="profit-hatch-135">
            <a:extLst xmlns:a="http://schemas.openxmlformats.org/drawingml/2006/main">
              <a:ext uri="{FF2B5EF4-FFF2-40B4-BE49-F238E27FC236}">
                <a16:creationId xmlns:a16="http://schemas.microsoft.com/office/drawing/2014/main" id="{BA793A7E-96DF-4930-84AD-A03E3E6FAA63}"/>
              </a:ext>
            </a:extLst>
          </p:cNvPr>
          <p:cNvSpPr>
            <a:spLocks xmlns:a="http://schemas.openxmlformats.org/drawingml/2006/main" noGrp="1"/>
          </p:cNvSpPr>
          <p:nvPr/>
        </p:nvSpPr>
        <p:spPr>
          <a:xfrm xmlns:a="http://schemas.openxmlformats.org/drawingml/2006/main">
            <a:off x="5638800" y="4735639"/>
            <a:ext cx="0" cy="527542"/>
          </a:xfrm>
          <a:prstGeom xmlns:a="http://schemas.openxmlformats.org/drawingml/2006/main" prst="line">
            <a:avLst/>
          </a:prstGeom>
          <a:ln xmlns:a="http://schemas.openxmlformats.org/drawingml/2006/main" w="6668">
            <a:solidFill>
              <a:srgbClr val="20665B"/>
            </a:solidFill>
          </a:ln>
        </p:spPr>
      </p:sp>
      <p:sp>
        <p:nvSpPr>
          <p:cNvPr id="20" name="profit-hatch-145">
            <a:extLst xmlns:a="http://schemas.openxmlformats.org/drawingml/2006/main">
              <a:ext uri="{FF2B5EF4-FFF2-40B4-BE49-F238E27FC236}">
                <a16:creationId xmlns:a16="http://schemas.microsoft.com/office/drawing/2014/main" id="{1AF3915D-A8C0-4291-A3C6-8DCC4B56563D}"/>
              </a:ext>
            </a:extLst>
          </p:cNvPr>
          <p:cNvSpPr>
            <a:spLocks xmlns:a="http://schemas.openxmlformats.org/drawingml/2006/main" noGrp="1"/>
          </p:cNvSpPr>
          <p:nvPr/>
        </p:nvSpPr>
        <p:spPr>
          <a:xfrm xmlns:a="http://schemas.openxmlformats.org/drawingml/2006/main">
            <a:off x="5943600" y="4735639"/>
            <a:ext cx="0" cy="527542"/>
          </a:xfrm>
          <a:prstGeom xmlns:a="http://schemas.openxmlformats.org/drawingml/2006/main" prst="line">
            <a:avLst/>
          </a:prstGeom>
          <a:ln xmlns:a="http://schemas.openxmlformats.org/drawingml/2006/main" w="6668">
            <a:solidFill>
              <a:srgbClr val="20665B"/>
            </a:solidFill>
          </a:ln>
        </p:spPr>
      </p:sp>
      <p:sp>
        <p:nvSpPr>
          <p:cNvPr id="21" name="profit-hatch-155">
            <a:extLst xmlns:a="http://schemas.openxmlformats.org/drawingml/2006/main">
              <a:ext uri="{FF2B5EF4-FFF2-40B4-BE49-F238E27FC236}">
                <a16:creationId xmlns:a16="http://schemas.microsoft.com/office/drawing/2014/main" id="{B1852BE1-C53E-4896-B8F1-D2755009D25E}"/>
              </a:ext>
            </a:extLst>
          </p:cNvPr>
          <p:cNvSpPr>
            <a:spLocks xmlns:a="http://schemas.openxmlformats.org/drawingml/2006/main" noGrp="1"/>
          </p:cNvSpPr>
          <p:nvPr/>
        </p:nvSpPr>
        <p:spPr>
          <a:xfrm xmlns:a="http://schemas.openxmlformats.org/drawingml/2006/main">
            <a:off x="6248400" y="4735639"/>
            <a:ext cx="0" cy="527542"/>
          </a:xfrm>
          <a:prstGeom xmlns:a="http://schemas.openxmlformats.org/drawingml/2006/main" prst="line">
            <a:avLst/>
          </a:prstGeom>
          <a:ln xmlns:a="http://schemas.openxmlformats.org/drawingml/2006/main" w="6668">
            <a:solidFill>
              <a:srgbClr val="20665B"/>
            </a:solidFill>
          </a:ln>
        </p:spPr>
      </p:sp>
      <p:sp>
        <p:nvSpPr>
          <p:cNvPr id="22" name="profit-hatch-165">
            <a:extLst xmlns:a="http://schemas.openxmlformats.org/drawingml/2006/main">
              <a:ext uri="{FF2B5EF4-FFF2-40B4-BE49-F238E27FC236}">
                <a16:creationId xmlns:a16="http://schemas.microsoft.com/office/drawing/2014/main" id="{60894A60-BA21-49DA-BFD1-73269F72B9B9}"/>
              </a:ext>
            </a:extLst>
          </p:cNvPr>
          <p:cNvSpPr>
            <a:spLocks xmlns:a="http://schemas.openxmlformats.org/drawingml/2006/main" noGrp="1"/>
          </p:cNvSpPr>
          <p:nvPr/>
        </p:nvSpPr>
        <p:spPr>
          <a:xfrm xmlns:a="http://schemas.openxmlformats.org/drawingml/2006/main">
            <a:off x="6553200" y="4735639"/>
            <a:ext cx="0" cy="527542"/>
          </a:xfrm>
          <a:prstGeom xmlns:a="http://schemas.openxmlformats.org/drawingml/2006/main" prst="line">
            <a:avLst/>
          </a:prstGeom>
          <a:ln xmlns:a="http://schemas.openxmlformats.org/drawingml/2006/main" w="6668">
            <a:solidFill>
              <a:srgbClr val="20665B"/>
            </a:solidFill>
          </a:ln>
        </p:spPr>
      </p:sp>
      <p:sp>
        <p:nvSpPr>
          <p:cNvPr id="23" name="profit-hatch-175">
            <a:extLst xmlns:a="http://schemas.openxmlformats.org/drawingml/2006/main">
              <a:ext uri="{FF2B5EF4-FFF2-40B4-BE49-F238E27FC236}">
                <a16:creationId xmlns:a16="http://schemas.microsoft.com/office/drawing/2014/main" id="{45D23674-28C7-4C2C-9C41-5162E29447F7}"/>
              </a:ext>
            </a:extLst>
          </p:cNvPr>
          <p:cNvSpPr>
            <a:spLocks xmlns:a="http://schemas.openxmlformats.org/drawingml/2006/main" noGrp="1"/>
          </p:cNvSpPr>
          <p:nvPr/>
        </p:nvSpPr>
        <p:spPr>
          <a:xfrm xmlns:a="http://schemas.openxmlformats.org/drawingml/2006/main">
            <a:off x="6858000" y="4735639"/>
            <a:ext cx="0" cy="527542"/>
          </a:xfrm>
          <a:prstGeom xmlns:a="http://schemas.openxmlformats.org/drawingml/2006/main" prst="line">
            <a:avLst/>
          </a:prstGeom>
          <a:ln xmlns:a="http://schemas.openxmlformats.org/drawingml/2006/main" w="6668">
            <a:solidFill>
              <a:srgbClr val="20665B"/>
            </a:solidFill>
          </a:ln>
        </p:spPr>
      </p:sp>
      <p:sp>
        <p:nvSpPr>
          <p:cNvPr id="24" name="profit-hatch-185">
            <a:extLst xmlns:a="http://schemas.openxmlformats.org/drawingml/2006/main">
              <a:ext uri="{FF2B5EF4-FFF2-40B4-BE49-F238E27FC236}">
                <a16:creationId xmlns:a16="http://schemas.microsoft.com/office/drawing/2014/main" id="{CF7BC211-33D5-4783-AA00-528B48A26BB6}"/>
              </a:ext>
            </a:extLst>
          </p:cNvPr>
          <p:cNvSpPr>
            <a:spLocks xmlns:a="http://schemas.openxmlformats.org/drawingml/2006/main" noGrp="1"/>
          </p:cNvSpPr>
          <p:nvPr/>
        </p:nvSpPr>
        <p:spPr>
          <a:xfrm xmlns:a="http://schemas.openxmlformats.org/drawingml/2006/main">
            <a:off x="7162800" y="4735639"/>
            <a:ext cx="0" cy="527542"/>
          </a:xfrm>
          <a:prstGeom xmlns:a="http://schemas.openxmlformats.org/drawingml/2006/main" prst="line">
            <a:avLst/>
          </a:prstGeom>
          <a:ln xmlns:a="http://schemas.openxmlformats.org/drawingml/2006/main" w="6668">
            <a:solidFill>
              <a:srgbClr val="20665B"/>
            </a:solidFill>
          </a:ln>
        </p:spPr>
      </p:sp>
      <p:sp>
        <p:nvSpPr>
          <p:cNvPr id="25" name="profit-hatch-195">
            <a:extLst xmlns:a="http://schemas.openxmlformats.org/drawingml/2006/main">
              <a:ext uri="{FF2B5EF4-FFF2-40B4-BE49-F238E27FC236}">
                <a16:creationId xmlns:a16="http://schemas.microsoft.com/office/drawing/2014/main" id="{DA87721A-FDAF-43AA-8F28-5E719F2CAC9D}"/>
              </a:ext>
            </a:extLst>
          </p:cNvPr>
          <p:cNvSpPr>
            <a:spLocks xmlns:a="http://schemas.openxmlformats.org/drawingml/2006/main" noGrp="1"/>
          </p:cNvSpPr>
          <p:nvPr/>
        </p:nvSpPr>
        <p:spPr>
          <a:xfrm xmlns:a="http://schemas.openxmlformats.org/drawingml/2006/main">
            <a:off x="7467600" y="4735639"/>
            <a:ext cx="0" cy="527542"/>
          </a:xfrm>
          <a:prstGeom xmlns:a="http://schemas.openxmlformats.org/drawingml/2006/main" prst="line">
            <a:avLst/>
          </a:prstGeom>
          <a:ln xmlns:a="http://schemas.openxmlformats.org/drawingml/2006/main" w="6668">
            <a:solidFill>
              <a:srgbClr val="20665B"/>
            </a:solidFill>
          </a:ln>
        </p:spPr>
      </p:sp>
      <p:graphicFrame>
        <p:nvGraphicFramePr>
          <p:cNvPr id="58" name="Chart"/>
          <p:cNvGraphicFramePr/>
          <p:nvPr/>
        </p:nvGraphicFramePr>
        <p:xfrm>
          <a:off xmlns:a="http://schemas.openxmlformats.org/drawingml/2006/main" x="190500" y="2181225"/>
          <a:ext xmlns:a="http://schemas.openxmlformats.org/drawingml/2006/main" cx="9525000" cy="5553075"/>
        </p:xfrm>
        <a:graphic xmlns:a="http://schemas.openxmlformats.org/drawingml/2006/main">
          <a:graphicData uri="http://schemas.openxmlformats.org/drawingml/2006/chart">
            <c:chart xmlns:r="http://schemas.openxmlformats.org/officeDocument/2006/relationships" xmlns:c="http://schemas.openxmlformats.org/drawingml/2006/chart" r:id="R57b2c962611b478c"/>
          </a:graphicData>
        </a:graphic>
      </p:graphicFrame>
      <p:sp>
        <p:nvSpPr>
          <p:cNvPr id="27" name="MK">
            <a:extLst xmlns:a="http://schemas.openxmlformats.org/drawingml/2006/main">
              <a:ext uri="{FF2B5EF4-FFF2-40B4-BE49-F238E27FC236}">
                <a16:creationId xmlns:a16="http://schemas.microsoft.com/office/drawing/2014/main" id="{DFD31ECE-66FC-413E-8509-1A48A8F38FEE}"/>
              </a:ext>
            </a:extLst>
          </p:cNvPr>
          <p:cNvSpPr>
            <a:spLocks xmlns:a="http://schemas.openxmlformats.org/drawingml/2006/main" noGrp="1"/>
          </p:cNvSpPr>
          <p:nvPr/>
        </p:nvSpPr>
        <p:spPr>
          <a:xfrm xmlns:a="http://schemas.openxmlformats.org/drawingml/2006/main">
            <a:off x="7772400" y="427184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0665B"/>
                </a:solidFill>
                <a:latin typeface="Arial"/>
                <a:ea typeface="Arial"/>
                <a:cs typeface="Arial"/>
              </a:defRPr>
            </a:pPr>
            <a:r>
              <a:rPr sz="1950" b="1">
                <a:solidFill>
                  <a:srgbClr val="20665B"/>
                </a:solidFill>
                <a:latin typeface="Arial"/>
                <a:ea typeface="Arial"/>
                <a:cs typeface="Arial"/>
              </a:rPr>
              <a:t>MK</a:t>
            </a:r>
          </a:p>
        </p:txBody>
      </p:sp>
      <p:sp>
        <p:nvSpPr>
          <p:cNvPr id="28" name="GTK">
            <a:extLst xmlns:a="http://schemas.openxmlformats.org/drawingml/2006/main">
              <a:ext uri="{FF2B5EF4-FFF2-40B4-BE49-F238E27FC236}">
                <a16:creationId xmlns:a16="http://schemas.microsoft.com/office/drawing/2014/main" id="{70C2913E-062E-4560-AE12-8B9B75E630FD}"/>
              </a:ext>
            </a:extLst>
          </p:cNvPr>
          <p:cNvSpPr>
            <a:spLocks xmlns:a="http://schemas.openxmlformats.org/drawingml/2006/main" noGrp="1"/>
          </p:cNvSpPr>
          <p:nvPr/>
        </p:nvSpPr>
        <p:spPr>
          <a:xfrm xmlns:a="http://schemas.openxmlformats.org/drawingml/2006/main">
            <a:off x="7924800" y="5350686"/>
            <a:ext cx="904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GTK</a:t>
            </a:r>
          </a:p>
        </p:txBody>
      </p:sp>
      <p:sp>
        <p:nvSpPr>
          <p:cNvPr id="29" name="P = GO = MO">
            <a:extLst xmlns:a="http://schemas.openxmlformats.org/drawingml/2006/main">
              <a:ext uri="{FF2B5EF4-FFF2-40B4-BE49-F238E27FC236}">
                <a16:creationId xmlns:a16="http://schemas.microsoft.com/office/drawing/2014/main" id="{214C0FBA-E080-4867-A346-33DD1A07A376}"/>
              </a:ext>
            </a:extLst>
          </p:cNvPr>
          <p:cNvSpPr>
            <a:spLocks xmlns:a="http://schemas.openxmlformats.org/drawingml/2006/main" noGrp="1"/>
          </p:cNvSpPr>
          <p:nvPr/>
        </p:nvSpPr>
        <p:spPr>
          <a:xfrm xmlns:a="http://schemas.openxmlformats.org/drawingml/2006/main">
            <a:off x="5181600" y="4326064"/>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658A"/>
                </a:solidFill>
                <a:latin typeface="Arial"/>
                <a:ea typeface="Arial"/>
                <a:cs typeface="Arial"/>
              </a:defRPr>
            </a:pPr>
            <a:r>
              <a:rPr sz="1950" b="1">
                <a:solidFill>
                  <a:srgbClr val="17658A"/>
                </a:solidFill>
                <a:latin typeface="Arial"/>
                <a:ea typeface="Arial"/>
                <a:cs typeface="Arial"/>
              </a:rPr>
              <a:t>P = GO = MO</a:t>
            </a:r>
          </a:p>
        </p:txBody>
      </p:sp>
      <p:sp>
        <p:nvSpPr>
          <p:cNvPr id="30" name="P = GO = MO = 12">
            <a:extLst xmlns:a="http://schemas.openxmlformats.org/drawingml/2006/main">
              <a:ext uri="{FF2B5EF4-FFF2-40B4-BE49-F238E27FC236}">
                <a16:creationId xmlns:a16="http://schemas.microsoft.com/office/drawing/2014/main" id="{7686A335-487F-45AC-A754-F6911F591574}"/>
              </a:ext>
            </a:extLst>
          </p:cNvPr>
          <p:cNvSpPr>
            <a:spLocks xmlns:a="http://schemas.openxmlformats.org/drawingml/2006/main" noGrp="1"/>
          </p:cNvSpPr>
          <p:nvPr/>
        </p:nvSpPr>
        <p:spPr>
          <a:xfrm xmlns:a="http://schemas.openxmlformats.org/drawingml/2006/main">
            <a:off x="10001250" y="205740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P = GO = MO = 12</a:t>
            </a:r>
          </a:p>
        </p:txBody>
      </p:sp>
      <p:sp>
        <p:nvSpPr>
          <p:cNvPr id="31" name="Breedte: 200 kg/week&#10;&#10;Hoogte: 12 − 9&#10;           = € 3 per kg&#10;&#10;GTK bij ">
            <a:extLst xmlns:a="http://schemas.openxmlformats.org/drawingml/2006/main">
              <a:ext uri="{FF2B5EF4-FFF2-40B4-BE49-F238E27FC236}">
                <a16:creationId xmlns:a16="http://schemas.microsoft.com/office/drawing/2014/main" id="{0AF99ED3-5F43-4FA8-98F7-B2D3A04505DF}"/>
              </a:ext>
            </a:extLst>
          </p:cNvPr>
          <p:cNvSpPr>
            <a:spLocks xmlns:a="http://schemas.openxmlformats.org/drawingml/2006/main" noGrp="1"/>
          </p:cNvSpPr>
          <p:nvPr/>
        </p:nvSpPr>
        <p:spPr>
          <a:xfrm xmlns:a="http://schemas.openxmlformats.org/drawingml/2006/main">
            <a:off x="10001250" y="3162300"/>
            <a:ext cx="466725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Breedte: 200 kg/week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12 − 9</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€ 3 per kg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GTK bij q = 200: € 9</a:t>
            </a:r>
          </a:p>
        </p:txBody>
      </p:sp>
      <p:sp>
        <p:nvSpPr>
          <p:cNvPr id="32" name="200 × 3 = € 600&#10;per week">
            <a:extLst xmlns:a="http://schemas.openxmlformats.org/drawingml/2006/main">
              <a:ext uri="{FF2B5EF4-FFF2-40B4-BE49-F238E27FC236}">
                <a16:creationId xmlns:a16="http://schemas.microsoft.com/office/drawing/2014/main" id="{89ABA6F6-6B2D-428A-8BD3-48D3791D89B2}"/>
              </a:ext>
            </a:extLst>
          </p:cNvPr>
          <p:cNvSpPr>
            <a:spLocks xmlns:a="http://schemas.openxmlformats.org/drawingml/2006/main" noGrp="1"/>
          </p:cNvSpPr>
          <p:nvPr/>
        </p:nvSpPr>
        <p:spPr>
          <a:xfrm xmlns:a="http://schemas.openxmlformats.org/drawingml/2006/main">
            <a:off x="10001250" y="66770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200 × 3 = € 600</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per week</a:t>
            </a:r>
          </a:p>
        </p:txBody>
      </p:sp>
    </p:spTree>
    <p:extLst>
      <p:ext uri="{BB962C8B-B14F-4D97-AF65-F5344CB8AC3E}">
        <p14:creationId xmlns:p14="http://schemas.microsoft.com/office/powerpoint/2010/main" val="15108546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7C58A06-8439-431B-ADDA-D9377FE5AE4A}"/>
              </a:ext>
            </a:extLst>
          </p:cNvPr>
          <p:cNvSpPr>
            <a:spLocks xmlns:a="http://schemas.openxmlformats.org/drawingml/2006/main" noGrp="1"/>
          </p:cNvSpPr>
          <p:nvPr/>
        </p:nvSpPr>
        <p:spPr>
          <a:xfrm xmlns:a="http://schemas.openxmlformats.org/drawingml/2006/main">
            <a:off x="571500" y="3619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35e · Dezelfde procentuele stijging</a:t>
            </a:r>
          </a:p>
        </p:txBody>
      </p:sp>
      <p:sp>
        <p:nvSpPr>
          <p:cNvPr id="2" name="">
            <a:extLst xmlns:a="http://schemas.openxmlformats.org/drawingml/2006/main">
              <a:ext uri="{FF2B5EF4-FFF2-40B4-BE49-F238E27FC236}">
                <a16:creationId xmlns:a16="http://schemas.microsoft.com/office/drawing/2014/main" id="{538D5A4A-CCBC-4219-8313-F64E6B1FE90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40DC6A9-93F4-4D3F-8678-05D4275C76B1}"/>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 Opgave 35 · Boekpagina 82–83</a:t>
            </a:r>
          </a:p>
        </p:txBody>
      </p:sp>
      <p:sp>
        <p:nvSpPr>
          <p:cNvPr id="4" name="slide-number">
            <a:extLst xmlns:a="http://schemas.openxmlformats.org/drawingml/2006/main">
              <a:ext uri="{FF2B5EF4-FFF2-40B4-BE49-F238E27FC236}">
                <a16:creationId xmlns:a16="http://schemas.microsoft.com/office/drawing/2014/main" id="{49E4E965-BBE3-4C32-A26E-EA48CF84E5AC}"/>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3" name=""/>
          <p:cNvGraphicFramePr/>
          <p:nvPr/>
        </p:nvGraphicFramePr>
        <p:xfrm>
          <a:off xmlns:a="http://schemas.openxmlformats.org/drawingml/2006/main" x="571500" y="2114550"/>
          <a:ext xmlns:a="http://schemas.openxmlformats.org/drawingml/2006/main" cx="14097000" cy="2724150"/>
        </p:xfrm>
        <a:graphic xmlns:a="http://schemas.openxmlformats.org/drawingml/2006/main">
          <a:graphicData uri="http://schemas.openxmlformats.org/drawingml/2006/table">
            <a:tbl>
              <a:tblPr/>
              <a:tblGrid>
                <a:gridCol w="4667250"/>
                <a:gridCol w="3333750"/>
                <a:gridCol w="3333750"/>
                <a:gridCol w="2762250"/>
              </a:tblGrid>
              <a:tr h="908050">
                <a:tc>
                  <a:txBody>
                    <a:bodyPr lIns="171450" tIns="95250" rIns="152400" bIns="95250"/>
                    <a:lstStyle/>
                    <a:p>
                      <a:r>
                        <a:rPr sz="240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Daarna</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Verandering</a:t>
                      </a:r>
                    </a:p>
                  </a:txBody>
                  <a:tcPr marL="91440" marR="91440" marT="45720" marB="45720" anchor="ctr">
                    <a:solidFill>
                      <a:srgbClr val="183247"/>
                    </a:solidFill>
                  </a:tcPr>
                </a:tc>
              </a:tr>
              <a:tr h="908050">
                <a:tc>
                  <a:txBody>
                    <a:bodyPr lIns="171450" tIns="95250" rIns="152400" bIns="95250"/>
                    <a:lstStyle/>
                    <a:p>
                      <a:r>
                        <a:rPr sz="2400" b="0">
                          <a:solidFill>
                            <a:srgbClr val="183247"/>
                          </a:solidFill>
                          <a:latin typeface="Arial"/>
                          <a:ea typeface="Arial"/>
                          <a:cs typeface="Arial"/>
                        </a:rPr>
                        <a:t>Q: hele markt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10.000 kg/week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20.000 kg/week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+100%</a:t>
                      </a:r>
                    </a:p>
                  </a:txBody>
                  <a:tcPr marL="91440" marR="91440" marT="45720" marB="45720" anchor="ctr">
                    <a:solidFill>
                      <a:srgbClr val="FFFFFF"/>
                    </a:solidFill>
                  </a:tcPr>
                </a:tc>
              </a:tr>
              <a:tr h="908050">
                <a:tc>
                  <a:txBody>
                    <a:bodyPr lIns="171450" tIns="95250" rIns="152400" bIns="95250"/>
                    <a:lstStyle/>
                    <a:p>
                      <a:r>
                        <a:rPr sz="2400" b="0">
                          <a:solidFill>
                            <a:srgbClr val="183247"/>
                          </a:solidFill>
                          <a:latin typeface="Arial"/>
                          <a:ea typeface="Arial"/>
                          <a:cs typeface="Arial"/>
                        </a:rPr>
                        <a:t>q: één onderneming</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100 kg/week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200 kg/week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+100%</a:t>
                      </a:r>
                    </a:p>
                  </a:txBody>
                  <a:tcPr marL="91440" marR="91440" marT="45720" marB="45720" anchor="ctr">
                    <a:solidFill>
                      <a:srgbClr val="EFF4F7"/>
                    </a:solidFill>
                  </a:tcPr>
                </a:tc>
              </a:tr>
            </a:tbl>
          </a:graphicData>
        </a:graphic>
      </p:graphicFrame>
      <p:sp>
        <p:nvSpPr>
          <p:cNvPr id="6" name="Q: (20.000 − 10.000) / 10.000 × 100% = 100%">
            <a:extLst xmlns:a="http://schemas.openxmlformats.org/drawingml/2006/main">
              <a:ext uri="{FF2B5EF4-FFF2-40B4-BE49-F238E27FC236}">
                <a16:creationId xmlns:a16="http://schemas.microsoft.com/office/drawing/2014/main" id="{CCC9626F-F2E5-44DC-BD6E-ED00CACEEAE5}"/>
              </a:ext>
            </a:extLst>
          </p:cNvPr>
          <p:cNvSpPr>
            <a:spLocks xmlns:a="http://schemas.openxmlformats.org/drawingml/2006/main" noGrp="1"/>
          </p:cNvSpPr>
          <p:nvPr/>
        </p:nvSpPr>
        <p:spPr>
          <a:xfrm xmlns:a="http://schemas.openxmlformats.org/drawingml/2006/main">
            <a:off x="571500" y="53149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 (20.000 − 10.000) / 10.000 × 100% = 100%</a:t>
            </a:r>
          </a:p>
        </p:txBody>
      </p:sp>
      <p:sp>
        <p:nvSpPr>
          <p:cNvPr id="7" name="q: (200 − 100) / 100 × 100% = 100%">
            <a:extLst xmlns:a="http://schemas.openxmlformats.org/drawingml/2006/main">
              <a:ext uri="{FF2B5EF4-FFF2-40B4-BE49-F238E27FC236}">
                <a16:creationId xmlns:a16="http://schemas.microsoft.com/office/drawing/2014/main" id="{52C2B0C6-0799-4A1E-B23D-8DDEEE1BE702}"/>
              </a:ext>
            </a:extLst>
          </p:cNvPr>
          <p:cNvSpPr>
            <a:spLocks xmlns:a="http://schemas.openxmlformats.org/drawingml/2006/main" noGrp="1"/>
          </p:cNvSpPr>
          <p:nvPr/>
        </p:nvSpPr>
        <p:spPr>
          <a:xfrm xmlns:a="http://schemas.openxmlformats.org/drawingml/2006/main">
            <a:off x="571500" y="61150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q: (200 − 100) / 100 × 100% = 100%</a:t>
            </a:r>
          </a:p>
        </p:txBody>
      </p:sp>
      <p:sp>
        <p:nvSpPr>
          <p:cNvPr id="8" name="Q telt alle ondernemingen samen; q beschrijft één bedrijf.">
            <a:extLst xmlns:a="http://schemas.openxmlformats.org/drawingml/2006/main">
              <a:ext uri="{FF2B5EF4-FFF2-40B4-BE49-F238E27FC236}">
                <a16:creationId xmlns:a16="http://schemas.microsoft.com/office/drawing/2014/main" id="{4E292611-D3AA-40E4-BFE8-6272FF63379B}"/>
              </a:ext>
            </a:extLst>
          </p:cNvPr>
          <p:cNvSpPr>
            <a:spLocks xmlns:a="http://schemas.openxmlformats.org/drawingml/2006/main" noGrp="1"/>
          </p:cNvSpPr>
          <p:nvPr/>
        </p:nvSpPr>
        <p:spPr>
          <a:xfrm xmlns:a="http://schemas.openxmlformats.org/drawingml/2006/main">
            <a:off x="571500" y="72390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Q telt alle ondernemingen samen; q beschrijft één bedrijf.</a:t>
            </a:r>
          </a:p>
        </p:txBody>
      </p:sp>
    </p:spTree>
    <p:extLst>
      <p:ext uri="{BB962C8B-B14F-4D97-AF65-F5344CB8AC3E}">
        <p14:creationId xmlns:p14="http://schemas.microsoft.com/office/powerpoint/2010/main" val="16941786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24790864-F2EA-45B5-8B42-0D8442D2F75E}"/>
              </a:ext>
            </a:extLst>
          </p:cNvPr>
          <p:cNvSpPr>
            <a:spLocks xmlns:a="http://schemas.openxmlformats.org/drawingml/2006/main" noGrp="1"/>
          </p:cNvSpPr>
          <p:nvPr/>
        </p:nvSpPr>
        <p:spPr>
          <a:xfrm xmlns:a="http://schemas.openxmlformats.org/drawingml/2006/main">
            <a:off x="571500" y="3619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§3.2.4 Gemengde opgaven: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prijsnemende onderneming</a:t>
            </a:r>
          </a:p>
        </p:txBody>
      </p:sp>
      <p:sp>
        <p:nvSpPr>
          <p:cNvPr id="2" name="">
            <a:extLst xmlns:a="http://schemas.openxmlformats.org/drawingml/2006/main">
              <a:ext uri="{FF2B5EF4-FFF2-40B4-BE49-F238E27FC236}">
                <a16:creationId xmlns:a16="http://schemas.microsoft.com/office/drawing/2014/main" id="{FF766748-FB02-4A7E-AD95-955D14D56857}"/>
              </a:ext>
            </a:extLst>
          </p:cNvPr>
          <p:cNvSpPr>
            <a:spLocks xmlns:a="http://schemas.openxmlformats.org/drawingml/2006/main" noGrp="1"/>
          </p:cNvSpPr>
          <p:nvPr/>
        </p:nvSpPr>
        <p:spPr>
          <a:xfrm xmlns:a="http://schemas.openxmlformats.org/drawingml/2006/main">
            <a:off x="571500" y="19335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E8CA2B8-956C-4ED0-AC56-23052EFD061A}"/>
              </a:ext>
            </a:extLst>
          </p:cNvPr>
          <p:cNvSpPr>
            <a:spLocks xmlns:a="http://schemas.openxmlformats.org/drawingml/2006/main" noGrp="1"/>
          </p:cNvSpPr>
          <p:nvPr/>
        </p:nvSpPr>
        <p:spPr>
          <a:xfrm xmlns:a="http://schemas.openxmlformats.org/drawingml/2006/main">
            <a:off x="571500" y="808672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§3.2.4 Gemengde opgaven: de prijsnemende onderneming</a:t>
            </a:r>
          </a:p>
        </p:txBody>
      </p:sp>
      <p:sp>
        <p:nvSpPr>
          <p:cNvPr id="4" name="slide-number">
            <a:extLst xmlns:a="http://schemas.openxmlformats.org/drawingml/2006/main">
              <a:ext uri="{FF2B5EF4-FFF2-40B4-BE49-F238E27FC236}">
                <a16:creationId xmlns:a16="http://schemas.microsoft.com/office/drawing/2014/main" id="{F580F40B-11D1-42C1-B3FC-FDB89649290B}"/>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hase">
            <a:extLst xmlns:a="http://schemas.openxmlformats.org/drawingml/2006/main">
              <a:ext uri="{FF2B5EF4-FFF2-40B4-BE49-F238E27FC236}">
                <a16:creationId xmlns:a16="http://schemas.microsoft.com/office/drawing/2014/main" id="{F6399897-4594-4B7E-B81E-70E55932B51F}"/>
              </a:ext>
            </a:extLst>
          </p:cNvPr>
          <p:cNvSpPr>
            <a:spLocks xmlns:a="http://schemas.openxmlformats.org/drawingml/2006/main" noGrp="1"/>
          </p:cNvSpPr>
          <p:nvPr/>
        </p:nvSpPr>
        <p:spPr>
          <a:xfrm xmlns:a="http://schemas.openxmlformats.org/drawingml/2006/main">
            <a:off x="571500" y="14859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2886A8DD-DB47-4825-9914-E1716435A9F8}"/>
              </a:ext>
            </a:extLst>
          </p:cNvPr>
          <p:cNvSpPr>
            <a:spLocks xmlns:a="http://schemas.openxmlformats.org/drawingml/2006/main" noGrp="1"/>
          </p:cNvSpPr>
          <p:nvPr/>
        </p:nvSpPr>
        <p:spPr>
          <a:xfrm xmlns:a="http://schemas.openxmlformats.org/drawingml/2006/main">
            <a:off x="571500" y="2152650"/>
            <a:ext cx="795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68EEBBC-0653-4A2A-8F72-6C676906F860}"/>
              </a:ext>
            </a:extLst>
          </p:cNvPr>
          <p:cNvSpPr>
            <a:spLocks xmlns:a="http://schemas.openxmlformats.org/drawingml/2006/main" noGrp="1"/>
          </p:cNvSpPr>
          <p:nvPr/>
        </p:nvSpPr>
        <p:spPr>
          <a:xfrm xmlns:a="http://schemas.openxmlformats.org/drawingml/2006/main">
            <a:off x="571500" y="2695575"/>
            <a:ext cx="457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00D07E4E-2FEA-4E3E-A607-05BA66E48020}"/>
              </a:ext>
            </a:extLst>
          </p:cNvPr>
          <p:cNvSpPr>
            <a:spLocks xmlns:a="http://schemas.openxmlformats.org/drawingml/2006/main" noGrp="1"/>
          </p:cNvSpPr>
          <p:nvPr/>
        </p:nvSpPr>
        <p:spPr>
          <a:xfrm xmlns:a="http://schemas.openxmlformats.org/drawingml/2006/main">
            <a:off x="1104900" y="2695575"/>
            <a:ext cx="74199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110DA32-91CF-4EF6-9535-ACB051B48CF6}"/>
              </a:ext>
            </a:extLst>
          </p:cNvPr>
          <p:cNvSpPr>
            <a:spLocks xmlns:a="http://schemas.openxmlformats.org/drawingml/2006/main" noGrp="1"/>
          </p:cNvSpPr>
          <p:nvPr/>
        </p:nvSpPr>
        <p:spPr>
          <a:xfrm xmlns:a="http://schemas.openxmlformats.org/drawingml/2006/main">
            <a:off x="571500" y="3629025"/>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62DF547-4D5C-4FA7-8825-7295EE866314}"/>
              </a:ext>
            </a:extLst>
          </p:cNvPr>
          <p:cNvSpPr>
            <a:spLocks xmlns:a="http://schemas.openxmlformats.org/drawingml/2006/main" noGrp="1"/>
          </p:cNvSpPr>
          <p:nvPr/>
        </p:nvSpPr>
        <p:spPr>
          <a:xfrm xmlns:a="http://schemas.openxmlformats.org/drawingml/2006/main">
            <a:off x="1104900" y="3629025"/>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C91A090B-ADE2-415C-B857-A8087C030405}"/>
              </a:ext>
            </a:extLst>
          </p:cNvPr>
          <p:cNvSpPr>
            <a:spLocks xmlns:a="http://schemas.openxmlformats.org/drawingml/2006/main" noGrp="1"/>
          </p:cNvSpPr>
          <p:nvPr/>
        </p:nvSpPr>
        <p:spPr>
          <a:xfrm xmlns:a="http://schemas.openxmlformats.org/drawingml/2006/main">
            <a:off x="571500" y="4191000"/>
            <a:ext cx="457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FDE80C2-A0F8-46FF-89DE-AE16590EBF5B}"/>
              </a:ext>
            </a:extLst>
          </p:cNvPr>
          <p:cNvSpPr>
            <a:spLocks xmlns:a="http://schemas.openxmlformats.org/drawingml/2006/main" noGrp="1"/>
          </p:cNvSpPr>
          <p:nvPr/>
        </p:nvSpPr>
        <p:spPr>
          <a:xfrm xmlns:a="http://schemas.openxmlformats.org/drawingml/2006/main">
            <a:off x="1104900" y="4191000"/>
            <a:ext cx="7419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651C0030-C53A-4C01-9E1E-26C8F777A4F5}"/>
              </a:ext>
            </a:extLst>
          </p:cNvPr>
          <p:cNvSpPr>
            <a:spLocks xmlns:a="http://schemas.openxmlformats.org/drawingml/2006/main" noGrp="1"/>
          </p:cNvSpPr>
          <p:nvPr/>
        </p:nvSpPr>
        <p:spPr>
          <a:xfrm xmlns:a="http://schemas.openxmlformats.org/drawingml/2006/main">
            <a:off x="571500" y="4772025"/>
            <a:ext cx="457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931D329-4C65-4A48-BAA2-E757AC8A37CF}"/>
              </a:ext>
            </a:extLst>
          </p:cNvPr>
          <p:cNvSpPr>
            <a:spLocks xmlns:a="http://schemas.openxmlformats.org/drawingml/2006/main" noGrp="1"/>
          </p:cNvSpPr>
          <p:nvPr/>
        </p:nvSpPr>
        <p:spPr>
          <a:xfrm xmlns:a="http://schemas.openxmlformats.org/drawingml/2006/main">
            <a:off x="1104900" y="4772025"/>
            <a:ext cx="7419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E95BC245-FAD5-4032-9CEA-EBEC14DA0661}"/>
              </a:ext>
            </a:extLst>
          </p:cNvPr>
          <p:cNvSpPr>
            <a:spLocks xmlns:a="http://schemas.openxmlformats.org/drawingml/2006/main" noGrp="1"/>
          </p:cNvSpPr>
          <p:nvPr/>
        </p:nvSpPr>
        <p:spPr>
          <a:xfrm xmlns:a="http://schemas.openxmlformats.org/drawingml/2006/main">
            <a:off x="571500" y="5800725"/>
            <a:ext cx="457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B4FDA13E-2BAC-454D-BD66-42C0BAF07E11}"/>
              </a:ext>
            </a:extLst>
          </p:cNvPr>
          <p:cNvSpPr>
            <a:spLocks xmlns:a="http://schemas.openxmlformats.org/drawingml/2006/main" noGrp="1"/>
          </p:cNvSpPr>
          <p:nvPr/>
        </p:nvSpPr>
        <p:spPr>
          <a:xfrm xmlns:a="http://schemas.openxmlformats.org/drawingml/2006/main">
            <a:off x="1104900" y="5800725"/>
            <a:ext cx="74199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514986F-BDBB-4B04-8B6C-FA67D64C23F0}"/>
              </a:ext>
            </a:extLst>
          </p:cNvPr>
          <p:cNvSpPr>
            <a:spLocks xmlns:a="http://schemas.openxmlformats.org/drawingml/2006/main" noGrp="1"/>
          </p:cNvSpPr>
          <p:nvPr/>
        </p:nvSpPr>
        <p:spPr>
          <a:xfrm xmlns:a="http://schemas.openxmlformats.org/drawingml/2006/main">
            <a:off x="571500" y="6677025"/>
            <a:ext cx="45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F863D74-447A-45E9-9DB4-C680D9AF27A9}"/>
              </a:ext>
            </a:extLst>
          </p:cNvPr>
          <p:cNvSpPr>
            <a:spLocks xmlns:a="http://schemas.openxmlformats.org/drawingml/2006/main" noGrp="1"/>
          </p:cNvSpPr>
          <p:nvPr/>
        </p:nvSpPr>
        <p:spPr>
          <a:xfrm xmlns:a="http://schemas.openxmlformats.org/drawingml/2006/main">
            <a:off x="1104900" y="6677025"/>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35.</a:t>
            </a:r>
          </a:p>
        </p:txBody>
      </p:sp>
      <p:sp>
        <p:nvSpPr>
          <p:cNvPr id="19" name="route-number-7">
            <a:extLst xmlns:a="http://schemas.openxmlformats.org/drawingml/2006/main">
              <a:ext uri="{FF2B5EF4-FFF2-40B4-BE49-F238E27FC236}">
                <a16:creationId xmlns:a16="http://schemas.microsoft.com/office/drawing/2014/main" id="{1B76650A-2E26-4373-899C-0E5D66C7B64F}"/>
              </a:ext>
            </a:extLst>
          </p:cNvPr>
          <p:cNvSpPr>
            <a:spLocks xmlns:a="http://schemas.openxmlformats.org/drawingml/2006/main" noGrp="1"/>
          </p:cNvSpPr>
          <p:nvPr/>
        </p:nvSpPr>
        <p:spPr>
          <a:xfrm xmlns:a="http://schemas.openxmlformats.org/drawingml/2006/main">
            <a:off x="571500" y="74866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D2F4DC0-ADFF-40DA-B679-83813BEE7FD4}"/>
              </a:ext>
            </a:extLst>
          </p:cNvPr>
          <p:cNvSpPr>
            <a:spLocks xmlns:a="http://schemas.openxmlformats.org/drawingml/2006/main" noGrp="1"/>
          </p:cNvSpPr>
          <p:nvPr/>
        </p:nvSpPr>
        <p:spPr>
          <a:xfrm xmlns:a="http://schemas.openxmlformats.org/drawingml/2006/main">
            <a:off x="1104900" y="74866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49AF30A-36C1-42ED-9FBD-1D493A86FEBC}"/>
              </a:ext>
            </a:extLst>
          </p:cNvPr>
          <p:cNvSpPr>
            <a:spLocks xmlns:a="http://schemas.openxmlformats.org/drawingml/2006/main" noGrp="1"/>
          </p:cNvSpPr>
          <p:nvPr/>
        </p:nvSpPr>
        <p:spPr>
          <a:xfrm xmlns:a="http://schemas.openxmlformats.org/drawingml/2006/main">
            <a:off x="9258300" y="21526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0770C40-AB2E-41E5-A781-9ED5C9F90313}"/>
              </a:ext>
            </a:extLst>
          </p:cNvPr>
          <p:cNvSpPr>
            <a:spLocks xmlns:a="http://schemas.openxmlformats.org/drawingml/2006/main" noGrp="1"/>
          </p:cNvSpPr>
          <p:nvPr/>
        </p:nvSpPr>
        <p:spPr>
          <a:xfrm xmlns:a="http://schemas.openxmlformats.org/drawingml/2006/main">
            <a:off x="9258300" y="2695575"/>
            <a:ext cx="5410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Marktprijs en productie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Haalbaarheid en winst controleren.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en q uit elkaar houden.</a:t>
            </a:r>
          </a:p>
        </p:txBody>
      </p:sp>
      <p:sp>
        <p:nvSpPr>
          <p:cNvPr id="23" name="">
            <a:extLst xmlns:a="http://schemas.openxmlformats.org/drawingml/2006/main">
              <a:ext uri="{FF2B5EF4-FFF2-40B4-BE49-F238E27FC236}">
                <a16:creationId xmlns:a16="http://schemas.microsoft.com/office/drawing/2014/main" id="{C5B477C6-D050-4B6A-BB0A-7D9579C372E0}"/>
              </a:ext>
            </a:extLst>
          </p:cNvPr>
          <p:cNvSpPr>
            <a:spLocks xmlns:a="http://schemas.openxmlformats.org/drawingml/2006/main" noGrp="1"/>
          </p:cNvSpPr>
          <p:nvPr/>
        </p:nvSpPr>
        <p:spPr>
          <a:xfrm xmlns:a="http://schemas.openxmlformats.org/drawingml/2006/main">
            <a:off x="9258300" y="38862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DE2736E-5061-4D0B-80AE-C78970C44B26}"/>
              </a:ext>
            </a:extLst>
          </p:cNvPr>
          <p:cNvSpPr>
            <a:spLocks xmlns:a="http://schemas.openxmlformats.org/drawingml/2006/main" noGrp="1"/>
          </p:cNvSpPr>
          <p:nvPr/>
        </p:nvSpPr>
        <p:spPr>
          <a:xfrm xmlns:a="http://schemas.openxmlformats.org/drawingml/2006/main">
            <a:off x="9258300" y="4095750"/>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362735F-46BF-4BC4-8758-C70714012B95}"/>
              </a:ext>
            </a:extLst>
          </p:cNvPr>
          <p:cNvSpPr>
            <a:spLocks xmlns:a="http://schemas.openxmlformats.org/drawingml/2006/main" noGrp="1"/>
          </p:cNvSpPr>
          <p:nvPr/>
        </p:nvSpPr>
        <p:spPr>
          <a:xfrm xmlns:a="http://schemas.openxmlformats.org/drawingml/2006/main">
            <a:off x="9258300" y="4638675"/>
            <a:ext cx="5410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79 · Opgave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§3.2.1, p. 54–56</a:t>
            </a:r>
          </a:p>
        </p:txBody>
      </p:sp>
      <p:sp>
        <p:nvSpPr>
          <p:cNvPr id="26" name="">
            <a:extLst xmlns:a="http://schemas.openxmlformats.org/drawingml/2006/main">
              <a:ext uri="{FF2B5EF4-FFF2-40B4-BE49-F238E27FC236}">
                <a16:creationId xmlns:a16="http://schemas.microsoft.com/office/drawing/2014/main" id="{636225AD-93D9-4C85-8A0D-909BB4A8580E}"/>
              </a:ext>
            </a:extLst>
          </p:cNvPr>
          <p:cNvSpPr>
            <a:spLocks xmlns:a="http://schemas.openxmlformats.org/drawingml/2006/main" noGrp="1"/>
          </p:cNvSpPr>
          <p:nvPr/>
        </p:nvSpPr>
        <p:spPr>
          <a:xfrm xmlns:a="http://schemas.openxmlformats.org/drawingml/2006/main">
            <a:off x="9258300" y="54864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E3B03FA-E048-4A09-966E-3559017943DC}"/>
              </a:ext>
            </a:extLst>
          </p:cNvPr>
          <p:cNvSpPr>
            <a:spLocks xmlns:a="http://schemas.openxmlformats.org/drawingml/2006/main" noGrp="1"/>
          </p:cNvSpPr>
          <p:nvPr/>
        </p:nvSpPr>
        <p:spPr>
          <a:xfrm xmlns:a="http://schemas.openxmlformats.org/drawingml/2006/main">
            <a:off x="9258300" y="5686425"/>
            <a:ext cx="5410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9ACFFC9-AE38-4045-A8D8-F927B8C8E45C}"/>
              </a:ext>
            </a:extLst>
          </p:cNvPr>
          <p:cNvSpPr>
            <a:spLocks xmlns:a="http://schemas.openxmlformats.org/drawingml/2006/main" noGrp="1"/>
          </p:cNvSpPr>
          <p:nvPr/>
        </p:nvSpPr>
        <p:spPr>
          <a:xfrm xmlns:a="http://schemas.openxmlformats.org/drawingml/2006/main">
            <a:off x="9258300" y="6238875"/>
            <a:ext cx="5410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§3.2.4 · Opgaven 31 t/m 37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Oefenen: 31–34 · Doel: 35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36: bonus · 37: herhaling</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7370155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2026-10-01T10:36:36.1850000Z</dcterms:created>
  <dcterms:modified xsi:type="dcterms:W3CDTF">2026-10-01T10:36:36.1850000Z</dcterms:modified>
</coreProperties>
</file>
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7.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8.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0.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d49995af064383" /><Relationship Type="http://schemas.openxmlformats.org/officeDocument/2006/relationships/extended-properties" Target="/docProps/app.xml" Id="Rc3b849a23f474aeb" /><Relationship Type="http://schemas.openxmlformats.org/officeDocument/2006/relationships/officeDocument" Target="/ppt/presentation.xml" Id="R118b40fb5fa74559" /></Relationships>
</file>

<file path=ppt/presentation.xml><?xml version="1.0" encoding="utf-8"?>
<p:presentation xmlns:p="http://schemas.openxmlformats.org/presentationml/2006/main">
  <p:sldMasterIdLst>
    <p:sldMasterId xmlns:r="http://schemas.openxmlformats.org/officeDocument/2006/relationships" id="2147483648" r:id="Rdf64644dec6345e1"/>
  </p:sldMasterIdLst>
  <p:notesMasterIdLst>
    <p:notesMasterId xmlns:r="http://schemas.openxmlformats.org/officeDocument/2006/relationships" r:id="Rea51566c49464935"/>
  </p:notesMasterIdLst>
  <p:sldIdLst>
    <p:sldId xmlns:r="http://schemas.openxmlformats.org/officeDocument/2006/relationships" id="256" r:id="Ra0d2348a6f2d4c04"/>
    <p:sldId xmlns:r="http://schemas.openxmlformats.org/officeDocument/2006/relationships" id="257" r:id="R9eb2c159277e4714"/>
    <p:sldId xmlns:r="http://schemas.openxmlformats.org/officeDocument/2006/relationships" id="258" r:id="R82ea410bdae34593"/>
    <p:sldId xmlns:r="http://schemas.openxmlformats.org/officeDocument/2006/relationships" id="259" r:id="Rb04aab1621124f5f"/>
    <p:sldId xmlns:r="http://schemas.openxmlformats.org/officeDocument/2006/relationships" id="260" r:id="Rcbab25d02a364a41"/>
    <p:sldId xmlns:r="http://schemas.openxmlformats.org/officeDocument/2006/relationships" id="261" r:id="Rc8f4ba2305fb44d9"/>
    <p:sldId xmlns:r="http://schemas.openxmlformats.org/officeDocument/2006/relationships" id="262" r:id="R98e77a9c88184768"/>
    <p:sldId xmlns:r="http://schemas.openxmlformats.org/officeDocument/2006/relationships" id="263" r:id="R305d0574ba0a45b3"/>
    <p:sldId xmlns:r="http://schemas.openxmlformats.org/officeDocument/2006/relationships" id="264" r:id="R0c6b2f77dfdf42ad"/>
    <p:sldId xmlns:r="http://schemas.openxmlformats.org/officeDocument/2006/relationships" id="265" r:id="R0202f6c7e81640fc"/>
    <p:sldId xmlns:r="http://schemas.openxmlformats.org/officeDocument/2006/relationships" id="266" r:id="Radbbe860bfa34032"/>
    <p:sldId xmlns:r="http://schemas.openxmlformats.org/officeDocument/2006/relationships" id="267" r:id="Rb34a94bd4d7943b1"/>
    <p:sldId xmlns:r="http://schemas.openxmlformats.org/officeDocument/2006/relationships" id="268" r:id="R27f22f169cb84cbc"/>
    <p:sldId xmlns:r="http://schemas.openxmlformats.org/officeDocument/2006/relationships" id="269" r:id="R4689d18b3d9f4632"/>
    <p:sldId xmlns:r="http://schemas.openxmlformats.org/officeDocument/2006/relationships" id="270" r:id="Rfafa295243a94fcd"/>
    <p:sldId xmlns:r="http://schemas.openxmlformats.org/officeDocument/2006/relationships" id="271" r:id="Rc95a9f000f0d4dbf"/>
    <p:sldId xmlns:r="http://schemas.openxmlformats.org/officeDocument/2006/relationships" id="272" r:id="R3e25b46d7fc440ba"/>
    <p:sldId xmlns:r="http://schemas.openxmlformats.org/officeDocument/2006/relationships" id="273" r:id="R5d75ab5adb1541a5"/>
    <p:sldId xmlns:r="http://schemas.openxmlformats.org/officeDocument/2006/relationships" id="274" r:id="R69b58d31b42f4be1"/>
    <p:sldId xmlns:r="http://schemas.openxmlformats.org/officeDocument/2006/relationships" id="275" r:id="R97459ba907a24264"/>
    <p:sldId xmlns:r="http://schemas.openxmlformats.org/officeDocument/2006/relationships" id="276" r:id="R7664997cdb5843f3"/>
    <p:sldId xmlns:r="http://schemas.openxmlformats.org/officeDocument/2006/relationships" id="277" r:id="R16506e5705884320"/>
    <p:sldId xmlns:r="http://schemas.openxmlformats.org/officeDocument/2006/relationships" id="278" r:id="Rb6c41607c3aa4eb6"/>
    <p:sldId xmlns:r="http://schemas.openxmlformats.org/officeDocument/2006/relationships" id="279" r:id="Rc51408b077a6411a"/>
    <p:sldId xmlns:r="http://schemas.openxmlformats.org/officeDocument/2006/relationships" id="280" r:id="R994441247d044377"/>
    <p:sldId xmlns:r="http://schemas.openxmlformats.org/officeDocument/2006/relationships" id="281" r:id="R5060b971fb824014"/>
    <p:sldId xmlns:r="http://schemas.openxmlformats.org/officeDocument/2006/relationships" id="282" r:id="R6ec6c5901d48421a"/>
    <p:sldId xmlns:r="http://schemas.openxmlformats.org/officeDocument/2006/relationships" id="283" r:id="R3e94c3a9d3644637"/>
    <p:sldId xmlns:r="http://schemas.openxmlformats.org/officeDocument/2006/relationships" id="284" r:id="Rd82b27e4578b48e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ae627ff877421f" /><Relationship Type="http://schemas.openxmlformats.org/officeDocument/2006/relationships/slideMaster" Target="/ppt/slideMasters/slideMaster1.xml" Id="Rdf64644dec6345e1" /><Relationship Type="http://schemas.openxmlformats.org/officeDocument/2006/relationships/notesMaster" Target="/ppt/notesMasters/notesMaster1.xml" Id="Rea51566c49464935" /><Relationship Type="http://schemas.openxmlformats.org/officeDocument/2006/relationships/presProps" Target="/ppt/presProps.xml" Id="Rdb7796c202db4790" /><Relationship Type="http://schemas.openxmlformats.org/officeDocument/2006/relationships/tableStyles" Target="/ppt/tableStyles.xml" Id="R2a539fce05c24692" /><Relationship Type="http://schemas.openxmlformats.org/officeDocument/2006/relationships/slide" Target="/ppt/slides/slide1.xml" Id="Ra0d2348a6f2d4c04" /><Relationship Type="http://schemas.openxmlformats.org/officeDocument/2006/relationships/slide" Target="/ppt/slides/slide2.xml" Id="R9eb2c159277e4714" /><Relationship Type="http://schemas.openxmlformats.org/officeDocument/2006/relationships/slide" Target="/ppt/slides/slide3.xml" Id="R82ea410bdae34593" /><Relationship Type="http://schemas.openxmlformats.org/officeDocument/2006/relationships/slide" Target="/ppt/slides/slide4.xml" Id="Rb04aab1621124f5f" /><Relationship Type="http://schemas.openxmlformats.org/officeDocument/2006/relationships/slide" Target="/ppt/slides/slide5.xml" Id="Rcbab25d02a364a41" /><Relationship Type="http://schemas.openxmlformats.org/officeDocument/2006/relationships/slide" Target="/ppt/slides/slide6.xml" Id="Rc8f4ba2305fb44d9" /><Relationship Type="http://schemas.openxmlformats.org/officeDocument/2006/relationships/slide" Target="/ppt/slides/slide7.xml" Id="R98e77a9c88184768" /><Relationship Type="http://schemas.openxmlformats.org/officeDocument/2006/relationships/slide" Target="/ppt/slides/slide8.xml" Id="R305d0574ba0a45b3" /><Relationship Type="http://schemas.openxmlformats.org/officeDocument/2006/relationships/slide" Target="/ppt/slides/slide9.xml" Id="R0c6b2f77dfdf42ad" /><Relationship Type="http://schemas.openxmlformats.org/officeDocument/2006/relationships/slide" Target="/ppt/slides/slide10.xml" Id="R0202f6c7e81640fc" /><Relationship Type="http://schemas.openxmlformats.org/officeDocument/2006/relationships/slide" Target="/ppt/slides/slide11.xml" Id="Radbbe860bfa34032" /><Relationship Type="http://schemas.openxmlformats.org/officeDocument/2006/relationships/slide" Target="/ppt/slides/slide12.xml" Id="Rb34a94bd4d7943b1" /><Relationship Type="http://schemas.openxmlformats.org/officeDocument/2006/relationships/slide" Target="/ppt/slides/slide13.xml" Id="R27f22f169cb84cbc" /><Relationship Type="http://schemas.openxmlformats.org/officeDocument/2006/relationships/slide" Target="/ppt/slides/slide14.xml" Id="R4689d18b3d9f4632" /><Relationship Type="http://schemas.openxmlformats.org/officeDocument/2006/relationships/slide" Target="/ppt/slides/slide15.xml" Id="Rfafa295243a94fcd" /><Relationship Type="http://schemas.openxmlformats.org/officeDocument/2006/relationships/slide" Target="/ppt/slides/slide16.xml" Id="Rc95a9f000f0d4dbf" /><Relationship Type="http://schemas.openxmlformats.org/officeDocument/2006/relationships/slide" Target="/ppt/slides/slide17.xml" Id="R3e25b46d7fc440ba" /><Relationship Type="http://schemas.openxmlformats.org/officeDocument/2006/relationships/slide" Target="/ppt/slides/slide18.xml" Id="R5d75ab5adb1541a5" /><Relationship Type="http://schemas.openxmlformats.org/officeDocument/2006/relationships/slide" Target="/ppt/slides/slide19.xml" Id="R69b58d31b42f4be1" /><Relationship Type="http://schemas.openxmlformats.org/officeDocument/2006/relationships/slide" Target="/ppt/slides/slide20.xml" Id="R97459ba907a24264" /><Relationship Type="http://schemas.openxmlformats.org/officeDocument/2006/relationships/slide" Target="/ppt/slides/slide21.xml" Id="R7664997cdb5843f3" /><Relationship Type="http://schemas.openxmlformats.org/officeDocument/2006/relationships/slide" Target="/ppt/slides/slide22.xml" Id="R16506e5705884320" /><Relationship Type="http://schemas.openxmlformats.org/officeDocument/2006/relationships/slide" Target="/ppt/slides/slide23.xml" Id="Rb6c41607c3aa4eb6" /><Relationship Type="http://schemas.openxmlformats.org/officeDocument/2006/relationships/slide" Target="/ppt/slides/slide24.xml" Id="Rc51408b077a6411a" /><Relationship Type="http://schemas.openxmlformats.org/officeDocument/2006/relationships/slide" Target="/ppt/slides/slide25.xml" Id="R994441247d044377" /><Relationship Type="http://schemas.openxmlformats.org/officeDocument/2006/relationships/slide" Target="/ppt/slides/slide26.xml" Id="R5060b971fb824014" /><Relationship Type="http://schemas.openxmlformats.org/officeDocument/2006/relationships/slide" Target="/ppt/slides/slide27.xml" Id="R6ec6c5901d48421a" /><Relationship Type="http://schemas.openxmlformats.org/officeDocument/2006/relationships/slide" Target="/ppt/slides/slide28.xml" Id="R3e94c3a9d3644637" /><Relationship Type="http://schemas.openxmlformats.org/officeDocument/2006/relationships/slide" Target="/ppt/slides/slide29.xml" Id="Rd82b27e4578b48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1f42f510fb49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37db3834434f8a" /><Relationship Type="http://schemas.openxmlformats.org/officeDocument/2006/relationships/notesMaster" Target="/ppt/notesMasters/notesMaster1.xml" Id="R48c67082a9e349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b612af3b72439c" /><Relationship Type="http://schemas.openxmlformats.org/officeDocument/2006/relationships/notesMaster" Target="/ppt/notesMasters/notesMaster1.xml" Id="Rffe42904b72042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5776c5eb7a4363" /><Relationship Type="http://schemas.openxmlformats.org/officeDocument/2006/relationships/notesMaster" Target="/ppt/notesMasters/notesMaster1.xml" Id="R13df04ccf08542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2047ea6c0f417f" /><Relationship Type="http://schemas.openxmlformats.org/officeDocument/2006/relationships/notesMaster" Target="/ppt/notesMasters/notesMaster1.xml" Id="R92955693294740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61d63d1a6f4155" /><Relationship Type="http://schemas.openxmlformats.org/officeDocument/2006/relationships/notesMaster" Target="/ppt/notesMasters/notesMaster1.xml" Id="R4cd2e0807deb4d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762e4810b048c2" /><Relationship Type="http://schemas.openxmlformats.org/officeDocument/2006/relationships/notesMaster" Target="/ppt/notesMasters/notesMaster1.xml" Id="R5eee9ba6da7243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f8ca5442bf4a8d" /><Relationship Type="http://schemas.openxmlformats.org/officeDocument/2006/relationships/notesMaster" Target="/ppt/notesMasters/notesMaster1.xml" Id="R1bde48964b9147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79b30d3969492a" /><Relationship Type="http://schemas.openxmlformats.org/officeDocument/2006/relationships/notesMaster" Target="/ppt/notesMasters/notesMaster1.xml" Id="R14fdc11f8a6d48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9ed27f578049ac" /><Relationship Type="http://schemas.openxmlformats.org/officeDocument/2006/relationships/notesMaster" Target="/ppt/notesMasters/notesMaster1.xml" Id="Rd35a593f40ea41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d16c527d9d4142" /><Relationship Type="http://schemas.openxmlformats.org/officeDocument/2006/relationships/notesMaster" Target="/ppt/notesMasters/notesMaster1.xml" Id="R8615a466f14143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ce16e89a7f4d31" /><Relationship Type="http://schemas.openxmlformats.org/officeDocument/2006/relationships/notesMaster" Target="/ppt/notesMasters/notesMaster1.xml" Id="R93096a25002f45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4c21b5f1ba4b21" /><Relationship Type="http://schemas.openxmlformats.org/officeDocument/2006/relationships/notesMaster" Target="/ppt/notesMasters/notesMaster1.xml" Id="R0c2ae5b8f89746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8cde8bca2f4c3d" /><Relationship Type="http://schemas.openxmlformats.org/officeDocument/2006/relationships/notesMaster" Target="/ppt/notesMasters/notesMaster1.xml" Id="R89fb413b7d8448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15f1d28b5b48d1" /><Relationship Type="http://schemas.openxmlformats.org/officeDocument/2006/relationships/notesMaster" Target="/ppt/notesMasters/notesMaster1.xml" Id="R692cfc66737543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d9913eba894588" /><Relationship Type="http://schemas.openxmlformats.org/officeDocument/2006/relationships/notesMaster" Target="/ppt/notesMasters/notesMaster1.xml" Id="R327ece8899fd48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73c2046e344161" /><Relationship Type="http://schemas.openxmlformats.org/officeDocument/2006/relationships/notesMaster" Target="/ppt/notesMasters/notesMaster1.xml" Id="Rf98eeb777a5148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512d0dc7c84e20" /><Relationship Type="http://schemas.openxmlformats.org/officeDocument/2006/relationships/notesMaster" Target="/ppt/notesMasters/notesMaster1.xml" Id="Rd24a4d202ab4454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d3fcbe708f4546" /><Relationship Type="http://schemas.openxmlformats.org/officeDocument/2006/relationships/notesMaster" Target="/ppt/notesMasters/notesMaster1.xml" Id="Re5244b82502747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7bf4ae71da4a7a" /><Relationship Type="http://schemas.openxmlformats.org/officeDocument/2006/relationships/notesMaster" Target="/ppt/notesMasters/notesMaster1.xml" Id="R2433e3b3c3b8401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e4db44ca4c6442a" /><Relationship Type="http://schemas.openxmlformats.org/officeDocument/2006/relationships/notesMaster" Target="/ppt/notesMasters/notesMaster1.xml" Id="Rbe86c0f0e61c48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99ffc69de24624" /><Relationship Type="http://schemas.openxmlformats.org/officeDocument/2006/relationships/notesMaster" Target="/ppt/notesMasters/notesMaster1.xml" Id="R62dc46709e2f42b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ca7db16259f40b7" /><Relationship Type="http://schemas.openxmlformats.org/officeDocument/2006/relationships/notesMaster" Target="/ppt/notesMasters/notesMaster1.xml" Id="Rddb6249163b54b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083ad3a6e7743df" /><Relationship Type="http://schemas.openxmlformats.org/officeDocument/2006/relationships/notesMaster" Target="/ppt/notesMasters/notesMaster1.xml" Id="R34c710cbcd3a46b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678b594e75c49ff" /><Relationship Type="http://schemas.openxmlformats.org/officeDocument/2006/relationships/notesMaster" Target="/ppt/notesMasters/notesMaster1.xml" Id="R22085b0b740e496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dd5d9065014da7" /><Relationship Type="http://schemas.openxmlformats.org/officeDocument/2006/relationships/notesMaster" Target="/ppt/notesMasters/notesMaster1.xml" Id="R89c7dba601764e0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63e8577731429f" /><Relationship Type="http://schemas.openxmlformats.org/officeDocument/2006/relationships/notesMaster" Target="/ppt/notesMasters/notesMaster1.xml" Id="R597f5451bb944c5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694926048c64bbb" /><Relationship Type="http://schemas.openxmlformats.org/officeDocument/2006/relationships/notesMaster" Target="/ppt/notesMasters/notesMaster1.xml" Id="R9a07dbbf643a44b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9a98304b7814ad3" /><Relationship Type="http://schemas.openxmlformats.org/officeDocument/2006/relationships/notesMaster" Target="/ppt/notesMasters/notesMaster1.xml" Id="Ra6686f9bbfdc41a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f62e3f2fc954d01" /><Relationship Type="http://schemas.openxmlformats.org/officeDocument/2006/relationships/notesMaster" Target="/ppt/notesMasters/notesMaster1.xml" Id="Ra89edb89c00641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oppervlakte of geldstroom bedoel je?</a:t>
            </a:r>
          </a:p>
          <a:p xmlns:a="http://schemas.openxmlformats.org/drawingml/2006/main">
            <a:r>
              <a:rPr sz="1400"/>
              <a:t/>
            </a:r>
          </a:p>
          <a:p xmlns:a="http://schemas.openxmlformats.org/drawingml/2006/main">
            <a:r>
              <a:rPr sz="1400"/>
              <a:t>Uitleg: Laat deze dia staan tijdens startopdracht. Start 10–11: p. 18; basis 12–13: p. 19; zelfstandig 14–15: p. 20; doel 16: p. 21. Huiswerk 12, 13, 14, 15 en 16 maken en nakijken. Bonus 17 en herhaling 18 zijn extra. Voor start 10: haal de driehoeksoppervlakte op (½ × basis × hoogte); CS onder V boven P, PS boven A onder P. Dit is eerder onderwezen in Boek 2 §§2.3.1–2.3.2. Start 11 verkent nieuwe belastingboekhouding: laat leerlingen theorie p. 14–16 lezen, daar O en W aanwijzen en hun twijfel noteren. Verwacht dat onderscheid nog niet zonder steun. Keer vóór het basiswerk terug naar 11 en laat de redenering opnieuw geven. Antwoorden voor feedback na de poging: 10 CS €160, PS €80; geen tijdseenheid gegeven. 11 W €30, O €120 is overdracht. Docentadvies: reserveer voorlopig twee lessen van 55 minuten en extra uitloop, geen gemeten tijdsgarantie. Les 1 uitleg en basis; les 2 afronden, zelfstandig, doel en feedback. Schrap bij tijdgebrek geen onderdelen.</a:t>
            </a:r>
          </a:p>
          <a:p xmlns:a="http://schemas.openxmlformats.org/drawingml/2006/main">
            <a:r>
              <a:rPr sz="1400"/>
              <a:t/>
            </a:r>
          </a:p>
          <a:p xmlns:a="http://schemas.openxmlformats.org/drawingml/2006/main">
            <a:r>
              <a:rPr sz="1400"/>
              <a:t>Misvatting: Gebruik paginanummers van het complete boek; hoofdstukpagina 14 is boekpagina 18.</a:t>
            </a:r>
          </a:p>
          <a:p xmlns:a="http://schemas.openxmlformats.org/drawingml/2006/main">
            <a:r>
              <a:rPr sz="1400"/>
              <a:t/>
            </a:r>
          </a:p>
          <a:p xmlns:a="http://schemas.openxmlformats.org/drawingml/2006/main">
            <a:r>
              <a:rPr sz="1400"/>
              <a:t>Overgang: Ga door met de uitleg; bij zelfstandig werken eerst opgave 11 opnieuw laten beredeneren.</a:t>
            </a:r>
          </a:p>
          <a:p xmlns:a="http://schemas.openxmlformats.org/drawingml/2006/main">
            <a:r>
              <a:rPr sz="1400"/>
              <a:t/>
            </a:r>
          </a:p>
          <a:p xmlns:a="http://schemas.openxmlformats.org/drawingml/2006/main">
            <a:r>
              <a:rPr sz="1400"/>
              <a:t>Bron: Boek 3 v3, actuele editie; gedrukte pagina 14–21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hoort bij één product, welk bedrag bij de hele markt?</a:t>
            </a:r>
          </a:p>
          <a:p xmlns:a="http://schemas.openxmlformats.org/drawingml/2006/main">
            <a:r>
              <a:rPr sz="1400"/>
              <a:t/>
            </a:r>
          </a:p>
          <a:p xmlns:a="http://schemas.openxmlformats.org/drawingml/2006/main">
            <a:r>
              <a:rPr sz="1400"/>
              <a:t>Uitleg: Koppel de doelen aan 16a–e: bedragen per tas en procent, belastingopbrengst, oude en nieuwe surplusgebieden, markering en verklaring. De overheid telt mee in de nieuwe welvaartsmaat.</a:t>
            </a:r>
          </a:p>
          <a:p xmlns:a="http://schemas.openxmlformats.org/drawingml/2006/main">
            <a:r>
              <a:rPr sz="1400"/>
              <a:t/>
            </a:r>
          </a:p>
          <a:p xmlns:a="http://schemas.openxmlformats.org/drawingml/2006/main">
            <a:r>
              <a:rPr sz="1400"/>
              <a:t>Misvatting: Last per stuk, totale belastingopbrengst en welvaartsverlies zijn verschillende grootheden.</a:t>
            </a:r>
          </a:p>
          <a:p xmlns:a="http://schemas.openxmlformats.org/drawingml/2006/main">
            <a:r>
              <a:rPr sz="1400"/>
              <a:t/>
            </a:r>
          </a:p>
          <a:p xmlns:a="http://schemas.openxmlformats.org/drawingml/2006/main">
            <a:r>
              <a:rPr sz="1400"/>
              <a:t>Overgang: Begin met de afzonderlijke markt voor notitieboekjes.</a:t>
            </a:r>
          </a:p>
          <a:p xmlns:a="http://schemas.openxmlformats.org/drawingml/2006/main">
            <a:r>
              <a:rPr sz="1400"/>
              <a:t/>
            </a:r>
          </a:p>
          <a:p xmlns:a="http://schemas.openxmlformats.org/drawingml/2006/main">
            <a:r>
              <a:rPr sz="1400"/>
              <a:t>Bron: Boek 3 v3, actuele editie; gedrukte pagina 14–18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betaal je als koper en wat ontvangt de verkoper na afdracht?</a:t>
            </a:r>
          </a:p>
          <a:p xmlns:a="http://schemas.openxmlformats.org/drawingml/2006/main">
            <a:r>
              <a:rPr sz="1400"/>
              <a:t/>
            </a:r>
          </a:p>
          <a:p xmlns:a="http://schemas.openxmlformats.org/drawingml/2006/main">
            <a:r>
              <a:rPr sz="1400"/>
              <a:t>Uitleg: Eigen uitlegvoorbeeld. Alle waarden staan op de dia zodat rekenen met surplus centraal staat. Controleer oud: 20−0,30Q=4+0,10Q geeft Q40 en P8. Nieuw: 20−0,30Q=8+0,10Q geeft Q30, Pc11 en Pp7. Q is notitieboekjes per week; prijzen zijn euro per boekje. Oorspronkelijk aanbod is hier MK. Andere omstandigheden blijven gelijk.</a:t>
            </a:r>
          </a:p>
          <a:p xmlns:a="http://schemas.openxmlformats.org/drawingml/2006/main">
            <a:r>
              <a:rPr sz="1400"/>
              <a:t/>
            </a:r>
          </a:p>
          <a:p xmlns:a="http://schemas.openxmlformats.org/drawingml/2006/main">
            <a:r>
              <a:rPr sz="1400"/>
              <a:t>Misvatting: Pp is ontvangst vóór productiekosten, geen winst.</a:t>
            </a:r>
          </a:p>
          <a:p xmlns:a="http://schemas.openxmlformats.org/drawingml/2006/main">
            <a:r>
              <a:rPr sz="1400"/>
              <a:t/>
            </a:r>
          </a:p>
          <a:p xmlns:a="http://schemas.openxmlformats.org/drawingml/2006/main">
            <a:r>
              <a:rPr sz="1400"/>
              <a:t>Overgang: Haal eerst CS en PS zonder belasting op.</a:t>
            </a:r>
          </a:p>
          <a:p xmlns:a="http://schemas.openxmlformats.org/drawingml/2006/main">
            <a:r>
              <a:rPr sz="1400"/>
              <a:t/>
            </a:r>
          </a:p>
          <a:p xmlns:a="http://schemas.openxmlformats.org/drawingml/2006/main">
            <a:r>
              <a:rPr sz="1400"/>
              <a:t>Bron: Boek 3 v3, actuele editie; gedrukte pagina 14–18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lees je de hoogte van de CS-driehoek af?</a:t>
            </a:r>
          </a:p>
          <a:p xmlns:a="http://schemas.openxmlformats.org/drawingml/2006/main">
            <a:r>
              <a:rPr sz="1400"/>
              <a:t/>
            </a:r>
          </a:p>
          <a:p xmlns:a="http://schemas.openxmlformats.org/drawingml/2006/main">
            <a:r>
              <a:rPr sz="1400"/>
              <a:t>Uitleg: Herhaal de bewerking voor start 10 met andere gegevens. CS ligt onder V en boven P0; PS boven de oorspronkelijke A en onder P0. Hoogten zijn prijsverschillen, geen hoeveelheden. Eenheden: notitieboekjes per week × euro per boekje = euro per week.</a:t>
            </a:r>
          </a:p>
          <a:p xmlns:a="http://schemas.openxmlformats.org/drawingml/2006/main">
            <a:r>
              <a:rPr sz="1400"/>
              <a:t/>
            </a:r>
          </a:p>
          <a:p xmlns:a="http://schemas.openxmlformats.org/drawingml/2006/main">
            <a:r>
              <a:rPr sz="1400"/>
              <a:t>Misvatting: De prijs zelf is niet de hoogte van beide driehoeken.</a:t>
            </a:r>
          </a:p>
          <a:p xmlns:a="http://schemas.openxmlformats.org/drawingml/2006/main">
            <a:r>
              <a:rPr sz="1400"/>
              <a:t/>
            </a:r>
          </a:p>
          <a:p xmlns:a="http://schemas.openxmlformats.org/drawingml/2006/main">
            <a:r>
              <a:rPr sz="1400"/>
              <a:t>Overgang: Voeg de belasting toe en lees de twee prijzen bij dezelfde hoeveelheid.</a:t>
            </a:r>
          </a:p>
          <a:p xmlns:a="http://schemas.openxmlformats.org/drawingml/2006/main">
            <a:r>
              <a:rPr sz="1400"/>
              <a:t/>
            </a:r>
          </a:p>
          <a:p xmlns:a="http://schemas.openxmlformats.org/drawingml/2006/main">
            <a:r>
              <a:rPr sz="1400"/>
              <a:t>Bron: Boek 3 v3, actuele editie; gedrukte pagina 14–18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lees je Pp op de oorspronkelijke A?</a:t>
            </a:r>
          </a:p>
          <a:p xmlns:a="http://schemas.openxmlformats.org/drawingml/2006/main">
            <a:r>
              <a:rPr sz="1400"/>
              <a:t/>
            </a:r>
          </a:p>
          <a:p xmlns:a="http://schemas.openxmlformats.org/drawingml/2006/main">
            <a:r>
              <a:rPr sz="1400"/>
              <a:t>Uitleg: Dit herhaalt de in §3.1.1 gedemonstreerde omzetting. A+t is aanbod in kopersprijzen; productiekosten veranderen niet. De oorspronkelijke A blijft de lijn voor de verkopersontvangst en MK. Markeer Pc en Pp bij Qt=30.</a:t>
            </a:r>
          </a:p>
          <a:p xmlns:a="http://schemas.openxmlformats.org/drawingml/2006/main">
            <a:r>
              <a:rPr sz="1400"/>
              <a:t/>
            </a:r>
          </a:p>
          <a:p xmlns:a="http://schemas.openxmlformats.org/drawingml/2006/main">
            <a:r>
              <a:rPr sz="1400"/>
              <a:t>Misvatting: Pc is niet oude prijs plus hele belasting.</a:t>
            </a:r>
          </a:p>
          <a:p xmlns:a="http://schemas.openxmlformats.org/drawingml/2006/main">
            <a:r>
              <a:rPr sz="1400"/>
              <a:t/>
            </a:r>
          </a:p>
          <a:p xmlns:a="http://schemas.openxmlformats.org/drawingml/2006/main">
            <a:r>
              <a:rPr sz="1400"/>
              <a:t>Overgang: Vergelijk beide nieuwe prijzen met P0=8.</a:t>
            </a:r>
          </a:p>
          <a:p xmlns:a="http://schemas.openxmlformats.org/drawingml/2006/main">
            <a:r>
              <a:rPr sz="1400"/>
              <a:t/>
            </a:r>
          </a:p>
          <a:p xmlns:a="http://schemas.openxmlformats.org/drawingml/2006/main">
            <a:r>
              <a:rPr sz="1400"/>
              <a:t>Bron: Boek 3 v3, actuele editie; gedrukte pagina 7–9, 14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door 4 en niet door 11?</a:t>
            </a:r>
          </a:p>
          <a:p xmlns:a="http://schemas.openxmlformats.org/drawingml/2006/main">
            <a:r>
              <a:rPr sz="1400"/>
              <a:t/>
            </a:r>
          </a:p>
          <a:p xmlns:a="http://schemas.openxmlformats.org/drawingml/2006/main">
            <a:r>
              <a:rPr sz="1400"/>
              <a:t>Uitleg: Koper betaalt 3 euro meer; verkoper ontvangt 1 euro minder per werkelijk verkocht boekje. De belasting per stuk is de som. 75% is het afwentelingspercentage; verkopers dragen 25%. Reken eerst het prijsverschil, deel daarna door t.</a:t>
            </a:r>
          </a:p>
          <a:p xmlns:a="http://schemas.openxmlformats.org/drawingml/2006/main">
            <a:r>
              <a:rPr sz="1400"/>
              <a:t/>
            </a:r>
          </a:p>
          <a:p xmlns:a="http://schemas.openxmlformats.org/drawingml/2006/main">
            <a:r>
              <a:rPr sz="1400"/>
              <a:t>Misvatting: Wie het bedrag overmaakt bepaalt niet automatisch wie de economische last draagt.</a:t>
            </a:r>
          </a:p>
          <a:p xmlns:a="http://schemas.openxmlformats.org/drawingml/2006/main">
            <a:r>
              <a:rPr sz="1400"/>
              <a:t/>
            </a:r>
          </a:p>
          <a:p xmlns:a="http://schemas.openxmlformats.org/drawingml/2006/main">
            <a:r>
              <a:rPr sz="1400"/>
              <a:t>Overgang: Bereken nu het resterende surplus bij de twee prijzen.</a:t>
            </a:r>
          </a:p>
          <a:p xmlns:a="http://schemas.openxmlformats.org/drawingml/2006/main">
            <a:r>
              <a:rPr sz="1400"/>
              <a:t/>
            </a:r>
          </a:p>
          <a:p xmlns:a="http://schemas.openxmlformats.org/drawingml/2006/main">
            <a:r>
              <a:rPr sz="1400"/>
              <a:t>Bron: Boek 3 v3, actuele editie; gedrukte pagina 14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hoort bij welke driehoek?</a:t>
            </a:r>
          </a:p>
          <a:p xmlns:a="http://schemas.openxmlformats.org/drawingml/2006/main">
            <a:r>
              <a:rPr sz="1400"/>
              <a:t/>
            </a:r>
          </a:p>
          <a:p xmlns:a="http://schemas.openxmlformats.org/drawingml/2006/main">
            <a:r>
              <a:rPr sz="1400"/>
              <a:t>Uitleg: Beide driehoeken gebruiken de verkochte hoeveelheid 30. CS gebruikt Pc11 als ondergrens, PS gebruikt Pp7 als bovengrens. De ruimte tussen de prijzen wordt nog apart behandeld.</a:t>
            </a:r>
          </a:p>
          <a:p xmlns:a="http://schemas.openxmlformats.org/drawingml/2006/main">
            <a:r>
              <a:rPr sz="1400"/>
              <a:t/>
            </a:r>
          </a:p>
          <a:p xmlns:a="http://schemas.openxmlformats.org/drawingml/2006/main">
            <a:r>
              <a:rPr sz="1400"/>
              <a:t>Misvatting: Gebruik P0 of één middenprijs niet voor het nieuwe surplus.</a:t>
            </a:r>
          </a:p>
          <a:p xmlns:a="http://schemas.openxmlformats.org/drawingml/2006/main">
            <a:r>
              <a:rPr sz="1400"/>
              <a:t/>
            </a:r>
          </a:p>
          <a:p xmlns:a="http://schemas.openxmlformats.org/drawingml/2006/main">
            <a:r>
              <a:rPr sz="1400"/>
              <a:t>Overgang: Vul de ruimte tussen Pc en Pp boven de verkochte hoeveelheid in.</a:t>
            </a:r>
          </a:p>
          <a:p xmlns:a="http://schemas.openxmlformats.org/drawingml/2006/main">
            <a:r>
              <a:rPr sz="1400"/>
              <a:t/>
            </a:r>
          </a:p>
          <a:p xmlns:a="http://schemas.openxmlformats.org/drawingml/2006/main">
            <a:r>
              <a:rPr sz="1400"/>
              <a:t>Bron: Boek 3 v3, actuele editie; gedrukte pagina 15, 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breedte 30 en niet 40?</a:t>
            </a:r>
          </a:p>
          <a:p xmlns:a="http://schemas.openxmlformats.org/drawingml/2006/main">
            <a:r>
              <a:rPr sz="1400"/>
              <a:t/>
            </a:r>
          </a:p>
          <a:p xmlns:a="http://schemas.openxmlformats.org/drawingml/2006/main">
            <a:r>
              <a:rPr sz="1400"/>
              <a:t>Uitleg: De rechthoek loopt van Q = 0 tot Q = 30 en tussen Pp7 en Pc11. De overheid ontvangt alleen belasting over de 30 transacties die plaatsvinden. Dit is een overdracht en telt mee in de gekozen welvaartsmaat.</a:t>
            </a:r>
          </a:p>
          <a:p xmlns:a="http://schemas.openxmlformats.org/drawingml/2006/main">
            <a:r>
              <a:rPr sz="1400"/>
              <a:t/>
            </a:r>
          </a:p>
          <a:p xmlns:a="http://schemas.openxmlformats.org/drawingml/2006/main">
            <a:r>
              <a:rPr sz="1400"/>
              <a:t>Misvatting: Belastingontvangsten zijn geen verdwenen geld. De besteding is niet gegeven.</a:t>
            </a:r>
          </a:p>
          <a:p xmlns:a="http://schemas.openxmlformats.org/drawingml/2006/main">
            <a:r>
              <a:rPr sz="1400"/>
              <a:t/>
            </a:r>
          </a:p>
          <a:p xmlns:a="http://schemas.openxmlformats.org/drawingml/2006/main">
            <a:r>
              <a:rPr sz="1400"/>
              <a:t>Overgang: Bekijk de transacties tussen 30 en 40 die wegvallen.</a:t>
            </a:r>
          </a:p>
          <a:p xmlns:a="http://schemas.openxmlformats.org/drawingml/2006/main">
            <a:r>
              <a:rPr sz="1400"/>
              <a:t/>
            </a:r>
          </a:p>
          <a:p xmlns:a="http://schemas.openxmlformats.org/drawingml/2006/main">
            <a:r>
              <a:rPr sz="1400"/>
              <a:t>Bron: Boek 3 v3, actuele editie; gedrukte pagina 14–16, 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de basis bij de afname van Q?</a:t>
            </a:r>
          </a:p>
          <a:p xmlns:a="http://schemas.openxmlformats.org/drawingml/2006/main">
            <a:r>
              <a:rPr sz="1400"/>
              <a:t/>
            </a:r>
          </a:p>
          <a:p xmlns:a="http://schemas.openxmlformats.org/drawingml/2006/main">
            <a:r>
              <a:rPr sz="1400"/>
              <a:t>Uitleg: Tussen Qt30 en Q040 ligt V boven A. Rond Q35 is betalingsbereidheid 20−0,30×35=9,50 en MK4+0,10×35=7,50: mogelijk voordeel 2 euro. Dit overbrugt de belasting van 4 euro niet; die handel valt weg. Tel alle gemiste voordelen op: driehoek W. De formule geldt voor deze rechte lijnen zonder externe effecten.</a:t>
            </a:r>
          </a:p>
          <a:p xmlns:a="http://schemas.openxmlformats.org/drawingml/2006/main">
            <a:r>
              <a:rPr sz="1400"/>
              <a:t/>
            </a:r>
          </a:p>
          <a:p xmlns:a="http://schemas.openxmlformats.org/drawingml/2006/main">
            <a:r>
              <a:rPr sz="1400"/>
              <a:t>Misvatting: W is niet de rechthoek over de verkochte hoeveelheid.</a:t>
            </a:r>
          </a:p>
          <a:p xmlns:a="http://schemas.openxmlformats.org/drawingml/2006/main">
            <a:r>
              <a:rPr sz="1400"/>
              <a:t/>
            </a:r>
          </a:p>
          <a:p xmlns:a="http://schemas.openxmlformats.org/drawingml/2006/main">
            <a:r>
              <a:rPr sz="1400"/>
              <a:t>Overgang: Controleer de driehoek met de oude en nieuwe welvaartsmaat.</a:t>
            </a:r>
          </a:p>
          <a:p xmlns:a="http://schemas.openxmlformats.org/drawingml/2006/main">
            <a:r>
              <a:rPr sz="1400"/>
              <a:t/>
            </a:r>
          </a:p>
          <a:p xmlns:a="http://schemas.openxmlformats.org/drawingml/2006/main">
            <a:r>
              <a:rPr sz="1400"/>
              <a:t>Bron: Boek 3 v3, actuele editie; gedrukte pagina 15–16, 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post ontbreekt als je alleen nieuw CS en PS optelt?</a:t>
            </a:r>
          </a:p>
          <a:p xmlns:a="http://schemas.openxmlformats.org/drawingml/2006/main">
            <a:r>
              <a:rPr sz="1400"/>
              <a:t/>
            </a:r>
          </a:p>
          <a:p xmlns:a="http://schemas.openxmlformats.org/drawingml/2006/main">
            <a:r>
              <a:rPr sz="1400"/>
              <a:t>Uitleg: Sommeer CS en PS voor belasting. Na belasting telt O erbij: 135+45+120=300. Verschil 320−300=20. Dit bevestigt de driehoeksuitkomst. Model: geen effecten voor buitenstaanders of uitvoeringskosten; latere overheidsbesteding onbekend.</a:t>
            </a:r>
          </a:p>
          <a:p xmlns:a="http://schemas.openxmlformats.org/drawingml/2006/main">
            <a:r>
              <a:rPr sz="1400"/>
              <a:t/>
            </a:r>
          </a:p>
          <a:p xmlns:a="http://schemas.openxmlformats.org/drawingml/2006/main">
            <a:r>
              <a:rPr sz="1400"/>
              <a:t>Misvatting: Nieuwe welvaartsmaat is niet alleen privaat surplus.</a:t>
            </a:r>
          </a:p>
          <a:p xmlns:a="http://schemas.openxmlformats.org/drawingml/2006/main">
            <a:r>
              <a:rPr sz="1400"/>
              <a:t/>
            </a:r>
          </a:p>
          <a:p xmlns:a="http://schemas.openxmlformats.org/drawingml/2006/main">
            <a:r>
              <a:rPr sz="1400"/>
              <a:t>Overgang: Onderscheid dit verlies van de daling van CS plus PS.</a:t>
            </a:r>
          </a:p>
          <a:p xmlns:a="http://schemas.openxmlformats.org/drawingml/2006/main">
            <a:r>
              <a:rPr sz="1400"/>
              <a:t/>
            </a:r>
          </a:p>
          <a:p xmlns:a="http://schemas.openxmlformats.org/drawingml/2006/main">
            <a:r>
              <a:rPr sz="1400"/>
              <a:t>Bron: Boek 3 v3, actuele editie; gedrukte pagina 14–18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daling van CS groter dan 3×30?</a:t>
            </a:r>
          </a:p>
          <a:p xmlns:a="http://schemas.openxmlformats.org/drawingml/2006/main">
            <a:r>
              <a:rPr sz="1400"/>
              <a:t/>
            </a:r>
          </a:p>
          <a:p xmlns:a="http://schemas.openxmlformats.org/drawingml/2006/main">
            <a:r>
              <a:rPr sz="1400"/>
              <a:t>Uitleg: De daling van CS is 105; PS daalt 35. Samen140. De overheid ontvangt120; alleen20 verdwijnt uit de maat. De koperslast per verkocht product maal Qt is90; het verloren CS is groter door gemiste aankopen. Voor verkopers: 1×30=30 plus5 gemist voordeel.</a:t>
            </a:r>
          </a:p>
          <a:p xmlns:a="http://schemas.openxmlformats.org/drawingml/2006/main">
            <a:r>
              <a:rPr sz="1400"/>
              <a:t/>
            </a:r>
          </a:p>
          <a:p xmlns:a="http://schemas.openxmlformats.org/drawingml/2006/main">
            <a:r>
              <a:rPr sz="1400"/>
              <a:t>Misvatting: Een last per verkocht product is niet het hele surplusverlies.</a:t>
            </a:r>
          </a:p>
          <a:p xmlns:a="http://schemas.openxmlformats.org/drawingml/2006/main">
            <a:r>
              <a:rPr sz="1400"/>
              <a:t/>
            </a:r>
          </a:p>
          <a:p xmlns:a="http://schemas.openxmlformats.org/drawingml/2006/main">
            <a:r>
              <a:rPr sz="1400"/>
              <a:t>Overgang: Vergelijk nu twee markten waarbij alleen de vraagreactie verschilt.</a:t>
            </a:r>
          </a:p>
          <a:p xmlns:a="http://schemas.openxmlformats.org/drawingml/2006/main">
            <a:r>
              <a:rPr sz="1400"/>
              <a:t/>
            </a:r>
          </a:p>
          <a:p xmlns:a="http://schemas.openxmlformats.org/drawingml/2006/main">
            <a:r>
              <a:rPr sz="1400"/>
              <a:t>Bron: Boek 3 v3, actuele editie; gedrukte pagina 16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houden we gelijk om de vraagreactie te vergelijken?</a:t>
            </a:r>
          </a:p>
          <a:p xmlns:a="http://schemas.openxmlformats.org/drawingml/2006/main">
            <a:r>
              <a:rPr sz="1400"/>
              <a:t/>
            </a:r>
          </a:p>
          <a:p xmlns:a="http://schemas.openxmlformats.org/drawingml/2006/main">
            <a:r>
              <a:rPr sz="1400"/>
              <a:t>Uitleg: Dit is een eigen gecontroleerde vergelijking, los van de fruitbekermarkt in het boek. Beide markten starten op dezelfde prijs en hoeveelheid; aanbod en t zijn gelijk. A: bij P9 is Q=(12−9)/0,1=30. B: Q=(20−9)/0,3=36⅔. B verliest minder kopers; vergelijk gedrag, niet alleen getekende steilheid.</a:t>
            </a:r>
          </a:p>
          <a:p xmlns:a="http://schemas.openxmlformats.org/drawingml/2006/main">
            <a:r>
              <a:rPr sz="1400"/>
              <a:t/>
            </a:r>
          </a:p>
          <a:p xmlns:a="http://schemas.openxmlformats.org/drawingml/2006/main">
            <a:r>
              <a:rPr sz="1400"/>
              <a:t>Misvatting: Een andere asschaal bewijst geen andere prijsgevoeligheid.</a:t>
            </a:r>
          </a:p>
          <a:p xmlns:a="http://schemas.openxmlformats.org/drawingml/2006/main">
            <a:r>
              <a:rPr sz="1400"/>
              <a:t/>
            </a:r>
          </a:p>
          <a:p xmlns:a="http://schemas.openxmlformats.org/drawingml/2006/main">
            <a:r>
              <a:rPr sz="1400"/>
              <a:t>Overgang: Vergelijk bij dezelfde belasting de nieuwe prijzen en aandelen.</a:t>
            </a:r>
          </a:p>
          <a:p xmlns:a="http://schemas.openxmlformats.org/drawingml/2006/main">
            <a:r>
              <a:rPr sz="1400"/>
              <a:t/>
            </a:r>
          </a:p>
          <a:p xmlns:a="http://schemas.openxmlformats.org/drawingml/2006/main">
            <a:r>
              <a:rPr sz="1400"/>
              <a:t>Bron: Boek 3 v3, actuele editie; gedrukte pagina 17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verklaar je 75% zonder te verwijzen naar wie afdraagt?</a:t>
            </a:r>
          </a:p>
          <a:p xmlns:a="http://schemas.openxmlformats.org/drawingml/2006/main">
            <a:r>
              <a:rPr sz="1400"/>
              <a:t/>
            </a:r>
          </a:p>
          <a:p xmlns:a="http://schemas.openxmlformats.org/drawingml/2006/main">
            <a:r>
              <a:rPr sz="1400"/>
              <a:t>Uitleg: A: 12−0,10Q=8+0,10Q geeft Qt20, Pc10, Pp6. B is het bestaande voorbeeld: Qt30, Pc11, Pp7. Minder gevoelige kopers blijven relatief vaker kopen zodat een groter deel van dezelfde belasting via de kopersprijs bij hen terechtkomt. Dezelfde redenering geldt omgekeerd voor verkopers: relatief minder prijsgevoelig aanbod betekent relatief meer last voor verkopers.</a:t>
            </a:r>
          </a:p>
          <a:p xmlns:a="http://schemas.openxmlformats.org/drawingml/2006/main">
            <a:r>
              <a:rPr sz="1400"/>
              <a:t/>
            </a:r>
          </a:p>
          <a:p xmlns:a="http://schemas.openxmlformats.org/drawingml/2006/main">
            <a:r>
              <a:rPr sz="1400"/>
              <a:t>Misvatting: De afdrachtregel zegt niet welke prijsaanpassing ontstaat. Deze vergelijking houdt beginpunt, aanbod en belasting gelijk.</a:t>
            </a:r>
          </a:p>
          <a:p xmlns:a="http://schemas.openxmlformats.org/drawingml/2006/main">
            <a:r>
              <a:rPr sz="1400"/>
              <a:t/>
            </a:r>
          </a:p>
          <a:p xmlns:a="http://schemas.openxmlformats.org/drawingml/2006/main">
            <a:r>
              <a:rPr sz="1400"/>
              <a:t>Overgang: Controleer het onderscheid tussen O en W met het uitlegvoorbeeld.</a:t>
            </a:r>
          </a:p>
          <a:p xmlns:a="http://schemas.openxmlformats.org/drawingml/2006/main">
            <a:r>
              <a:rPr sz="1400"/>
              <a:t/>
            </a:r>
          </a:p>
          <a:p xmlns:a="http://schemas.openxmlformats.org/drawingml/2006/main">
            <a:r>
              <a:rPr sz="1400"/>
              <a:t>Bron: Boek 3 v3, actuele editie; gedrukte pagina 17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breedte kies je en waarom?</a:t>
            </a:r>
          </a:p>
          <a:p xmlns:a="http://schemas.openxmlformats.org/drawingml/2006/main">
            <a:r>
              <a:rPr sz="1400"/>
              <a:t/>
            </a:r>
          </a:p>
          <a:p xmlns:a="http://schemas.openxmlformats.org/drawingml/2006/main">
            <a:r>
              <a:rPr sz="1400"/>
              <a:t>Uitleg: Laat eerst individueel denken, dan kort toelichten. Dit is een begripscheck van het eigen voorbeeld, geen extra huiswerkopgave.</a:t>
            </a:r>
          </a:p>
          <a:p xmlns:a="http://schemas.openxmlformats.org/drawingml/2006/main">
            <a:r>
              <a:rPr sz="1400"/>
              <a:t/>
            </a:r>
          </a:p>
          <a:p xmlns:a="http://schemas.openxmlformats.org/drawingml/2006/main">
            <a:r>
              <a:rPr sz="1400"/>
              <a:t>Misvatting: 4×(40−30) is noch O, noch de driehoek W.</a:t>
            </a:r>
          </a:p>
          <a:p xmlns:a="http://schemas.openxmlformats.org/drawingml/2006/main">
            <a:r>
              <a:rPr sz="1400"/>
              <a:t/>
            </a:r>
          </a:p>
          <a:p xmlns:a="http://schemas.openxmlformats.org/drawingml/2006/main">
            <a:r>
              <a:rPr sz="1400"/>
              <a:t>Overgang: Laat leerlingen eerst antwoorden; toon daarna de berekeningen.</a:t>
            </a:r>
          </a:p>
          <a:p xmlns:a="http://schemas.openxmlformats.org/drawingml/2006/main">
            <a:r>
              <a:rPr sz="1400"/>
              <a:t/>
            </a:r>
          </a:p>
          <a:p xmlns:a="http://schemas.openxmlformats.org/drawingml/2006/main">
            <a:r>
              <a:rPr sz="1400"/>
              <a:t>Bron: Boek 3 v3, actuele editie; gedrukte pagina 15–18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breedte kies je en waarom?</a:t>
            </a:r>
          </a:p>
          <a:p xmlns:a="http://schemas.openxmlformats.org/drawingml/2006/main">
            <a:r>
              <a:rPr sz="1400"/>
              <a:t/>
            </a:r>
          </a:p>
          <a:p xmlns:a="http://schemas.openxmlformats.org/drawingml/2006/main">
            <a:r>
              <a:rPr sz="1400"/>
              <a:t>Uitleg: O=4×30=120; W=½×10×4=20. Beide bedragen in de uitspraak zijn fout. Verkochte versus gemiste eenheden bepaalt de berekening.</a:t>
            </a:r>
          </a:p>
          <a:p xmlns:a="http://schemas.openxmlformats.org/drawingml/2006/main">
            <a:r>
              <a:rPr sz="1400"/>
              <a:t/>
            </a:r>
          </a:p>
          <a:p xmlns:a="http://schemas.openxmlformats.org/drawingml/2006/main">
            <a:r>
              <a:rPr sz="1400"/>
              <a:t>Misvatting: 4×(40−30) is noch O, noch de driehoek W.</a:t>
            </a:r>
          </a:p>
          <a:p xmlns:a="http://schemas.openxmlformats.org/drawingml/2006/main">
            <a:r>
              <a:rPr sz="1400"/>
              <a:t/>
            </a:r>
          </a:p>
          <a:p xmlns:a="http://schemas.openxmlformats.org/drawingml/2006/main">
            <a:r>
              <a:rPr sz="1400"/>
              <a:t>Overgang: Keer terug naar startopgave 11; begin dan met basis 12 en 13.</a:t>
            </a:r>
          </a:p>
          <a:p xmlns:a="http://schemas.openxmlformats.org/drawingml/2006/main">
            <a:r>
              <a:rPr sz="1400"/>
              <a:t/>
            </a:r>
          </a:p>
          <a:p xmlns:a="http://schemas.openxmlformats.org/drawingml/2006/main">
            <a:r>
              <a:rPr sz="1400"/>
              <a:t>Bron: Boek 3 v3, actuele editie; gedrukte pagina 15–18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Uitlegvoorbeeld — niet uit het boek. Context notitieboekjes,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oppervlakte of geldstroom bedoel je?</a:t>
            </a:r>
          </a:p>
          <a:p xmlns:a="http://schemas.openxmlformats.org/drawingml/2006/main">
            <a:r>
              <a:rPr sz="1400"/>
              <a:t/>
            </a:r>
          </a:p>
          <a:p xmlns:a="http://schemas.openxmlformats.org/drawingml/2006/main">
            <a:r>
              <a:rPr sz="1400"/>
              <a:t>Uitleg: Laat deze dia staan tijdens zelfstandig werken. Start 10–11: p. 18; basis 12–13: p. 19; zelfstandig 14–15: p. 20; doel 16: p. 21. Huiswerk 12, 13, 14, 15 en 16 maken en nakijken. Bonus 17 en herhaling 18 zijn extra. Voor start 10: haal de driehoeksoppervlakte op (½ × basis × hoogte); CS onder V boven P, PS boven A onder P. Dit is eerder onderwezen in Boek 2 §§2.3.1–2.3.2. Start 11 verkent nieuwe belastingboekhouding: laat leerlingen theorie p. 14–16 lezen, daar O en W aanwijzen en hun twijfel noteren. Verwacht dat onderscheid nog niet zonder steun. Keer vóór het basiswerk terug naar 11 en laat de redenering opnieuw geven. Antwoorden voor feedback na de poging: 10 CS €160, PS €80; geen tijdseenheid gegeven. 11 W €30, O €120 is overdracht. Docentadvies: reserveer voorlopig twee lessen van 55 minuten en extra uitloop, geen gemeten tijdsgarantie. Les 1 uitleg en basis; les 2 afronden, zelfstandig, doel en feedback. Schrap bij tijdgebrek geen onderdelen.</a:t>
            </a:r>
          </a:p>
          <a:p xmlns:a="http://schemas.openxmlformats.org/drawingml/2006/main">
            <a:r>
              <a:rPr sz="1400"/>
              <a:t/>
            </a:r>
          </a:p>
          <a:p xmlns:a="http://schemas.openxmlformats.org/drawingml/2006/main">
            <a:r>
              <a:rPr sz="1400"/>
              <a:t>Misvatting: Gebruik paginanummers van het complete boek; hoofdstukpagina 14 is boekpagina 18.</a:t>
            </a:r>
          </a:p>
          <a:p xmlns:a="http://schemas.openxmlformats.org/drawingml/2006/main">
            <a:r>
              <a:rPr sz="1400"/>
              <a:t/>
            </a:r>
          </a:p>
          <a:p xmlns:a="http://schemas.openxmlformats.org/drawingml/2006/main">
            <a:r>
              <a:rPr sz="1400"/>
              <a:t>Overgang: Ga door met de uitleg; bij zelfstandig werken eerst opgave 11 opnieuw laten beredeneren.</a:t>
            </a:r>
          </a:p>
          <a:p xmlns:a="http://schemas.openxmlformats.org/drawingml/2006/main">
            <a:r>
              <a:rPr sz="1400"/>
              <a:t/>
            </a:r>
          </a:p>
          <a:p xmlns:a="http://schemas.openxmlformats.org/drawingml/2006/main">
            <a:r>
              <a:rPr sz="1400"/>
              <a:t>Bron: Boek 3 v3, actuele editie; gedrukte pagina 14–21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zijn al gegeven?</a:t>
            </a:r>
          </a:p>
          <a:p xmlns:a="http://schemas.openxmlformats.org/drawingml/2006/main">
            <a:r>
              <a:rPr sz="1400"/>
              <a:t/>
            </a:r>
          </a:p>
          <a:p xmlns:a="http://schemas.openxmlformats.org/drawingml/2006/main">
            <a:r>
              <a:rPr sz="1400"/>
              <a:t>Uitleg: Werkelijke context van 16, volledig weergegeven inclusief functies, eenheden en aannamen. Dit is een nieuwe markt: reset de notitieboekjesgegevens. Nog geen oplossingen geven. Alle vragen en de basisgrafiek volgen eerst.</a:t>
            </a:r>
          </a:p>
          <a:p xmlns:a="http://schemas.openxmlformats.org/drawingml/2006/main">
            <a:r>
              <a:rPr sz="1400"/>
              <a:t/>
            </a:r>
          </a:p>
          <a:p xmlns:a="http://schemas.openxmlformats.org/drawingml/2006/main">
            <a:r>
              <a:rPr sz="1400"/>
              <a:t>Misvatting: Meng de wekelijkse notitieboekjesmarkt niet met tassen per dag.</a:t>
            </a:r>
          </a:p>
          <a:p xmlns:a="http://schemas.openxmlformats.org/drawingml/2006/main">
            <a:r>
              <a:rPr sz="1400"/>
              <a:t/>
            </a:r>
          </a:p>
          <a:p xmlns:a="http://schemas.openxmlformats.org/drawingml/2006/main">
            <a:r>
              <a:rPr sz="1400"/>
              <a:t>Overgang: Toon de oorspronkelijke basisgrafiek.</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staan in de basisgrafiek de oorspronkelijke vraag en het aanbod?</a:t>
            </a:r>
          </a:p>
          <a:p xmlns:a="http://schemas.openxmlformats.org/drawingml/2006/main">
            <a:r>
              <a:rPr sz="1400"/>
              <a:t/>
            </a:r>
          </a:p>
          <a:p xmlns:a="http://schemas.openxmlformats.org/drawingml/2006/main">
            <a:r>
              <a:rPr sz="1400"/>
              <a:t>Uitleg: Native XY-reconstructie van figuur 5 met ongewijzigde functies en het oorspronkelijke bereik Q0–100, P0–22. Er staan nog geen antwoordgebieden of nieuwe prijsmarkeringen in. De oorspronkelijke A geeft de werkelijk ontvangen prijs.</a:t>
            </a:r>
          </a:p>
          <a:p xmlns:a="http://schemas.openxmlformats.org/drawingml/2006/main">
            <a:r>
              <a:rPr sz="1400"/>
              <a:t/>
            </a:r>
          </a:p>
          <a:p xmlns:a="http://schemas.openxmlformats.org/drawingml/2006/main">
            <a:r>
              <a:rPr sz="1400"/>
              <a:t>Misvatting: Een middenprijs is niet de prijs van beide marktpartijen na belasting.</a:t>
            </a:r>
          </a:p>
          <a:p xmlns:a="http://schemas.openxmlformats.org/drawingml/2006/main">
            <a:r>
              <a:rPr sz="1400"/>
              <a:t/>
            </a:r>
          </a:p>
          <a:p xmlns:a="http://schemas.openxmlformats.org/drawingml/2006/main">
            <a:r>
              <a:rPr sz="1400"/>
              <a:t>Overgang: Toon deelvragen a tot en met c.</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tussenstappen vraagt c?</a:t>
            </a:r>
          </a:p>
          <a:p xmlns:a="http://schemas.openxmlformats.org/drawingml/2006/main">
            <a:r>
              <a:rPr sz="1400"/>
              <a:t/>
            </a:r>
          </a:p>
          <a:p xmlns:a="http://schemas.openxmlformats.org/drawingml/2006/main">
            <a:r>
              <a:rPr sz="1400"/>
              <a:t>Uitleg: Alle oorspronkelijke deelvragen a–c staan zonder antwoorden op deze dia. Leerlingen houden hun eigen werk erbij. Vraag c bevat oude en nieuwe CS/PS én de welvaartsrekening.</a:t>
            </a:r>
          </a:p>
          <a:p xmlns:a="http://schemas.openxmlformats.org/drawingml/2006/main">
            <a:r>
              <a:rPr sz="1400"/>
              <a:t/>
            </a:r>
          </a:p>
          <a:p xmlns:a="http://schemas.openxmlformats.org/drawingml/2006/main">
            <a:r>
              <a:rPr sz="1400"/>
              <a:t>Misvatting: Alleen een eindgetal W is geen volledige beantwoording.</a:t>
            </a:r>
          </a:p>
          <a:p xmlns:a="http://schemas.openxmlformats.org/drawingml/2006/main">
            <a:r>
              <a:rPr sz="1400"/>
              <a:t/>
            </a:r>
          </a:p>
          <a:p xmlns:a="http://schemas.openxmlformats.org/drawingml/2006/main">
            <a:r>
              <a:rPr sz="1400"/>
              <a:t>Overgang: Toon eerst ook d en e vóór de uitwerking.</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omstandigheden moet je bij e gelijk houden?</a:t>
            </a:r>
          </a:p>
          <a:p xmlns:a="http://schemas.openxmlformats.org/drawingml/2006/main">
            <a:r>
              <a:rPr sz="1400"/>
              <a:t/>
            </a:r>
          </a:p>
          <a:p xmlns:a="http://schemas.openxmlformats.org/drawingml/2006/main">
            <a:r>
              <a:rPr sz="1400"/>
              <a:t>Uitleg: Nu zijn context, alle gegevens, basisgrafiek en alle vijf vragen beschikbaar geweest. Bespreek pas hierna de oplossingen, in de volgorde a–e.</a:t>
            </a:r>
          </a:p>
          <a:p xmlns:a="http://schemas.openxmlformats.org/drawingml/2006/main">
            <a:r>
              <a:rPr sz="1400"/>
              <a:t/>
            </a:r>
          </a:p>
          <a:p xmlns:a="http://schemas.openxmlformats.org/drawingml/2006/main">
            <a:r>
              <a:rPr sz="1400"/>
              <a:t>Misvatting: De uitspraak gaat over de relatieve prijsreactie, niet over de afdrachtregel.</a:t>
            </a:r>
          </a:p>
          <a:p xmlns:a="http://schemas.openxmlformats.org/drawingml/2006/main">
            <a:r>
              <a:rPr sz="1400"/>
              <a:t/>
            </a:r>
          </a:p>
          <a:p xmlns:a="http://schemas.openxmlformats.org/drawingml/2006/main">
            <a:r>
              <a:rPr sz="1400"/>
              <a:t>Overgang: Begin de oplossing met de twee lasten per tas.</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neem je P0 als vergelijkingsprijs?</a:t>
            </a:r>
          </a:p>
          <a:p xmlns:a="http://schemas.openxmlformats.org/drawingml/2006/main">
            <a:r>
              <a:rPr sz="1400"/>
              <a:t/>
            </a:r>
          </a:p>
          <a:p xmlns:a="http://schemas.openxmlformats.org/drawingml/2006/main">
            <a:r>
              <a:rPr sz="1400"/>
              <a:t>Uitleg: Exact aandeel is 2/3; afronden aan het einde geeft66,67%. Last verkopers is1/3 of33,33%. De som is de belasting per tas.</a:t>
            </a:r>
          </a:p>
          <a:p xmlns:a="http://schemas.openxmlformats.org/drawingml/2006/main">
            <a:r>
              <a:rPr sz="1400"/>
              <a:t/>
            </a:r>
          </a:p>
          <a:p xmlns:a="http://schemas.openxmlformats.org/drawingml/2006/main">
            <a:r>
              <a:rPr sz="1400"/>
              <a:t>Misvatting: 66,67 is een percentage, geen bedrag per tas.</a:t>
            </a:r>
          </a:p>
          <a:p xmlns:a="http://schemas.openxmlformats.org/drawingml/2006/main">
            <a:r>
              <a:rPr sz="1400"/>
              <a:t/>
            </a:r>
          </a:p>
          <a:p xmlns:a="http://schemas.openxmlformats.org/drawingml/2006/main">
            <a:r>
              <a:rPr sz="1400"/>
              <a:t>Overgang: Bereken de totale belastingopbrengst.</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wordt belast?</a:t>
            </a:r>
          </a:p>
          <a:p xmlns:a="http://schemas.openxmlformats.org/drawingml/2006/main">
            <a:r>
              <a:rPr sz="1400"/>
              <a:t/>
            </a:r>
          </a:p>
          <a:p xmlns:a="http://schemas.openxmlformats.org/drawingml/2006/main">
            <a:r>
              <a:rPr sz="1400"/>
              <a:t>Uitleg: Gegeven t3 euro per tas en Qt50 tassen per dag. Vermenigvuldigen levert150 euro per dag. De 10 gemiste verkopen betalen geen belasting.</a:t>
            </a:r>
          </a:p>
          <a:p xmlns:a="http://schemas.openxmlformats.org/drawingml/2006/main">
            <a:r>
              <a:rPr sz="1400"/>
              <a:t/>
            </a:r>
          </a:p>
          <a:p xmlns:a="http://schemas.openxmlformats.org/drawingml/2006/main">
            <a:r>
              <a:rPr sz="1400"/>
              <a:t>Misvatting: Vermenigvuldig niet met Q060 of alleen met de koperslast2.</a:t>
            </a:r>
          </a:p>
          <a:p xmlns:a="http://schemas.openxmlformats.org/drawingml/2006/main">
            <a:r>
              <a:rPr sz="1400"/>
              <a:t/>
            </a:r>
          </a:p>
          <a:p xmlns:a="http://schemas.openxmlformats.org/drawingml/2006/main">
            <a:r>
              <a:rPr sz="1400"/>
              <a:t>Overgang: Bereken eerst de oude surplusgebieden.</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prijsverschillen zijn de hoogten?</a:t>
            </a:r>
          </a:p>
          <a:p xmlns:a="http://schemas.openxmlformats.org/drawingml/2006/main">
            <a:r>
              <a:rPr sz="1400"/>
              <a:t/>
            </a:r>
          </a:p>
          <a:p xmlns:a="http://schemas.openxmlformats.org/drawingml/2006/main">
            <a:r>
              <a:rPr sz="1400"/>
              <a:t>Uitleg: Lees20 en2 als de prijsasintercepten van V en A. Basis60 tassen per dag, hoogten12 en6 euro per tas. Samen540.</a:t>
            </a:r>
          </a:p>
          <a:p xmlns:a="http://schemas.openxmlformats.org/drawingml/2006/main">
            <a:r>
              <a:rPr sz="1400"/>
              <a:t/>
            </a:r>
          </a:p>
          <a:p xmlns:a="http://schemas.openxmlformats.org/drawingml/2006/main">
            <a:r>
              <a:rPr sz="1400"/>
              <a:t>Misvatting: De hoogte van PS is6, niet8.</a:t>
            </a:r>
          </a:p>
          <a:p xmlns:a="http://schemas.openxmlformats.org/drawingml/2006/main">
            <a:r>
              <a:rPr sz="1400"/>
              <a:t/>
            </a:r>
          </a:p>
          <a:p xmlns:a="http://schemas.openxmlformats.org/drawingml/2006/main">
            <a:r>
              <a:rPr sz="1400"/>
              <a:t>Overgang: Gebruik daarna Qt en de twee nieuwe prijzen.</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ligt PS onder7 en niet onder10?</a:t>
            </a:r>
          </a:p>
          <a:p xmlns:a="http://schemas.openxmlformats.org/drawingml/2006/main">
            <a:r>
              <a:rPr sz="1400"/>
              <a:t/>
            </a:r>
          </a:p>
          <a:p xmlns:a="http://schemas.openxmlformats.org/drawingml/2006/main">
            <a:r>
              <a:rPr sz="1400"/>
              <a:t>Uitleg: Beide bases50. Hoogte CS10 euro per tas; PS5 euro per tas. CS250 enPS125 per dag. Oorspronkelijke A blijft MK.</a:t>
            </a:r>
          </a:p>
          <a:p xmlns:a="http://schemas.openxmlformats.org/drawingml/2006/main">
            <a:r>
              <a:rPr sz="1400"/>
              <a:t/>
            </a:r>
          </a:p>
          <a:p xmlns:a="http://schemas.openxmlformats.org/drawingml/2006/main">
            <a:r>
              <a:rPr sz="1400"/>
              <a:t>Misvatting: De belastingontvangst is niet onderdeel van het producentensurplus.</a:t>
            </a:r>
          </a:p>
          <a:p xmlns:a="http://schemas.openxmlformats.org/drawingml/2006/main">
            <a:r>
              <a:rPr sz="1400"/>
              <a:t/>
            </a:r>
          </a:p>
          <a:p xmlns:a="http://schemas.openxmlformats.org/drawingml/2006/main">
            <a:r>
              <a:rPr sz="1400"/>
              <a:t>Overgang: Tel de overheid erbij voor de nieuwe maat.</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W niet165?</a:t>
            </a:r>
          </a:p>
          <a:p xmlns:a="http://schemas.openxmlformats.org/drawingml/2006/main">
            <a:r>
              <a:rPr sz="1400"/>
              <a:t/>
            </a:r>
          </a:p>
          <a:p xmlns:a="http://schemas.openxmlformats.org/drawingml/2006/main">
            <a:r>
              <a:rPr sz="1400"/>
              <a:t>Uitleg: Daling CS+PS=110+55=165 euro per dag. O150 gaat naar overheid; restant15 is W. Controleer optelling en eenheid. De opgegeven afwezigheid van externe effecten en uitvoeringskosten maakt deze vergelijking passend.</a:t>
            </a:r>
          </a:p>
          <a:p xmlns:a="http://schemas.openxmlformats.org/drawingml/2006/main">
            <a:r>
              <a:rPr sz="1400"/>
              <a:t/>
            </a:r>
          </a:p>
          <a:p xmlns:a="http://schemas.openxmlformats.org/drawingml/2006/main">
            <a:r>
              <a:rPr sz="1400"/>
              <a:t>Misvatting: Verlies van privaat surplus is deels overdracht.</a:t>
            </a:r>
          </a:p>
          <a:p xmlns:a="http://schemas.openxmlformats.org/drawingml/2006/main">
            <a:r>
              <a:rPr sz="1400"/>
              <a:t/>
            </a:r>
          </a:p>
          <a:p xmlns:a="http://schemas.openxmlformats.org/drawingml/2006/main">
            <a:r>
              <a:rPr sz="1400"/>
              <a:t>Overgang: Markeer de prijzen en arceer O.</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rechthoek hoort bij daadwerkelijk verkochte tassen?</a:t>
            </a:r>
          </a:p>
          <a:p xmlns:a="http://schemas.openxmlformats.org/drawingml/2006/main">
            <a:r>
              <a:rPr sz="1400"/>
              <a:t/>
            </a:r>
          </a:p>
          <a:p xmlns:a="http://schemas.openxmlformats.org/drawingml/2006/main">
            <a:r>
              <a:rPr sz="1400"/>
              <a:t>Uitleg: De verticale gids ligt exact bijQ50. Horizontale grenzen7 en10. O loopt van0 tot50 tussen die prijzen. A+t: Pc5+0,10Q helpt het nieuwe evenwicht terugvinden. Op de volgende dia komt W erbij op dezelfde schaal.</a:t>
            </a:r>
          </a:p>
          <a:p xmlns:a="http://schemas.openxmlformats.org/drawingml/2006/main">
            <a:r>
              <a:rPr sz="1400"/>
              <a:t/>
            </a:r>
          </a:p>
          <a:p xmlns:a="http://schemas.openxmlformats.org/drawingml/2006/main">
            <a:r>
              <a:rPr sz="1400"/>
              <a:t>Misvatting: De hele daling van CS/PS is niet de belastingrechthoek.</a:t>
            </a:r>
          </a:p>
          <a:p xmlns:a="http://schemas.openxmlformats.org/drawingml/2006/main">
            <a:r>
              <a:rPr sz="1400"/>
              <a:t/>
            </a:r>
          </a:p>
          <a:p xmlns:a="http://schemas.openxmlformats.org/drawingml/2006/main">
            <a:r>
              <a:rPr sz="1400"/>
              <a:t>Overgang: Voeg de verliesdriehoek tussen50 en60 toe.</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controleert dit de welvaartsrekening?</a:t>
            </a:r>
          </a:p>
          <a:p xmlns:a="http://schemas.openxmlformats.org/drawingml/2006/main">
            <a:r>
              <a:rPr sz="1400"/>
              <a:t/>
            </a:r>
          </a:p>
          <a:p xmlns:a="http://schemas.openxmlformats.org/drawingml/2006/main">
            <a:r>
              <a:rPr sz="1400"/>
              <a:t>Uitleg: W heeft hoekpunten(50,7),(60,8),(50,10). Dit is het gemiste voordeel tussen V en de oorspronkelijke A. Basis10 tassen per dag en hoogte3 euro per tas; oppervlakte15 euro per dag. O en W verschillen zowel in ligging als arceerrichting.</a:t>
            </a:r>
          </a:p>
          <a:p xmlns:a="http://schemas.openxmlformats.org/drawingml/2006/main">
            <a:r>
              <a:rPr sz="1400"/>
              <a:t/>
            </a:r>
          </a:p>
          <a:p xmlns:a="http://schemas.openxmlformats.org/drawingml/2006/main">
            <a:r>
              <a:rPr sz="1400"/>
              <a:t>Misvatting: Q50 is niet de basis van W. De hele belastingband is niet verloren welvaart.</a:t>
            </a:r>
          </a:p>
          <a:p xmlns:a="http://schemas.openxmlformats.org/drawingml/2006/main">
            <a:r>
              <a:rPr sz="1400"/>
              <a:t/>
            </a:r>
          </a:p>
          <a:p xmlns:a="http://schemas.openxmlformats.org/drawingml/2006/main">
            <a:r>
              <a:rPr sz="1400"/>
              <a:t>Overgang: Beoordeel ten slotte de uitspraak over prijsgevoeligheid.</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schakel verklaart het grotere kopersaandeel?</a:t>
            </a:r>
          </a:p>
          <a:p xmlns:a="http://schemas.openxmlformats.org/drawingml/2006/main">
            <a:r>
              <a:rPr sz="1400"/>
              <a:t/>
            </a:r>
          </a:p>
          <a:p xmlns:a="http://schemas.openxmlformats.org/drawingml/2006/main">
            <a:r>
              <a:rPr sz="1400"/>
              <a:t>Uitleg: Verbind de conclusie aan de gecontroleerde vergelijking vóór het zelfstandig werk. Houd hetzelfde uitgangspunt, aanbod en belasting vast; minder vraagreactie betekent relatief meer last bij kopers. Andersom kunnen relatief weinig reagerende verkopers meer dragen. Laat leerlingen één ontbrekende berekening, eenheid of verklaring in16a–e herstellen.</a:t>
            </a:r>
          </a:p>
          <a:p xmlns:a="http://schemas.openxmlformats.org/drawingml/2006/main">
            <a:r>
              <a:rPr sz="1400"/>
              <a:t/>
            </a:r>
          </a:p>
          <a:p xmlns:a="http://schemas.openxmlformats.org/drawingml/2006/main">
            <a:r>
              <a:rPr sz="1400"/>
              <a:t>Misvatting: Wie afdraagt is geen verklaring van economische belastingdruk.</a:t>
            </a:r>
          </a:p>
          <a:p xmlns:a="http://schemas.openxmlformats.org/drawingml/2006/main">
            <a:r>
              <a:rPr sz="1400"/>
              <a:t/>
            </a:r>
          </a:p>
          <a:p xmlns:a="http://schemas.openxmlformats.org/drawingml/2006/main">
            <a:r>
              <a:rPr sz="1400"/>
              <a:t>Overgang: Keer terug naar hetzelfde overzicht en laat huiswerk noteren.</a:t>
            </a:r>
          </a:p>
          <a:p xmlns:a="http://schemas.openxmlformats.org/drawingml/2006/main">
            <a:r>
              <a:rPr sz="1400"/>
              <a:t/>
            </a:r>
          </a:p>
          <a:p xmlns:a="http://schemas.openxmlformats.org/drawingml/2006/main">
            <a:r>
              <a:rPr sz="1400"/>
              <a:t>Bron: Boek 3 v3, actuele editie; gedrukte pagina 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oppervlakte of geldstroom bedoel je?</a:t>
            </a:r>
          </a:p>
          <a:p xmlns:a="http://schemas.openxmlformats.org/drawingml/2006/main">
            <a:r>
              <a:rPr sz="1400"/>
              <a:t/>
            </a:r>
          </a:p>
          <a:p xmlns:a="http://schemas.openxmlformats.org/drawingml/2006/main">
            <a:r>
              <a:rPr sz="1400"/>
              <a:t>Uitleg: Laat deze dia staan tijdens afsluiting / huiswerk. Start 10–11: p. 18; basis 12–13: p. 19; zelfstandig 14–15: p. 20; doel 16: p. 21. Huiswerk 12, 13, 14, 15 en 16 maken en nakijken. Bonus 17 en herhaling 18 zijn extra. Voor start 10: haal de driehoeksoppervlakte op (½ × basis × hoogte); CS onder V boven P, PS boven A onder P. Dit is eerder onderwezen in Boek 2 §§2.3.1–2.3.2. Start 11 verkent nieuwe belastingboekhouding: laat leerlingen theorie p. 14–16 lezen, daar O en W aanwijzen en hun twijfel noteren. Verwacht dat onderscheid nog niet zonder steun. Keer vóór het basiswerk terug naar 11 en laat de redenering opnieuw geven. Antwoorden voor feedback na de poging: 10 CS €160, PS €80; geen tijdseenheid gegeven. 11 W €30, O €120 is overdracht. Docentadvies: reserveer voorlopig twee lessen van 55 minuten en extra uitloop, geen gemeten tijdsgarantie. Les 1 uitleg en basis; les 2 afronden, zelfstandig, doel en feedback. Schrap bij tijdgebrek geen onderdelen.</a:t>
            </a:r>
          </a:p>
          <a:p xmlns:a="http://schemas.openxmlformats.org/drawingml/2006/main">
            <a:r>
              <a:rPr sz="1400"/>
              <a:t/>
            </a:r>
          </a:p>
          <a:p xmlns:a="http://schemas.openxmlformats.org/drawingml/2006/main">
            <a:r>
              <a:rPr sz="1400"/>
              <a:t>Misvatting: Gebruik paginanummers van het complete boek; hoofdstukpagina 14 is boekpagina 18.</a:t>
            </a:r>
          </a:p>
          <a:p xmlns:a="http://schemas.openxmlformats.org/drawingml/2006/main">
            <a:r>
              <a:rPr sz="1400"/>
              <a:t/>
            </a:r>
          </a:p>
          <a:p xmlns:a="http://schemas.openxmlformats.org/drawingml/2006/main">
            <a:r>
              <a:rPr sz="1400"/>
              <a:t>Overgang: Laat huiswerk noteren en eventuele resterende oefening plannen.</a:t>
            </a:r>
          </a:p>
          <a:p xmlns:a="http://schemas.openxmlformats.org/drawingml/2006/main">
            <a:r>
              <a:rPr sz="1400"/>
              <a:t/>
            </a:r>
          </a:p>
          <a:p xmlns:a="http://schemas.openxmlformats.org/drawingml/2006/main">
            <a:r>
              <a:rPr sz="1400"/>
              <a:t>Bron: Boek 3 v3, actuele editie; gedrukte pagina 14–21 van het complete leerlingenboek.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ba352022414b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fe7168df51401d" /><Relationship Type="http://schemas.openxmlformats.org/officeDocument/2006/relationships/slideLayout" Target="/ppt/slideLayouts/slideLayout1.xml" Id="R9244d596d7f045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44d596d7f045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6a6a1371b749a9" /><Relationship Type="http://schemas.openxmlformats.org/officeDocument/2006/relationships/notesSlide" Target="/ppt/notesSlides/notesSlide1.xml" Id="R3d91f6b392564e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c253b7eed94b3a" /><Relationship Type="http://schemas.openxmlformats.org/officeDocument/2006/relationships/notesSlide" Target="/ppt/notesSlides/notesSlide2.xml" Id="Ra3fd0ccc9add45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d93bf2236e4d3b" /><Relationship Type="http://schemas.openxmlformats.org/officeDocument/2006/relationships/notesSlide" Target="/ppt/notesSlides/notesSlide3.xml" Id="R83f092553bd247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deab70ab2d4a6e" /><Relationship Type="http://schemas.openxmlformats.org/officeDocument/2006/relationships/chart" Target="/ppt/slides/charts/chart1.xml" Id="R96f115d1d4c24381" /><Relationship Type="http://schemas.openxmlformats.org/officeDocument/2006/relationships/notesSlide" Target="/ppt/notesSlides/notesSlide4.xml" Id="Rde0cbf17524640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b03672f7fc4e00" /><Relationship Type="http://schemas.openxmlformats.org/officeDocument/2006/relationships/chart" Target="/ppt/slides/charts/chart2.xml" Id="Raa3f0793763344f3" /><Relationship Type="http://schemas.openxmlformats.org/officeDocument/2006/relationships/notesSlide" Target="/ppt/notesSlides/notesSlide5.xml" Id="R59303a4db5614d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728f7477e44131" /><Relationship Type="http://schemas.openxmlformats.org/officeDocument/2006/relationships/notesSlide" Target="/ppt/notesSlides/notesSlide6.xml" Id="R4cf146e1f4a54f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a56287506d43c5" /><Relationship Type="http://schemas.openxmlformats.org/officeDocument/2006/relationships/chart" Target="/ppt/slides/charts/chart3.xml" Id="R677d9b7211a34fc7" /><Relationship Type="http://schemas.openxmlformats.org/officeDocument/2006/relationships/notesSlide" Target="/ppt/notesSlides/notesSlide7.xml" Id="R9f6f2b92cc8142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5fff7af0234de0" /><Relationship Type="http://schemas.openxmlformats.org/officeDocument/2006/relationships/chart" Target="/ppt/slides/charts/chart4.xml" Id="Rf0f50520d6534c4c" /><Relationship Type="http://schemas.openxmlformats.org/officeDocument/2006/relationships/notesSlide" Target="/ppt/notesSlides/notesSlide8.xml" Id="R575590dfee3144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bf5e72746a4c3f" /><Relationship Type="http://schemas.openxmlformats.org/officeDocument/2006/relationships/chart" Target="/ppt/slides/charts/chart5.xml" Id="R8ba7fd064404473c" /><Relationship Type="http://schemas.openxmlformats.org/officeDocument/2006/relationships/notesSlide" Target="/ppt/notesSlides/notesSlide9.xml" Id="Re71758ca5f3249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0e9b3e41ff4476" /><Relationship Type="http://schemas.openxmlformats.org/officeDocument/2006/relationships/notesSlide" Target="/ppt/notesSlides/notesSlide10.xml" Id="R5652b6219d1748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bba29f1326f4af8" /><Relationship Type="http://schemas.openxmlformats.org/officeDocument/2006/relationships/notesSlide" Target="/ppt/notesSlides/notesSlide11.xml" Id="R7ee3b9c4fa5445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50a7dededc4760" /><Relationship Type="http://schemas.openxmlformats.org/officeDocument/2006/relationships/notesSlide" Target="/ppt/notesSlides/notesSlide12.xml" Id="R1cfae226e5124c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f3277395294507" /><Relationship Type="http://schemas.openxmlformats.org/officeDocument/2006/relationships/notesSlide" Target="/ppt/notesSlides/notesSlide13.xml" Id="Ree20b94df46a41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f9115a274b94559" /><Relationship Type="http://schemas.openxmlformats.org/officeDocument/2006/relationships/notesSlide" Target="/ppt/notesSlides/notesSlide14.xml" Id="Rdf400e97154348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65f80df17a45c1" /><Relationship Type="http://schemas.openxmlformats.org/officeDocument/2006/relationships/notesSlide" Target="/ppt/notesSlides/notesSlide15.xml" Id="R943da7de66e748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3640c4ce23e40d3" /><Relationship Type="http://schemas.openxmlformats.org/officeDocument/2006/relationships/notesSlide" Target="/ppt/notesSlides/notesSlide16.xml" Id="R332ae1e8218147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b0a918e3ada4440" /><Relationship Type="http://schemas.openxmlformats.org/officeDocument/2006/relationships/notesSlide" Target="/ppt/notesSlides/notesSlide17.xml" Id="R17a18c8f466f46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16535bfdd2a4ebf" /><Relationship Type="http://schemas.openxmlformats.org/officeDocument/2006/relationships/chart" Target="/ppt/slides/charts/chart6.xml" Id="Rc17950b168764104" /><Relationship Type="http://schemas.openxmlformats.org/officeDocument/2006/relationships/notesSlide" Target="/ppt/notesSlides/notesSlide18.xml" Id="R2197639007ef48c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f7c06e3591b4a9b" /><Relationship Type="http://schemas.openxmlformats.org/officeDocument/2006/relationships/notesSlide" Target="/ppt/notesSlides/notesSlide19.xml" Id="R6c7cb58fad2940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476ac5f79d44aef" /><Relationship Type="http://schemas.openxmlformats.org/officeDocument/2006/relationships/notesSlide" Target="/ppt/notesSlides/notesSlide20.xml" Id="R940fea0dc795493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10e004313864103" /><Relationship Type="http://schemas.openxmlformats.org/officeDocument/2006/relationships/notesSlide" Target="/ppt/notesSlides/notesSlide21.xml" Id="R315e6679ea97430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28c935008014426" /><Relationship Type="http://schemas.openxmlformats.org/officeDocument/2006/relationships/notesSlide" Target="/ppt/notesSlides/notesSlide22.xml" Id="R90b0b77bcb79444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0bbe5a0d6ed42fe" /><Relationship Type="http://schemas.openxmlformats.org/officeDocument/2006/relationships/chart" Target="/ppt/slides/charts/chart7.xml" Id="R497886ebf1674922" /><Relationship Type="http://schemas.openxmlformats.org/officeDocument/2006/relationships/notesSlide" Target="/ppt/notesSlides/notesSlide23.xml" Id="R7e94d1f0d46e406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84a542110e94c6c" /><Relationship Type="http://schemas.openxmlformats.org/officeDocument/2006/relationships/chart" Target="/ppt/slides/charts/chart8.xml" Id="Rae72f3a0a9684968" /><Relationship Type="http://schemas.openxmlformats.org/officeDocument/2006/relationships/notesSlide" Target="/ppt/notesSlides/notesSlide24.xml" Id="R27573691e7a54e8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6725944d5cd407a" /><Relationship Type="http://schemas.openxmlformats.org/officeDocument/2006/relationships/notesSlide" Target="/ppt/notesSlides/notesSlide25.xml" Id="R77feecfc9cd2442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ced07b5b1cf4520" /><Relationship Type="http://schemas.openxmlformats.org/officeDocument/2006/relationships/chart" Target="/ppt/slides/charts/chart9.xml" Id="R4dd0f2b2edf94991" /><Relationship Type="http://schemas.openxmlformats.org/officeDocument/2006/relationships/notesSlide" Target="/ppt/notesSlides/notesSlide26.xml" Id="Rfbe14279041d4db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8a33f9fd9194c70" /><Relationship Type="http://schemas.openxmlformats.org/officeDocument/2006/relationships/chart" Target="/ppt/slides/charts/chart10.xml" Id="R880bc623390f47ef" /><Relationship Type="http://schemas.openxmlformats.org/officeDocument/2006/relationships/notesSlide" Target="/ppt/notesSlides/notesSlide27.xml" Id="R42e73c97240e42b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065b9bb79024c3c" /><Relationship Type="http://schemas.openxmlformats.org/officeDocument/2006/relationships/notesSlide" Target="/ppt/notesSlides/notesSlide28.xml" Id="R809eaf8ad9bf4c7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ab2ff1a286f4557" /><Relationship Type="http://schemas.openxmlformats.org/officeDocument/2006/relationships/notesSlide" Target="/ppt/notesSlides/notesSlide29.xml" Id="R76a158da8e424c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CS boundary</c:v>
          </c:tx>
          <c:spPr>
            <a:ln xmlns:a="http://schemas.openxmlformats.org/drawingml/2006/main" w="23813">
              <a:solidFill>
                <a:srgbClr val="85B8D6"/>
              </a:solidFill>
            </a:ln>
          </c:spPr>
          <c:marker>
            <c:symbol val="none"/>
          </c:marker>
          <c:xVal>
            <c:numRef>
              <c:f>'Chart Data'!$A$2:$A$5</c:f>
              <c:numCache>
                <c:formatCode>General</c:formatCode>
                <c:ptCount val="4"/>
                <c:pt idx="0">
                  <c:v>0</c:v>
                </c:pt>
                <c:pt idx="1">
                  <c:v>40</c:v>
                </c:pt>
                <c:pt idx="2">
                  <c:v>0</c:v>
                </c:pt>
                <c:pt idx="3">
                  <c:v>0</c:v>
                </c:pt>
              </c:numCache>
            </c:numRef>
          </c:xVal>
          <c:yVal>
            <c:numRef>
              <c:f>'Chart Data'!$B$2:$B$5</c:f>
              <c:numCache>
                <c:formatCode>0</c:formatCode>
                <c:ptCount val="4"/>
                <c:pt idx="0">
                  <c:v>8</c:v>
                </c:pt>
                <c:pt idx="1">
                  <c:v>8</c:v>
                </c:pt>
                <c:pt idx="2">
                  <c:v>20</c:v>
                </c:pt>
                <c:pt idx="3">
                  <c:v>8</c:v>
                </c:pt>
              </c:numCache>
            </c:numRef>
          </c:yVal>
          <c:smooth val="0"/>
        </c:ser>
        <c:ser>
          <c:idx val="1"/>
          <c:order val="1"/>
          <c:tx>
            <c:v>CS hatch</c:v>
          </c:tx>
          <c:spPr>
            <a:ln xmlns:a="http://schemas.openxmlformats.org/drawingml/2006/main" w="12383">
              <a:solidFill>
                <a:srgbClr val="85B8D6"/>
              </a:solidFill>
            </a:ln>
          </c:spPr>
          <c:marker>
            <c:symbol val="none"/>
          </c:marker>
          <c:xVal>
            <c:numRef>
              <c:f>'Chart Data'!$C$2:$C$3</c:f>
              <c:numCache>
                <c:formatCode>General</c:formatCode>
                <c:ptCount val="2"/>
                <c:pt idx="0">
                  <c:v>1.33333333</c:v>
                </c:pt>
                <c:pt idx="1">
                  <c:v>1.33333333</c:v>
                </c:pt>
              </c:numCache>
            </c:numRef>
          </c:xVal>
          <c:yVal>
            <c:numRef>
              <c:f>'Chart Data'!$D$2:$D$3</c:f>
              <c:numCache>
                <c:formatCode>0</c:formatCode>
                <c:ptCount val="2"/>
                <c:pt idx="0">
                  <c:v>8</c:v>
                </c:pt>
                <c:pt idx="1">
                  <c:v>19.6</c:v>
                </c:pt>
              </c:numCache>
            </c:numRef>
          </c:yVal>
          <c:smooth val="0"/>
        </c:ser>
        <c:ser>
          <c:idx val="2"/>
          <c:order val="2"/>
          <c:tx>
            <c:v>CS hatch</c:v>
          </c:tx>
          <c:spPr>
            <a:ln xmlns:a="http://schemas.openxmlformats.org/drawingml/2006/main" w="12383">
              <a:solidFill>
                <a:srgbClr val="85B8D6"/>
              </a:solidFill>
            </a:ln>
          </c:spPr>
          <c:marker>
            <c:symbol val="none"/>
          </c:marker>
          <c:xVal>
            <c:numRef>
              <c:f>'Chart Data'!$E$2:$E$3</c:f>
              <c:numCache>
                <c:formatCode>General</c:formatCode>
                <c:ptCount val="2"/>
                <c:pt idx="0">
                  <c:v>2.66666667</c:v>
                </c:pt>
                <c:pt idx="1">
                  <c:v>2.66666667</c:v>
                </c:pt>
              </c:numCache>
            </c:numRef>
          </c:xVal>
          <c:yVal>
            <c:numRef>
              <c:f>'Chart Data'!$F$2:$F$3</c:f>
              <c:numCache>
                <c:formatCode>0</c:formatCode>
                <c:ptCount val="2"/>
                <c:pt idx="0">
                  <c:v>8</c:v>
                </c:pt>
                <c:pt idx="1">
                  <c:v>19.2</c:v>
                </c:pt>
              </c:numCache>
            </c:numRef>
          </c:yVal>
          <c:smooth val="0"/>
        </c:ser>
        <c:ser>
          <c:idx val="3"/>
          <c:order val="3"/>
          <c:tx>
            <c:v>CS hatch</c:v>
          </c:tx>
          <c:spPr>
            <a:ln xmlns:a="http://schemas.openxmlformats.org/drawingml/2006/main" w="12383">
              <a:solidFill>
                <a:srgbClr val="85B8D6"/>
              </a:solidFill>
            </a:ln>
          </c:spPr>
          <c:marker>
            <c:symbol val="none"/>
          </c:marker>
          <c:xVal>
            <c:numRef>
              <c:f>'Chart Data'!$G$2:$G$3</c:f>
              <c:numCache>
                <c:formatCode>General</c:formatCode>
                <c:ptCount val="2"/>
                <c:pt idx="0">
                  <c:v>4</c:v>
                </c:pt>
                <c:pt idx="1">
                  <c:v>4</c:v>
                </c:pt>
              </c:numCache>
            </c:numRef>
          </c:xVal>
          <c:yVal>
            <c:numRef>
              <c:f>'Chart Data'!$H$2:$H$3</c:f>
              <c:numCache>
                <c:formatCode>0</c:formatCode>
                <c:ptCount val="2"/>
                <c:pt idx="0">
                  <c:v>8</c:v>
                </c:pt>
                <c:pt idx="1">
                  <c:v>18.8</c:v>
                </c:pt>
              </c:numCache>
            </c:numRef>
          </c:yVal>
          <c:smooth val="0"/>
        </c:ser>
        <c:ser>
          <c:idx val="4"/>
          <c:order val="4"/>
          <c:tx>
            <c:v>CS hatch</c:v>
          </c:tx>
          <c:spPr>
            <a:ln xmlns:a="http://schemas.openxmlformats.org/drawingml/2006/main" w="12383">
              <a:solidFill>
                <a:srgbClr val="85B8D6"/>
              </a:solidFill>
            </a:ln>
          </c:spPr>
          <c:marker>
            <c:symbol val="none"/>
          </c:marker>
          <c:xVal>
            <c:numRef>
              <c:f>'Chart Data'!$I$2:$I$3</c:f>
              <c:numCache>
                <c:formatCode>General</c:formatCode>
                <c:ptCount val="2"/>
                <c:pt idx="0">
                  <c:v>5.33333333</c:v>
                </c:pt>
                <c:pt idx="1">
                  <c:v>5.33333333</c:v>
                </c:pt>
              </c:numCache>
            </c:numRef>
          </c:xVal>
          <c:yVal>
            <c:numRef>
              <c:f>'Chart Data'!$J$2:$J$3</c:f>
              <c:numCache>
                <c:formatCode>0</c:formatCode>
                <c:ptCount val="2"/>
                <c:pt idx="0">
                  <c:v>8</c:v>
                </c:pt>
                <c:pt idx="1">
                  <c:v>18.4</c:v>
                </c:pt>
              </c:numCache>
            </c:numRef>
          </c:yVal>
          <c:smooth val="0"/>
        </c:ser>
        <c:ser>
          <c:idx val="5"/>
          <c:order val="5"/>
          <c:tx>
            <c:v>CS hatch</c:v>
          </c:tx>
          <c:spPr>
            <a:ln xmlns:a="http://schemas.openxmlformats.org/drawingml/2006/main" w="12383">
              <a:solidFill>
                <a:srgbClr val="85B8D6"/>
              </a:solidFill>
            </a:ln>
          </c:spPr>
          <c:marker>
            <c:symbol val="none"/>
          </c:marker>
          <c:xVal>
            <c:numRef>
              <c:f>'Chart Data'!$K$2:$K$3</c:f>
              <c:numCache>
                <c:formatCode>General</c:formatCode>
                <c:ptCount val="2"/>
                <c:pt idx="0">
                  <c:v>6.66666667</c:v>
                </c:pt>
                <c:pt idx="1">
                  <c:v>6.66666667</c:v>
                </c:pt>
              </c:numCache>
            </c:numRef>
          </c:xVal>
          <c:yVal>
            <c:numRef>
              <c:f>'Chart Data'!$L$2:$L$3</c:f>
              <c:numCache>
                <c:formatCode>0</c:formatCode>
                <c:ptCount val="2"/>
                <c:pt idx="0">
                  <c:v>8</c:v>
                </c:pt>
                <c:pt idx="1">
                  <c:v>18</c:v>
                </c:pt>
              </c:numCache>
            </c:numRef>
          </c:yVal>
          <c:smooth val="0"/>
        </c:ser>
        <c:ser>
          <c:idx val="6"/>
          <c:order val="6"/>
          <c:tx>
            <c:v>CS hatch</c:v>
          </c:tx>
          <c:spPr>
            <a:ln xmlns:a="http://schemas.openxmlformats.org/drawingml/2006/main" w="12383">
              <a:solidFill>
                <a:srgbClr val="85B8D6"/>
              </a:solidFill>
            </a:ln>
          </c:spPr>
          <c:marker>
            <c:symbol val="none"/>
          </c:marker>
          <c:xVal>
            <c:numRef>
              <c:f>'Chart Data'!$M$2:$M$3</c:f>
              <c:numCache>
                <c:formatCode>General</c:formatCode>
                <c:ptCount val="2"/>
                <c:pt idx="0">
                  <c:v>8</c:v>
                </c:pt>
                <c:pt idx="1">
                  <c:v>8</c:v>
                </c:pt>
              </c:numCache>
            </c:numRef>
          </c:xVal>
          <c:yVal>
            <c:numRef>
              <c:f>'Chart Data'!$N$2:$N$3</c:f>
              <c:numCache>
                <c:formatCode>0</c:formatCode>
                <c:ptCount val="2"/>
                <c:pt idx="0">
                  <c:v>8</c:v>
                </c:pt>
                <c:pt idx="1">
                  <c:v>17.6</c:v>
                </c:pt>
              </c:numCache>
            </c:numRef>
          </c:yVal>
          <c:smooth val="0"/>
        </c:ser>
        <c:ser>
          <c:idx val="7"/>
          <c:order val="7"/>
          <c:tx>
            <c:v>CS hatch</c:v>
          </c:tx>
          <c:spPr>
            <a:ln xmlns:a="http://schemas.openxmlformats.org/drawingml/2006/main" w="12383">
              <a:solidFill>
                <a:srgbClr val="85B8D6"/>
              </a:solidFill>
            </a:ln>
          </c:spPr>
          <c:marker>
            <c:symbol val="none"/>
          </c:marker>
          <c:xVal>
            <c:numRef>
              <c:f>'Chart Data'!$O$2:$O$3</c:f>
              <c:numCache>
                <c:formatCode>General</c:formatCode>
                <c:ptCount val="2"/>
                <c:pt idx="0">
                  <c:v>9.33333333</c:v>
                </c:pt>
                <c:pt idx="1">
                  <c:v>9.33333333</c:v>
                </c:pt>
              </c:numCache>
            </c:numRef>
          </c:xVal>
          <c:yVal>
            <c:numRef>
              <c:f>'Chart Data'!$P$2:$P$3</c:f>
              <c:numCache>
                <c:formatCode>0</c:formatCode>
                <c:ptCount val="2"/>
                <c:pt idx="0">
                  <c:v>8</c:v>
                </c:pt>
                <c:pt idx="1">
                  <c:v>17.2</c:v>
                </c:pt>
              </c:numCache>
            </c:numRef>
          </c:yVal>
          <c:smooth val="0"/>
        </c:ser>
        <c:ser>
          <c:idx val="8"/>
          <c:order val="8"/>
          <c:tx>
            <c:v>CS hatch</c:v>
          </c:tx>
          <c:spPr>
            <a:ln xmlns:a="http://schemas.openxmlformats.org/drawingml/2006/main" w="12383">
              <a:solidFill>
                <a:srgbClr val="85B8D6"/>
              </a:solidFill>
            </a:ln>
          </c:spPr>
          <c:marker>
            <c:symbol val="none"/>
          </c:marker>
          <c:xVal>
            <c:numRef>
              <c:f>'Chart Data'!$Q$2:$Q$3</c:f>
              <c:numCache>
                <c:formatCode>General</c:formatCode>
                <c:ptCount val="2"/>
                <c:pt idx="0">
                  <c:v>10.66666667</c:v>
                </c:pt>
                <c:pt idx="1">
                  <c:v>10.66666667</c:v>
                </c:pt>
              </c:numCache>
            </c:numRef>
          </c:xVal>
          <c:yVal>
            <c:numRef>
              <c:f>'Chart Data'!$R$2:$R$3</c:f>
              <c:numCache>
                <c:formatCode>0</c:formatCode>
                <c:ptCount val="2"/>
                <c:pt idx="0">
                  <c:v>8</c:v>
                </c:pt>
                <c:pt idx="1">
                  <c:v>16.8</c:v>
                </c:pt>
              </c:numCache>
            </c:numRef>
          </c:yVal>
          <c:smooth val="0"/>
        </c:ser>
        <c:ser>
          <c:idx val="9"/>
          <c:order val="9"/>
          <c:tx>
            <c:v>CS hatch</c:v>
          </c:tx>
          <c:spPr>
            <a:ln xmlns:a="http://schemas.openxmlformats.org/drawingml/2006/main" w="12383">
              <a:solidFill>
                <a:srgbClr val="85B8D6"/>
              </a:solidFill>
            </a:ln>
          </c:spPr>
          <c:marker>
            <c:symbol val="none"/>
          </c:marker>
          <c:xVal>
            <c:numRef>
              <c:f>'Chart Data'!$S$2:$S$3</c:f>
              <c:numCache>
                <c:formatCode>General</c:formatCode>
                <c:ptCount val="2"/>
                <c:pt idx="0">
                  <c:v>12</c:v>
                </c:pt>
                <c:pt idx="1">
                  <c:v>12</c:v>
                </c:pt>
              </c:numCache>
            </c:numRef>
          </c:xVal>
          <c:yVal>
            <c:numRef>
              <c:f>'Chart Data'!$T$2:$T$3</c:f>
              <c:numCache>
                <c:formatCode>0</c:formatCode>
                <c:ptCount val="2"/>
                <c:pt idx="0">
                  <c:v>8</c:v>
                </c:pt>
                <c:pt idx="1">
                  <c:v>16.4</c:v>
                </c:pt>
              </c:numCache>
            </c:numRef>
          </c:yVal>
          <c:smooth val="0"/>
        </c:ser>
        <c:ser>
          <c:idx val="10"/>
          <c:order val="10"/>
          <c:tx>
            <c:v>CS hatch</c:v>
          </c:tx>
          <c:spPr>
            <a:ln xmlns:a="http://schemas.openxmlformats.org/drawingml/2006/main" w="12383">
              <a:solidFill>
                <a:srgbClr val="85B8D6"/>
              </a:solidFill>
            </a:ln>
          </c:spPr>
          <c:marker>
            <c:symbol val="none"/>
          </c:marker>
          <c:xVal>
            <c:numRef>
              <c:f>'Chart Data'!$U$2:$U$3</c:f>
              <c:numCache>
                <c:formatCode>General</c:formatCode>
                <c:ptCount val="2"/>
                <c:pt idx="0">
                  <c:v>13.33333333</c:v>
                </c:pt>
                <c:pt idx="1">
                  <c:v>13.33333333</c:v>
                </c:pt>
              </c:numCache>
            </c:numRef>
          </c:xVal>
          <c:yVal>
            <c:numRef>
              <c:f>'Chart Data'!$V$2:$V$3</c:f>
              <c:numCache>
                <c:formatCode>0</c:formatCode>
                <c:ptCount val="2"/>
                <c:pt idx="0">
                  <c:v>8</c:v>
                </c:pt>
                <c:pt idx="1">
                  <c:v>16</c:v>
                </c:pt>
              </c:numCache>
            </c:numRef>
          </c:yVal>
          <c:smooth val="0"/>
        </c:ser>
        <c:ser>
          <c:idx val="11"/>
          <c:order val="11"/>
          <c:tx>
            <c:v>CS hatch</c:v>
          </c:tx>
          <c:spPr>
            <a:ln xmlns:a="http://schemas.openxmlformats.org/drawingml/2006/main" w="12383">
              <a:solidFill>
                <a:srgbClr val="85B8D6"/>
              </a:solidFill>
            </a:ln>
          </c:spPr>
          <c:marker>
            <c:symbol val="none"/>
          </c:marker>
          <c:xVal>
            <c:numRef>
              <c:f>'Chart Data'!$W$2:$W$3</c:f>
              <c:numCache>
                <c:formatCode>General</c:formatCode>
                <c:ptCount val="2"/>
                <c:pt idx="0">
                  <c:v>14.66666667</c:v>
                </c:pt>
                <c:pt idx="1">
                  <c:v>14.66666667</c:v>
                </c:pt>
              </c:numCache>
            </c:numRef>
          </c:xVal>
          <c:yVal>
            <c:numRef>
              <c:f>'Chart Data'!$X$2:$X$3</c:f>
              <c:numCache>
                <c:formatCode>0</c:formatCode>
                <c:ptCount val="2"/>
                <c:pt idx="0">
                  <c:v>8</c:v>
                </c:pt>
                <c:pt idx="1">
                  <c:v>15.6</c:v>
                </c:pt>
              </c:numCache>
            </c:numRef>
          </c:yVal>
          <c:smooth val="0"/>
        </c:ser>
        <c:ser>
          <c:idx val="12"/>
          <c:order val="12"/>
          <c:tx>
            <c:v>CS hatch</c:v>
          </c:tx>
          <c:spPr>
            <a:ln xmlns:a="http://schemas.openxmlformats.org/drawingml/2006/main" w="12383">
              <a:solidFill>
                <a:srgbClr val="85B8D6"/>
              </a:solidFill>
            </a:ln>
          </c:spPr>
          <c:marker>
            <c:symbol val="none"/>
          </c:marker>
          <c:xVal>
            <c:numRef>
              <c:f>'Chart Data'!$Y$2:$Y$3</c:f>
              <c:numCache>
                <c:formatCode>General</c:formatCode>
                <c:ptCount val="2"/>
                <c:pt idx="0">
                  <c:v>16</c:v>
                </c:pt>
                <c:pt idx="1">
                  <c:v>16</c:v>
                </c:pt>
              </c:numCache>
            </c:numRef>
          </c:xVal>
          <c:yVal>
            <c:numRef>
              <c:f>'Chart Data'!$Z$2:$Z$3</c:f>
              <c:numCache>
                <c:formatCode>0</c:formatCode>
                <c:ptCount val="2"/>
                <c:pt idx="0">
                  <c:v>8</c:v>
                </c:pt>
                <c:pt idx="1">
                  <c:v>15.2</c:v>
                </c:pt>
              </c:numCache>
            </c:numRef>
          </c:yVal>
          <c:smooth val="0"/>
        </c:ser>
        <c:ser>
          <c:idx val="13"/>
          <c:order val="13"/>
          <c:tx>
            <c:v>CS hatch</c:v>
          </c:tx>
          <c:spPr>
            <a:ln xmlns:a="http://schemas.openxmlformats.org/drawingml/2006/main" w="12383">
              <a:solidFill>
                <a:srgbClr val="85B8D6"/>
              </a:solidFill>
            </a:ln>
          </c:spPr>
          <c:marker>
            <c:symbol val="none"/>
          </c:marker>
          <c:xVal>
            <c:numRef>
              <c:f>'Chart Data'!$AA$2:$AA$3</c:f>
              <c:numCache>
                <c:formatCode>General</c:formatCode>
                <c:ptCount val="2"/>
                <c:pt idx="0">
                  <c:v>17.33333333</c:v>
                </c:pt>
                <c:pt idx="1">
                  <c:v>17.33333333</c:v>
                </c:pt>
              </c:numCache>
            </c:numRef>
          </c:xVal>
          <c:yVal>
            <c:numRef>
              <c:f>'Chart Data'!$AB$2:$AB$3</c:f>
              <c:numCache>
                <c:formatCode>0</c:formatCode>
                <c:ptCount val="2"/>
                <c:pt idx="0">
                  <c:v>8</c:v>
                </c:pt>
                <c:pt idx="1">
                  <c:v>14.8</c:v>
                </c:pt>
              </c:numCache>
            </c:numRef>
          </c:yVal>
          <c:smooth val="0"/>
        </c:ser>
        <c:ser>
          <c:idx val="14"/>
          <c:order val="14"/>
          <c:tx>
            <c:v>CS hatch</c:v>
          </c:tx>
          <c:spPr>
            <a:ln xmlns:a="http://schemas.openxmlformats.org/drawingml/2006/main" w="12383">
              <a:solidFill>
                <a:srgbClr val="85B8D6"/>
              </a:solidFill>
            </a:ln>
          </c:spPr>
          <c:marker>
            <c:symbol val="none"/>
          </c:marker>
          <c:xVal>
            <c:numRef>
              <c:f>'Chart Data'!$AC$2:$AC$3</c:f>
              <c:numCache>
                <c:formatCode>General</c:formatCode>
                <c:ptCount val="2"/>
                <c:pt idx="0">
                  <c:v>18.66666667</c:v>
                </c:pt>
                <c:pt idx="1">
                  <c:v>18.66666667</c:v>
                </c:pt>
              </c:numCache>
            </c:numRef>
          </c:xVal>
          <c:yVal>
            <c:numRef>
              <c:f>'Chart Data'!$AD$2:$AD$3</c:f>
              <c:numCache>
                <c:formatCode>0</c:formatCode>
                <c:ptCount val="2"/>
                <c:pt idx="0">
                  <c:v>8</c:v>
                </c:pt>
                <c:pt idx="1">
                  <c:v>14.4</c:v>
                </c:pt>
              </c:numCache>
            </c:numRef>
          </c:yVal>
          <c:smooth val="0"/>
        </c:ser>
        <c:ser>
          <c:idx val="15"/>
          <c:order val="15"/>
          <c:tx>
            <c:v>CS hatch</c:v>
          </c:tx>
          <c:spPr>
            <a:ln xmlns:a="http://schemas.openxmlformats.org/drawingml/2006/main" w="12383">
              <a:solidFill>
                <a:srgbClr val="85B8D6"/>
              </a:solidFill>
            </a:ln>
          </c:spPr>
          <c:marker>
            <c:symbol val="none"/>
          </c:marker>
          <c:xVal>
            <c:numRef>
              <c:f>'Chart Data'!$AE$2:$AE$3</c:f>
              <c:numCache>
                <c:formatCode>General</c:formatCode>
                <c:ptCount val="2"/>
                <c:pt idx="0">
                  <c:v>20</c:v>
                </c:pt>
                <c:pt idx="1">
                  <c:v>20</c:v>
                </c:pt>
              </c:numCache>
            </c:numRef>
          </c:xVal>
          <c:yVal>
            <c:numRef>
              <c:f>'Chart Data'!$AF$2:$AF$3</c:f>
              <c:numCache>
                <c:formatCode>0</c:formatCode>
                <c:ptCount val="2"/>
                <c:pt idx="0">
                  <c:v>8</c:v>
                </c:pt>
                <c:pt idx="1">
                  <c:v>14</c:v>
                </c:pt>
              </c:numCache>
            </c:numRef>
          </c:yVal>
          <c:smooth val="0"/>
        </c:ser>
        <c:ser>
          <c:idx val="16"/>
          <c:order val="16"/>
          <c:tx>
            <c:v>CS hatch</c:v>
          </c:tx>
          <c:spPr>
            <a:ln xmlns:a="http://schemas.openxmlformats.org/drawingml/2006/main" w="12383">
              <a:solidFill>
                <a:srgbClr val="85B8D6"/>
              </a:solidFill>
            </a:ln>
          </c:spPr>
          <c:marker>
            <c:symbol val="none"/>
          </c:marker>
          <c:xVal>
            <c:numRef>
              <c:f>'Chart Data'!$AG$2:$AG$3</c:f>
              <c:numCache>
                <c:formatCode>General</c:formatCode>
                <c:ptCount val="2"/>
                <c:pt idx="0">
                  <c:v>21.33333333</c:v>
                </c:pt>
                <c:pt idx="1">
                  <c:v>21.33333333</c:v>
                </c:pt>
              </c:numCache>
            </c:numRef>
          </c:xVal>
          <c:yVal>
            <c:numRef>
              <c:f>'Chart Data'!$AH$2:$AH$3</c:f>
              <c:numCache>
                <c:formatCode>0</c:formatCode>
                <c:ptCount val="2"/>
                <c:pt idx="0">
                  <c:v>8</c:v>
                </c:pt>
                <c:pt idx="1">
                  <c:v>13.6</c:v>
                </c:pt>
              </c:numCache>
            </c:numRef>
          </c:yVal>
          <c:smooth val="0"/>
        </c:ser>
        <c:ser>
          <c:idx val="17"/>
          <c:order val="17"/>
          <c:tx>
            <c:v>CS hatch</c:v>
          </c:tx>
          <c:spPr>
            <a:ln xmlns:a="http://schemas.openxmlformats.org/drawingml/2006/main" w="12383">
              <a:solidFill>
                <a:srgbClr val="85B8D6"/>
              </a:solidFill>
            </a:ln>
          </c:spPr>
          <c:marker>
            <c:symbol val="none"/>
          </c:marker>
          <c:xVal>
            <c:numRef>
              <c:f>'Chart Data'!$AI$2:$AI$3</c:f>
              <c:numCache>
                <c:formatCode>General</c:formatCode>
                <c:ptCount val="2"/>
                <c:pt idx="0">
                  <c:v>22.66666667</c:v>
                </c:pt>
                <c:pt idx="1">
                  <c:v>22.66666667</c:v>
                </c:pt>
              </c:numCache>
            </c:numRef>
          </c:xVal>
          <c:yVal>
            <c:numRef>
              <c:f>'Chart Data'!$AJ$2:$AJ$3</c:f>
              <c:numCache>
                <c:formatCode>0</c:formatCode>
                <c:ptCount val="2"/>
                <c:pt idx="0">
                  <c:v>8</c:v>
                </c:pt>
                <c:pt idx="1">
                  <c:v>13.2</c:v>
                </c:pt>
              </c:numCache>
            </c:numRef>
          </c:yVal>
          <c:smooth val="0"/>
        </c:ser>
        <c:ser>
          <c:idx val="18"/>
          <c:order val="18"/>
          <c:tx>
            <c:v>CS hatch</c:v>
          </c:tx>
          <c:spPr>
            <a:ln xmlns:a="http://schemas.openxmlformats.org/drawingml/2006/main" w="12383">
              <a:solidFill>
                <a:srgbClr val="85B8D6"/>
              </a:solidFill>
            </a:ln>
          </c:spPr>
          <c:marker>
            <c:symbol val="none"/>
          </c:marker>
          <c:xVal>
            <c:numRef>
              <c:f>'Chart Data'!$AK$2:$AK$3</c:f>
              <c:numCache>
                <c:formatCode>General</c:formatCode>
                <c:ptCount val="2"/>
                <c:pt idx="0">
                  <c:v>24</c:v>
                </c:pt>
                <c:pt idx="1">
                  <c:v>24</c:v>
                </c:pt>
              </c:numCache>
            </c:numRef>
          </c:xVal>
          <c:yVal>
            <c:numRef>
              <c:f>'Chart Data'!$AL$2:$AL$3</c:f>
              <c:numCache>
                <c:formatCode>0</c:formatCode>
                <c:ptCount val="2"/>
                <c:pt idx="0">
                  <c:v>8</c:v>
                </c:pt>
                <c:pt idx="1">
                  <c:v>12.8</c:v>
                </c:pt>
              </c:numCache>
            </c:numRef>
          </c:yVal>
          <c:smooth val="0"/>
        </c:ser>
        <c:ser>
          <c:idx val="19"/>
          <c:order val="19"/>
          <c:tx>
            <c:v>CS hatch</c:v>
          </c:tx>
          <c:spPr>
            <a:ln xmlns:a="http://schemas.openxmlformats.org/drawingml/2006/main" w="12383">
              <a:solidFill>
                <a:srgbClr val="85B8D6"/>
              </a:solidFill>
            </a:ln>
          </c:spPr>
          <c:marker>
            <c:symbol val="none"/>
          </c:marker>
          <c:xVal>
            <c:numRef>
              <c:f>'Chart Data'!$AM$2:$AM$3</c:f>
              <c:numCache>
                <c:formatCode>General</c:formatCode>
                <c:ptCount val="2"/>
                <c:pt idx="0">
                  <c:v>25.33333333</c:v>
                </c:pt>
                <c:pt idx="1">
                  <c:v>25.33333333</c:v>
                </c:pt>
              </c:numCache>
            </c:numRef>
          </c:xVal>
          <c:yVal>
            <c:numRef>
              <c:f>'Chart Data'!$AN$2:$AN$3</c:f>
              <c:numCache>
                <c:formatCode>0</c:formatCode>
                <c:ptCount val="2"/>
                <c:pt idx="0">
                  <c:v>8</c:v>
                </c:pt>
                <c:pt idx="1">
                  <c:v>12.4</c:v>
                </c:pt>
              </c:numCache>
            </c:numRef>
          </c:yVal>
          <c:smooth val="0"/>
        </c:ser>
        <c:ser>
          <c:idx val="20"/>
          <c:order val="20"/>
          <c:tx>
            <c:v>CS hatch</c:v>
          </c:tx>
          <c:spPr>
            <a:ln xmlns:a="http://schemas.openxmlformats.org/drawingml/2006/main" w="12383">
              <a:solidFill>
                <a:srgbClr val="85B8D6"/>
              </a:solidFill>
            </a:ln>
          </c:spPr>
          <c:marker>
            <c:symbol val="none"/>
          </c:marker>
          <c:xVal>
            <c:numRef>
              <c:f>'Chart Data'!$AO$2:$AO$3</c:f>
              <c:numCache>
                <c:formatCode>General</c:formatCode>
                <c:ptCount val="2"/>
                <c:pt idx="0">
                  <c:v>26.66666667</c:v>
                </c:pt>
                <c:pt idx="1">
                  <c:v>26.66666667</c:v>
                </c:pt>
              </c:numCache>
            </c:numRef>
          </c:xVal>
          <c:yVal>
            <c:numRef>
              <c:f>'Chart Data'!$AP$2:$AP$3</c:f>
              <c:numCache>
                <c:formatCode>0</c:formatCode>
                <c:ptCount val="2"/>
                <c:pt idx="0">
                  <c:v>8</c:v>
                </c:pt>
                <c:pt idx="1">
                  <c:v>12</c:v>
                </c:pt>
              </c:numCache>
            </c:numRef>
          </c:yVal>
          <c:smooth val="0"/>
        </c:ser>
        <c:ser>
          <c:idx val="21"/>
          <c:order val="21"/>
          <c:tx>
            <c:v>CS hatch</c:v>
          </c:tx>
          <c:spPr>
            <a:ln xmlns:a="http://schemas.openxmlformats.org/drawingml/2006/main" w="12383">
              <a:solidFill>
                <a:srgbClr val="85B8D6"/>
              </a:solidFill>
            </a:ln>
          </c:spPr>
          <c:marker>
            <c:symbol val="none"/>
          </c:marker>
          <c:xVal>
            <c:numRef>
              <c:f>'Chart Data'!$AQ$2:$AQ$3</c:f>
              <c:numCache>
                <c:formatCode>General</c:formatCode>
                <c:ptCount val="2"/>
                <c:pt idx="0">
                  <c:v>28</c:v>
                </c:pt>
                <c:pt idx="1">
                  <c:v>28</c:v>
                </c:pt>
              </c:numCache>
            </c:numRef>
          </c:xVal>
          <c:yVal>
            <c:numRef>
              <c:f>'Chart Data'!$AR$2:$AR$3</c:f>
              <c:numCache>
                <c:formatCode>0</c:formatCode>
                <c:ptCount val="2"/>
                <c:pt idx="0">
                  <c:v>8</c:v>
                </c:pt>
                <c:pt idx="1">
                  <c:v>11.6</c:v>
                </c:pt>
              </c:numCache>
            </c:numRef>
          </c:yVal>
          <c:smooth val="0"/>
        </c:ser>
        <c:ser>
          <c:idx val="22"/>
          <c:order val="22"/>
          <c:tx>
            <c:v>CS hatch</c:v>
          </c:tx>
          <c:spPr>
            <a:ln xmlns:a="http://schemas.openxmlformats.org/drawingml/2006/main" w="12383">
              <a:solidFill>
                <a:srgbClr val="85B8D6"/>
              </a:solidFill>
            </a:ln>
          </c:spPr>
          <c:marker>
            <c:symbol val="none"/>
          </c:marker>
          <c:xVal>
            <c:numRef>
              <c:f>'Chart Data'!$AS$2:$AS$3</c:f>
              <c:numCache>
                <c:formatCode>General</c:formatCode>
                <c:ptCount val="2"/>
                <c:pt idx="0">
                  <c:v>29.33333333</c:v>
                </c:pt>
                <c:pt idx="1">
                  <c:v>29.33333333</c:v>
                </c:pt>
              </c:numCache>
            </c:numRef>
          </c:xVal>
          <c:yVal>
            <c:numRef>
              <c:f>'Chart Data'!$AT$2:$AT$3</c:f>
              <c:numCache>
                <c:formatCode>0</c:formatCode>
                <c:ptCount val="2"/>
                <c:pt idx="0">
                  <c:v>8</c:v>
                </c:pt>
                <c:pt idx="1">
                  <c:v>11.2</c:v>
                </c:pt>
              </c:numCache>
            </c:numRef>
          </c:yVal>
          <c:smooth val="0"/>
        </c:ser>
        <c:ser>
          <c:idx val="23"/>
          <c:order val="23"/>
          <c:tx>
            <c:v>CS hatch</c:v>
          </c:tx>
          <c:spPr>
            <a:ln xmlns:a="http://schemas.openxmlformats.org/drawingml/2006/main" w="12383">
              <a:solidFill>
                <a:srgbClr val="85B8D6"/>
              </a:solidFill>
            </a:ln>
          </c:spPr>
          <c:marker>
            <c:symbol val="none"/>
          </c:marker>
          <c:xVal>
            <c:numRef>
              <c:f>'Chart Data'!$AU$2:$AU$3</c:f>
              <c:numCache>
                <c:formatCode>General</c:formatCode>
                <c:ptCount val="2"/>
                <c:pt idx="0">
                  <c:v>30.66666667</c:v>
                </c:pt>
                <c:pt idx="1">
                  <c:v>30.66666667</c:v>
                </c:pt>
              </c:numCache>
            </c:numRef>
          </c:xVal>
          <c:yVal>
            <c:numRef>
              <c:f>'Chart Data'!$AV$2:$AV$3</c:f>
              <c:numCache>
                <c:formatCode>0</c:formatCode>
                <c:ptCount val="2"/>
                <c:pt idx="0">
                  <c:v>8</c:v>
                </c:pt>
                <c:pt idx="1">
                  <c:v>10.8</c:v>
                </c:pt>
              </c:numCache>
            </c:numRef>
          </c:yVal>
          <c:smooth val="0"/>
        </c:ser>
        <c:ser>
          <c:idx val="24"/>
          <c:order val="24"/>
          <c:tx>
            <c:v>CS hatch</c:v>
          </c:tx>
          <c:spPr>
            <a:ln xmlns:a="http://schemas.openxmlformats.org/drawingml/2006/main" w="12383">
              <a:solidFill>
                <a:srgbClr val="85B8D6"/>
              </a:solidFill>
            </a:ln>
          </c:spPr>
          <c:marker>
            <c:symbol val="none"/>
          </c:marker>
          <c:xVal>
            <c:numRef>
              <c:f>'Chart Data'!$AW$2:$AW$3</c:f>
              <c:numCache>
                <c:formatCode>General</c:formatCode>
                <c:ptCount val="2"/>
                <c:pt idx="0">
                  <c:v>32</c:v>
                </c:pt>
                <c:pt idx="1">
                  <c:v>32</c:v>
                </c:pt>
              </c:numCache>
            </c:numRef>
          </c:xVal>
          <c:yVal>
            <c:numRef>
              <c:f>'Chart Data'!$AX$2:$AX$3</c:f>
              <c:numCache>
                <c:formatCode>0</c:formatCode>
                <c:ptCount val="2"/>
                <c:pt idx="0">
                  <c:v>8</c:v>
                </c:pt>
                <c:pt idx="1">
                  <c:v>10.4</c:v>
                </c:pt>
              </c:numCache>
            </c:numRef>
          </c:yVal>
          <c:smooth val="0"/>
        </c:ser>
        <c:ser>
          <c:idx val="25"/>
          <c:order val="25"/>
          <c:tx>
            <c:v>CS hatch</c:v>
          </c:tx>
          <c:spPr>
            <a:ln xmlns:a="http://schemas.openxmlformats.org/drawingml/2006/main" w="12383">
              <a:solidFill>
                <a:srgbClr val="85B8D6"/>
              </a:solidFill>
            </a:ln>
          </c:spPr>
          <c:marker>
            <c:symbol val="none"/>
          </c:marker>
          <c:xVal>
            <c:numRef>
              <c:f>'Chart Data'!$AY$2:$AY$3</c:f>
              <c:numCache>
                <c:formatCode>General</c:formatCode>
                <c:ptCount val="2"/>
                <c:pt idx="0">
                  <c:v>33.33333333</c:v>
                </c:pt>
                <c:pt idx="1">
                  <c:v>33.33333333</c:v>
                </c:pt>
              </c:numCache>
            </c:numRef>
          </c:xVal>
          <c:yVal>
            <c:numRef>
              <c:f>'Chart Data'!$AZ$2:$AZ$3</c:f>
              <c:numCache>
                <c:formatCode>0</c:formatCode>
                <c:ptCount val="2"/>
                <c:pt idx="0">
                  <c:v>8</c:v>
                </c:pt>
                <c:pt idx="1">
                  <c:v>10</c:v>
                </c:pt>
              </c:numCache>
            </c:numRef>
          </c:yVal>
          <c:smooth val="0"/>
        </c:ser>
        <c:ser>
          <c:idx val="26"/>
          <c:order val="26"/>
          <c:tx>
            <c:v>CS hatch</c:v>
          </c:tx>
          <c:spPr>
            <a:ln xmlns:a="http://schemas.openxmlformats.org/drawingml/2006/main" w="12383">
              <a:solidFill>
                <a:srgbClr val="85B8D6"/>
              </a:solidFill>
            </a:ln>
          </c:spPr>
          <c:marker>
            <c:symbol val="none"/>
          </c:marker>
          <c:xVal>
            <c:numRef>
              <c:f>'Chart Data'!$BA$2:$BA$3</c:f>
              <c:numCache>
                <c:formatCode>General</c:formatCode>
                <c:ptCount val="2"/>
                <c:pt idx="0">
                  <c:v>34.66666667</c:v>
                </c:pt>
                <c:pt idx="1">
                  <c:v>34.66666667</c:v>
                </c:pt>
              </c:numCache>
            </c:numRef>
          </c:xVal>
          <c:yVal>
            <c:numRef>
              <c:f>'Chart Data'!$BB$2:$BB$3</c:f>
              <c:numCache>
                <c:formatCode>0</c:formatCode>
                <c:ptCount val="2"/>
                <c:pt idx="0">
                  <c:v>8</c:v>
                </c:pt>
                <c:pt idx="1">
                  <c:v>9.6</c:v>
                </c:pt>
              </c:numCache>
            </c:numRef>
          </c:yVal>
          <c:smooth val="0"/>
        </c:ser>
        <c:ser>
          <c:idx val="27"/>
          <c:order val="27"/>
          <c:tx>
            <c:v>CS hatch</c:v>
          </c:tx>
          <c:spPr>
            <a:ln xmlns:a="http://schemas.openxmlformats.org/drawingml/2006/main" w="12383">
              <a:solidFill>
                <a:srgbClr val="85B8D6"/>
              </a:solidFill>
            </a:ln>
          </c:spPr>
          <c:marker>
            <c:symbol val="none"/>
          </c:marker>
          <c:xVal>
            <c:numRef>
              <c:f>'Chart Data'!$BC$2:$BC$3</c:f>
              <c:numCache>
                <c:formatCode>General</c:formatCode>
                <c:ptCount val="2"/>
                <c:pt idx="0">
                  <c:v>36</c:v>
                </c:pt>
                <c:pt idx="1">
                  <c:v>36</c:v>
                </c:pt>
              </c:numCache>
            </c:numRef>
          </c:xVal>
          <c:yVal>
            <c:numRef>
              <c:f>'Chart Data'!$BD$2:$BD$3</c:f>
              <c:numCache>
                <c:formatCode>0</c:formatCode>
                <c:ptCount val="2"/>
                <c:pt idx="0">
                  <c:v>8</c:v>
                </c:pt>
                <c:pt idx="1">
                  <c:v>9.2</c:v>
                </c:pt>
              </c:numCache>
            </c:numRef>
          </c:yVal>
          <c:smooth val="0"/>
        </c:ser>
        <c:ser>
          <c:idx val="28"/>
          <c:order val="28"/>
          <c:tx>
            <c:v>CS hatch</c:v>
          </c:tx>
          <c:spPr>
            <a:ln xmlns:a="http://schemas.openxmlformats.org/drawingml/2006/main" w="12383">
              <a:solidFill>
                <a:srgbClr val="85B8D6"/>
              </a:solidFill>
            </a:ln>
          </c:spPr>
          <c:marker>
            <c:symbol val="none"/>
          </c:marker>
          <c:xVal>
            <c:numRef>
              <c:f>'Chart Data'!$BE$2:$BE$3</c:f>
              <c:numCache>
                <c:formatCode>General</c:formatCode>
                <c:ptCount val="2"/>
                <c:pt idx="0">
                  <c:v>37.33333333</c:v>
                </c:pt>
                <c:pt idx="1">
                  <c:v>37.33333333</c:v>
                </c:pt>
              </c:numCache>
            </c:numRef>
          </c:xVal>
          <c:yVal>
            <c:numRef>
              <c:f>'Chart Data'!$BF$2:$BF$3</c:f>
              <c:numCache>
                <c:formatCode>0</c:formatCode>
                <c:ptCount val="2"/>
                <c:pt idx="0">
                  <c:v>8</c:v>
                </c:pt>
                <c:pt idx="1">
                  <c:v>8.8</c:v>
                </c:pt>
              </c:numCache>
            </c:numRef>
          </c:yVal>
          <c:smooth val="0"/>
        </c:ser>
        <c:ser>
          <c:idx val="29"/>
          <c:order val="29"/>
          <c:tx>
            <c:v>CS hatch</c:v>
          </c:tx>
          <c:spPr>
            <a:ln xmlns:a="http://schemas.openxmlformats.org/drawingml/2006/main" w="12383">
              <a:solidFill>
                <a:srgbClr val="85B8D6"/>
              </a:solidFill>
            </a:ln>
          </c:spPr>
          <c:marker>
            <c:symbol val="none"/>
          </c:marker>
          <c:xVal>
            <c:numRef>
              <c:f>'Chart Data'!$BG$2:$BG$3</c:f>
              <c:numCache>
                <c:formatCode>General</c:formatCode>
                <c:ptCount val="2"/>
                <c:pt idx="0">
                  <c:v>38.66666667</c:v>
                </c:pt>
                <c:pt idx="1">
                  <c:v>38.66666667</c:v>
                </c:pt>
              </c:numCache>
            </c:numRef>
          </c:xVal>
          <c:yVal>
            <c:numRef>
              <c:f>'Chart Data'!$BH$2:$BH$3</c:f>
              <c:numCache>
                <c:formatCode>0</c:formatCode>
                <c:ptCount val="2"/>
                <c:pt idx="0">
                  <c:v>8</c:v>
                </c:pt>
                <c:pt idx="1">
                  <c:v>8.4</c:v>
                </c:pt>
              </c:numCache>
            </c:numRef>
          </c:yVal>
          <c:smooth val="0"/>
        </c:ser>
        <c:ser>
          <c:idx val="30"/>
          <c:order val="30"/>
          <c:tx>
            <c:v>PS boundary</c:v>
          </c:tx>
          <c:spPr>
            <a:ln xmlns:a="http://schemas.openxmlformats.org/drawingml/2006/main" w="23813">
              <a:solidFill>
                <a:srgbClr val="68B39A"/>
              </a:solidFill>
            </a:ln>
          </c:spPr>
          <c:marker>
            <c:symbol val="none"/>
          </c:marker>
          <c:xVal>
            <c:numRef>
              <c:f>'Chart Data'!$BI$2:$BI$5</c:f>
              <c:numCache>
                <c:formatCode>General</c:formatCode>
                <c:ptCount val="4"/>
                <c:pt idx="0">
                  <c:v>0</c:v>
                </c:pt>
                <c:pt idx="1">
                  <c:v>40</c:v>
                </c:pt>
                <c:pt idx="2">
                  <c:v>0</c:v>
                </c:pt>
                <c:pt idx="3">
                  <c:v>0</c:v>
                </c:pt>
              </c:numCache>
            </c:numRef>
          </c:xVal>
          <c:yVal>
            <c:numRef>
              <c:f>'Chart Data'!$BJ$2:$BJ$5</c:f>
              <c:numCache>
                <c:formatCode>0</c:formatCode>
                <c:ptCount val="4"/>
                <c:pt idx="0">
                  <c:v>4</c:v>
                </c:pt>
                <c:pt idx="1">
                  <c:v>8</c:v>
                </c:pt>
                <c:pt idx="2">
                  <c:v>8</c:v>
                </c:pt>
                <c:pt idx="3">
                  <c:v>4</c:v>
                </c:pt>
              </c:numCache>
            </c:numRef>
          </c:yVal>
          <c:smooth val="0"/>
        </c:ser>
        <c:ser>
          <c:idx val="31"/>
          <c:order val="31"/>
          <c:tx>
            <c:v>PS hatch</c:v>
          </c:tx>
          <c:spPr>
            <a:ln xmlns:a="http://schemas.openxmlformats.org/drawingml/2006/main" w="12383">
              <a:solidFill>
                <a:srgbClr val="68B39A"/>
              </a:solidFill>
            </a:ln>
          </c:spPr>
          <c:marker>
            <c:symbol val="none"/>
          </c:marker>
          <c:xVal>
            <c:numRef>
              <c:f>'Chart Data'!$BK$2:$BK$3</c:f>
              <c:numCache>
                <c:formatCode>General</c:formatCode>
                <c:ptCount val="2"/>
                <c:pt idx="0">
                  <c:v>1.33333333</c:v>
                </c:pt>
                <c:pt idx="1">
                  <c:v>1.33333333</c:v>
                </c:pt>
              </c:numCache>
            </c:numRef>
          </c:xVal>
          <c:yVal>
            <c:numRef>
              <c:f>'Chart Data'!$BL$2:$BL$3</c:f>
              <c:numCache>
                <c:formatCode>0</c:formatCode>
                <c:ptCount val="2"/>
                <c:pt idx="0">
                  <c:v>4.13333333</c:v>
                </c:pt>
                <c:pt idx="1">
                  <c:v>8</c:v>
                </c:pt>
              </c:numCache>
            </c:numRef>
          </c:yVal>
          <c:smooth val="0"/>
        </c:ser>
        <c:ser>
          <c:idx val="32"/>
          <c:order val="32"/>
          <c:tx>
            <c:v>PS hatch</c:v>
          </c:tx>
          <c:spPr>
            <a:ln xmlns:a="http://schemas.openxmlformats.org/drawingml/2006/main" w="12383">
              <a:solidFill>
                <a:srgbClr val="68B39A"/>
              </a:solidFill>
            </a:ln>
          </c:spPr>
          <c:marker>
            <c:symbol val="none"/>
          </c:marker>
          <c:xVal>
            <c:numRef>
              <c:f>'Chart Data'!$BM$2:$BM$3</c:f>
              <c:numCache>
                <c:formatCode>General</c:formatCode>
                <c:ptCount val="2"/>
                <c:pt idx="0">
                  <c:v>2.66666667</c:v>
                </c:pt>
                <c:pt idx="1">
                  <c:v>2.66666667</c:v>
                </c:pt>
              </c:numCache>
            </c:numRef>
          </c:xVal>
          <c:yVal>
            <c:numRef>
              <c:f>'Chart Data'!$BN$2:$BN$3</c:f>
              <c:numCache>
                <c:formatCode>0</c:formatCode>
                <c:ptCount val="2"/>
                <c:pt idx="0">
                  <c:v>4.26666667</c:v>
                </c:pt>
                <c:pt idx="1">
                  <c:v>8</c:v>
                </c:pt>
              </c:numCache>
            </c:numRef>
          </c:yVal>
          <c:smooth val="0"/>
        </c:ser>
        <c:ser>
          <c:idx val="33"/>
          <c:order val="33"/>
          <c:tx>
            <c:v>PS hatch</c:v>
          </c:tx>
          <c:spPr>
            <a:ln xmlns:a="http://schemas.openxmlformats.org/drawingml/2006/main" w="12383">
              <a:solidFill>
                <a:srgbClr val="68B39A"/>
              </a:solidFill>
            </a:ln>
          </c:spPr>
          <c:marker>
            <c:symbol val="none"/>
          </c:marker>
          <c:xVal>
            <c:numRef>
              <c:f>'Chart Data'!$BO$2:$BO$3</c:f>
              <c:numCache>
                <c:formatCode>General</c:formatCode>
                <c:ptCount val="2"/>
                <c:pt idx="0">
                  <c:v>4</c:v>
                </c:pt>
                <c:pt idx="1">
                  <c:v>4</c:v>
                </c:pt>
              </c:numCache>
            </c:numRef>
          </c:xVal>
          <c:yVal>
            <c:numRef>
              <c:f>'Chart Data'!$BP$2:$BP$3</c:f>
              <c:numCache>
                <c:formatCode>0</c:formatCode>
                <c:ptCount val="2"/>
                <c:pt idx="0">
                  <c:v>4.4</c:v>
                </c:pt>
                <c:pt idx="1">
                  <c:v>8</c:v>
                </c:pt>
              </c:numCache>
            </c:numRef>
          </c:yVal>
          <c:smooth val="0"/>
        </c:ser>
        <c:ser>
          <c:idx val="34"/>
          <c:order val="34"/>
          <c:tx>
            <c:v>PS hatch</c:v>
          </c:tx>
          <c:spPr>
            <a:ln xmlns:a="http://schemas.openxmlformats.org/drawingml/2006/main" w="12383">
              <a:solidFill>
                <a:srgbClr val="68B39A"/>
              </a:solidFill>
            </a:ln>
          </c:spPr>
          <c:marker>
            <c:symbol val="none"/>
          </c:marker>
          <c:xVal>
            <c:numRef>
              <c:f>'Chart Data'!$BQ$2:$BQ$3</c:f>
              <c:numCache>
                <c:formatCode>General</c:formatCode>
                <c:ptCount val="2"/>
                <c:pt idx="0">
                  <c:v>5.33333333</c:v>
                </c:pt>
                <c:pt idx="1">
                  <c:v>5.33333333</c:v>
                </c:pt>
              </c:numCache>
            </c:numRef>
          </c:xVal>
          <c:yVal>
            <c:numRef>
              <c:f>'Chart Data'!$BR$2:$BR$3</c:f>
              <c:numCache>
                <c:formatCode>0</c:formatCode>
                <c:ptCount val="2"/>
                <c:pt idx="0">
                  <c:v>4.53333333</c:v>
                </c:pt>
                <c:pt idx="1">
                  <c:v>8</c:v>
                </c:pt>
              </c:numCache>
            </c:numRef>
          </c:yVal>
          <c:smooth val="0"/>
        </c:ser>
        <c:ser>
          <c:idx val="35"/>
          <c:order val="35"/>
          <c:tx>
            <c:v>PS hatch</c:v>
          </c:tx>
          <c:spPr>
            <a:ln xmlns:a="http://schemas.openxmlformats.org/drawingml/2006/main" w="12383">
              <a:solidFill>
                <a:srgbClr val="68B39A"/>
              </a:solidFill>
            </a:ln>
          </c:spPr>
          <c:marker>
            <c:symbol val="none"/>
          </c:marker>
          <c:xVal>
            <c:numRef>
              <c:f>'Chart Data'!$BS$2:$BS$3</c:f>
              <c:numCache>
                <c:formatCode>General</c:formatCode>
                <c:ptCount val="2"/>
                <c:pt idx="0">
                  <c:v>6.66666667</c:v>
                </c:pt>
                <c:pt idx="1">
                  <c:v>6.66666667</c:v>
                </c:pt>
              </c:numCache>
            </c:numRef>
          </c:xVal>
          <c:yVal>
            <c:numRef>
              <c:f>'Chart Data'!$BT$2:$BT$3</c:f>
              <c:numCache>
                <c:formatCode>0</c:formatCode>
                <c:ptCount val="2"/>
                <c:pt idx="0">
                  <c:v>4.66666667</c:v>
                </c:pt>
                <c:pt idx="1">
                  <c:v>8</c:v>
                </c:pt>
              </c:numCache>
            </c:numRef>
          </c:yVal>
          <c:smooth val="0"/>
        </c:ser>
        <c:ser>
          <c:idx val="36"/>
          <c:order val="36"/>
          <c:tx>
            <c:v>PS hatch</c:v>
          </c:tx>
          <c:spPr>
            <a:ln xmlns:a="http://schemas.openxmlformats.org/drawingml/2006/main" w="12383">
              <a:solidFill>
                <a:srgbClr val="68B39A"/>
              </a:solidFill>
            </a:ln>
          </c:spPr>
          <c:marker>
            <c:symbol val="none"/>
          </c:marker>
          <c:xVal>
            <c:numRef>
              <c:f>'Chart Data'!$BU$2:$BU$3</c:f>
              <c:numCache>
                <c:formatCode>General</c:formatCode>
                <c:ptCount val="2"/>
                <c:pt idx="0">
                  <c:v>8</c:v>
                </c:pt>
                <c:pt idx="1">
                  <c:v>8</c:v>
                </c:pt>
              </c:numCache>
            </c:numRef>
          </c:xVal>
          <c:yVal>
            <c:numRef>
              <c:f>'Chart Data'!$BV$2:$BV$3</c:f>
              <c:numCache>
                <c:formatCode>0</c:formatCode>
                <c:ptCount val="2"/>
                <c:pt idx="0">
                  <c:v>4.8</c:v>
                </c:pt>
                <c:pt idx="1">
                  <c:v>8</c:v>
                </c:pt>
              </c:numCache>
            </c:numRef>
          </c:yVal>
          <c:smooth val="0"/>
        </c:ser>
        <c:ser>
          <c:idx val="37"/>
          <c:order val="37"/>
          <c:tx>
            <c:v>PS hatch</c:v>
          </c:tx>
          <c:spPr>
            <a:ln xmlns:a="http://schemas.openxmlformats.org/drawingml/2006/main" w="12383">
              <a:solidFill>
                <a:srgbClr val="68B39A"/>
              </a:solidFill>
            </a:ln>
          </c:spPr>
          <c:marker>
            <c:symbol val="none"/>
          </c:marker>
          <c:xVal>
            <c:numRef>
              <c:f>'Chart Data'!$BW$2:$BW$3</c:f>
              <c:numCache>
                <c:formatCode>General</c:formatCode>
                <c:ptCount val="2"/>
                <c:pt idx="0">
                  <c:v>9.33333333</c:v>
                </c:pt>
                <c:pt idx="1">
                  <c:v>9.33333333</c:v>
                </c:pt>
              </c:numCache>
            </c:numRef>
          </c:xVal>
          <c:yVal>
            <c:numRef>
              <c:f>'Chart Data'!$BX$2:$BX$3</c:f>
              <c:numCache>
                <c:formatCode>0</c:formatCode>
                <c:ptCount val="2"/>
                <c:pt idx="0">
                  <c:v>4.93333333</c:v>
                </c:pt>
                <c:pt idx="1">
                  <c:v>8</c:v>
                </c:pt>
              </c:numCache>
            </c:numRef>
          </c:yVal>
          <c:smooth val="0"/>
        </c:ser>
        <c:ser>
          <c:idx val="38"/>
          <c:order val="38"/>
          <c:tx>
            <c:v>PS hatch</c:v>
          </c:tx>
          <c:spPr>
            <a:ln xmlns:a="http://schemas.openxmlformats.org/drawingml/2006/main" w="12383">
              <a:solidFill>
                <a:srgbClr val="68B39A"/>
              </a:solidFill>
            </a:ln>
          </c:spPr>
          <c:marker>
            <c:symbol val="none"/>
          </c:marker>
          <c:xVal>
            <c:numRef>
              <c:f>'Chart Data'!$BY$2:$BY$3</c:f>
              <c:numCache>
                <c:formatCode>General</c:formatCode>
                <c:ptCount val="2"/>
                <c:pt idx="0">
                  <c:v>10.66666667</c:v>
                </c:pt>
                <c:pt idx="1">
                  <c:v>10.66666667</c:v>
                </c:pt>
              </c:numCache>
            </c:numRef>
          </c:xVal>
          <c:yVal>
            <c:numRef>
              <c:f>'Chart Data'!$BZ$2:$BZ$3</c:f>
              <c:numCache>
                <c:formatCode>0</c:formatCode>
                <c:ptCount val="2"/>
                <c:pt idx="0">
                  <c:v>5.06666667</c:v>
                </c:pt>
                <c:pt idx="1">
                  <c:v>8</c:v>
                </c:pt>
              </c:numCache>
            </c:numRef>
          </c:yVal>
          <c:smooth val="0"/>
        </c:ser>
        <c:ser>
          <c:idx val="39"/>
          <c:order val="39"/>
          <c:tx>
            <c:v>PS hatch</c:v>
          </c:tx>
          <c:spPr>
            <a:ln xmlns:a="http://schemas.openxmlformats.org/drawingml/2006/main" w="12383">
              <a:solidFill>
                <a:srgbClr val="68B39A"/>
              </a:solidFill>
            </a:ln>
          </c:spPr>
          <c:marker>
            <c:symbol val="none"/>
          </c:marker>
          <c:xVal>
            <c:numRef>
              <c:f>'Chart Data'!$CA$2:$CA$3</c:f>
              <c:numCache>
                <c:formatCode>General</c:formatCode>
                <c:ptCount val="2"/>
                <c:pt idx="0">
                  <c:v>12</c:v>
                </c:pt>
                <c:pt idx="1">
                  <c:v>12</c:v>
                </c:pt>
              </c:numCache>
            </c:numRef>
          </c:xVal>
          <c:yVal>
            <c:numRef>
              <c:f>'Chart Data'!$CB$2:$CB$3</c:f>
              <c:numCache>
                <c:formatCode>0</c:formatCode>
                <c:ptCount val="2"/>
                <c:pt idx="0">
                  <c:v>5.2</c:v>
                </c:pt>
                <c:pt idx="1">
                  <c:v>8</c:v>
                </c:pt>
              </c:numCache>
            </c:numRef>
          </c:yVal>
          <c:smooth val="0"/>
        </c:ser>
        <c:ser>
          <c:idx val="40"/>
          <c:order val="40"/>
          <c:tx>
            <c:v>PS hatch</c:v>
          </c:tx>
          <c:spPr>
            <a:ln xmlns:a="http://schemas.openxmlformats.org/drawingml/2006/main" w="12383">
              <a:solidFill>
                <a:srgbClr val="68B39A"/>
              </a:solidFill>
            </a:ln>
          </c:spPr>
          <c:marker>
            <c:symbol val="none"/>
          </c:marker>
          <c:xVal>
            <c:numRef>
              <c:f>'Chart Data'!$CC$2:$CC$3</c:f>
              <c:numCache>
                <c:formatCode>General</c:formatCode>
                <c:ptCount val="2"/>
                <c:pt idx="0">
                  <c:v>13.33333333</c:v>
                </c:pt>
                <c:pt idx="1">
                  <c:v>13.33333333</c:v>
                </c:pt>
              </c:numCache>
            </c:numRef>
          </c:xVal>
          <c:yVal>
            <c:numRef>
              <c:f>'Chart Data'!$CD$2:$CD$3</c:f>
              <c:numCache>
                <c:formatCode>0</c:formatCode>
                <c:ptCount val="2"/>
                <c:pt idx="0">
                  <c:v>5.33333333</c:v>
                </c:pt>
                <c:pt idx="1">
                  <c:v>8</c:v>
                </c:pt>
              </c:numCache>
            </c:numRef>
          </c:yVal>
          <c:smooth val="0"/>
        </c:ser>
        <c:ser>
          <c:idx val="41"/>
          <c:order val="41"/>
          <c:tx>
            <c:v>PS hatch</c:v>
          </c:tx>
          <c:spPr>
            <a:ln xmlns:a="http://schemas.openxmlformats.org/drawingml/2006/main" w="12383">
              <a:solidFill>
                <a:srgbClr val="68B39A"/>
              </a:solidFill>
            </a:ln>
          </c:spPr>
          <c:marker>
            <c:symbol val="none"/>
          </c:marker>
          <c:xVal>
            <c:numRef>
              <c:f>'Chart Data'!$CE$2:$CE$3</c:f>
              <c:numCache>
                <c:formatCode>General</c:formatCode>
                <c:ptCount val="2"/>
                <c:pt idx="0">
                  <c:v>14.66666667</c:v>
                </c:pt>
                <c:pt idx="1">
                  <c:v>14.66666667</c:v>
                </c:pt>
              </c:numCache>
            </c:numRef>
          </c:xVal>
          <c:yVal>
            <c:numRef>
              <c:f>'Chart Data'!$CF$2:$CF$3</c:f>
              <c:numCache>
                <c:formatCode>0</c:formatCode>
                <c:ptCount val="2"/>
                <c:pt idx="0">
                  <c:v>5.46666667</c:v>
                </c:pt>
                <c:pt idx="1">
                  <c:v>8</c:v>
                </c:pt>
              </c:numCache>
            </c:numRef>
          </c:yVal>
          <c:smooth val="0"/>
        </c:ser>
        <c:ser>
          <c:idx val="42"/>
          <c:order val="42"/>
          <c:tx>
            <c:v>PS hatch</c:v>
          </c:tx>
          <c:spPr>
            <a:ln xmlns:a="http://schemas.openxmlformats.org/drawingml/2006/main" w="12383">
              <a:solidFill>
                <a:srgbClr val="68B39A"/>
              </a:solidFill>
            </a:ln>
          </c:spPr>
          <c:marker>
            <c:symbol val="none"/>
          </c:marker>
          <c:xVal>
            <c:numRef>
              <c:f>'Chart Data'!$CG$2:$CG$3</c:f>
              <c:numCache>
                <c:formatCode>General</c:formatCode>
                <c:ptCount val="2"/>
                <c:pt idx="0">
                  <c:v>16</c:v>
                </c:pt>
                <c:pt idx="1">
                  <c:v>16</c:v>
                </c:pt>
              </c:numCache>
            </c:numRef>
          </c:xVal>
          <c:yVal>
            <c:numRef>
              <c:f>'Chart Data'!$CH$2:$CH$3</c:f>
              <c:numCache>
                <c:formatCode>0</c:formatCode>
                <c:ptCount val="2"/>
                <c:pt idx="0">
                  <c:v>5.6</c:v>
                </c:pt>
                <c:pt idx="1">
                  <c:v>8</c:v>
                </c:pt>
              </c:numCache>
            </c:numRef>
          </c:yVal>
          <c:smooth val="0"/>
        </c:ser>
        <c:ser>
          <c:idx val="43"/>
          <c:order val="43"/>
          <c:tx>
            <c:v>PS hatch</c:v>
          </c:tx>
          <c:spPr>
            <a:ln xmlns:a="http://schemas.openxmlformats.org/drawingml/2006/main" w="12383">
              <a:solidFill>
                <a:srgbClr val="68B39A"/>
              </a:solidFill>
            </a:ln>
          </c:spPr>
          <c:marker>
            <c:symbol val="none"/>
          </c:marker>
          <c:xVal>
            <c:numRef>
              <c:f>'Chart Data'!$CI$2:$CI$3</c:f>
              <c:numCache>
                <c:formatCode>General</c:formatCode>
                <c:ptCount val="2"/>
                <c:pt idx="0">
                  <c:v>17.33333333</c:v>
                </c:pt>
                <c:pt idx="1">
                  <c:v>17.33333333</c:v>
                </c:pt>
              </c:numCache>
            </c:numRef>
          </c:xVal>
          <c:yVal>
            <c:numRef>
              <c:f>'Chart Data'!$CJ$2:$CJ$3</c:f>
              <c:numCache>
                <c:formatCode>0</c:formatCode>
                <c:ptCount val="2"/>
                <c:pt idx="0">
                  <c:v>5.73333333</c:v>
                </c:pt>
                <c:pt idx="1">
                  <c:v>8</c:v>
                </c:pt>
              </c:numCache>
            </c:numRef>
          </c:yVal>
          <c:smooth val="0"/>
        </c:ser>
        <c:ser>
          <c:idx val="44"/>
          <c:order val="44"/>
          <c:tx>
            <c:v>PS hatch</c:v>
          </c:tx>
          <c:spPr>
            <a:ln xmlns:a="http://schemas.openxmlformats.org/drawingml/2006/main" w="12383">
              <a:solidFill>
                <a:srgbClr val="68B39A"/>
              </a:solidFill>
            </a:ln>
          </c:spPr>
          <c:marker>
            <c:symbol val="none"/>
          </c:marker>
          <c:xVal>
            <c:numRef>
              <c:f>'Chart Data'!$CK$2:$CK$3</c:f>
              <c:numCache>
                <c:formatCode>General</c:formatCode>
                <c:ptCount val="2"/>
                <c:pt idx="0">
                  <c:v>18.66666667</c:v>
                </c:pt>
                <c:pt idx="1">
                  <c:v>18.66666667</c:v>
                </c:pt>
              </c:numCache>
            </c:numRef>
          </c:xVal>
          <c:yVal>
            <c:numRef>
              <c:f>'Chart Data'!$CL$2:$CL$3</c:f>
              <c:numCache>
                <c:formatCode>0</c:formatCode>
                <c:ptCount val="2"/>
                <c:pt idx="0">
                  <c:v>5.86666667</c:v>
                </c:pt>
                <c:pt idx="1">
                  <c:v>8</c:v>
                </c:pt>
              </c:numCache>
            </c:numRef>
          </c:yVal>
          <c:smooth val="0"/>
        </c:ser>
        <c:ser>
          <c:idx val="45"/>
          <c:order val="45"/>
          <c:tx>
            <c:v>PS hatch</c:v>
          </c:tx>
          <c:spPr>
            <a:ln xmlns:a="http://schemas.openxmlformats.org/drawingml/2006/main" w="12383">
              <a:solidFill>
                <a:srgbClr val="68B39A"/>
              </a:solidFill>
            </a:ln>
          </c:spPr>
          <c:marker>
            <c:symbol val="none"/>
          </c:marker>
          <c:xVal>
            <c:numRef>
              <c:f>'Chart Data'!$CM$2:$CM$3</c:f>
              <c:numCache>
                <c:formatCode>General</c:formatCode>
                <c:ptCount val="2"/>
                <c:pt idx="0">
                  <c:v>20</c:v>
                </c:pt>
                <c:pt idx="1">
                  <c:v>20</c:v>
                </c:pt>
              </c:numCache>
            </c:numRef>
          </c:xVal>
          <c:yVal>
            <c:numRef>
              <c:f>'Chart Data'!$CN$2:$CN$3</c:f>
              <c:numCache>
                <c:formatCode>0</c:formatCode>
                <c:ptCount val="2"/>
                <c:pt idx="0">
                  <c:v>6</c:v>
                </c:pt>
                <c:pt idx="1">
                  <c:v>8</c:v>
                </c:pt>
              </c:numCache>
            </c:numRef>
          </c:yVal>
          <c:smooth val="0"/>
        </c:ser>
        <c:ser>
          <c:idx val="46"/>
          <c:order val="46"/>
          <c:tx>
            <c:v>PS hatch</c:v>
          </c:tx>
          <c:spPr>
            <a:ln xmlns:a="http://schemas.openxmlformats.org/drawingml/2006/main" w="12383">
              <a:solidFill>
                <a:srgbClr val="68B39A"/>
              </a:solidFill>
            </a:ln>
          </c:spPr>
          <c:marker>
            <c:symbol val="none"/>
          </c:marker>
          <c:xVal>
            <c:numRef>
              <c:f>'Chart Data'!$CO$2:$CO$3</c:f>
              <c:numCache>
                <c:formatCode>General</c:formatCode>
                <c:ptCount val="2"/>
                <c:pt idx="0">
                  <c:v>21.33333333</c:v>
                </c:pt>
                <c:pt idx="1">
                  <c:v>21.33333333</c:v>
                </c:pt>
              </c:numCache>
            </c:numRef>
          </c:xVal>
          <c:yVal>
            <c:numRef>
              <c:f>'Chart Data'!$CP$2:$CP$3</c:f>
              <c:numCache>
                <c:formatCode>0</c:formatCode>
                <c:ptCount val="2"/>
                <c:pt idx="0">
                  <c:v>6.13333333</c:v>
                </c:pt>
                <c:pt idx="1">
                  <c:v>8</c:v>
                </c:pt>
              </c:numCache>
            </c:numRef>
          </c:yVal>
          <c:smooth val="0"/>
        </c:ser>
        <c:ser>
          <c:idx val="47"/>
          <c:order val="47"/>
          <c:tx>
            <c:v>PS hatch</c:v>
          </c:tx>
          <c:spPr>
            <a:ln xmlns:a="http://schemas.openxmlformats.org/drawingml/2006/main" w="12383">
              <a:solidFill>
                <a:srgbClr val="68B39A"/>
              </a:solidFill>
            </a:ln>
          </c:spPr>
          <c:marker>
            <c:symbol val="none"/>
          </c:marker>
          <c:xVal>
            <c:numRef>
              <c:f>'Chart Data'!$CQ$2:$CQ$3</c:f>
              <c:numCache>
                <c:formatCode>General</c:formatCode>
                <c:ptCount val="2"/>
                <c:pt idx="0">
                  <c:v>22.66666667</c:v>
                </c:pt>
                <c:pt idx="1">
                  <c:v>22.66666667</c:v>
                </c:pt>
              </c:numCache>
            </c:numRef>
          </c:xVal>
          <c:yVal>
            <c:numRef>
              <c:f>'Chart Data'!$CR$2:$CR$3</c:f>
              <c:numCache>
                <c:formatCode>0</c:formatCode>
                <c:ptCount val="2"/>
                <c:pt idx="0">
                  <c:v>6.26666667</c:v>
                </c:pt>
                <c:pt idx="1">
                  <c:v>8</c:v>
                </c:pt>
              </c:numCache>
            </c:numRef>
          </c:yVal>
          <c:smooth val="0"/>
        </c:ser>
        <c:ser>
          <c:idx val="48"/>
          <c:order val="48"/>
          <c:tx>
            <c:v>PS hatch</c:v>
          </c:tx>
          <c:spPr>
            <a:ln xmlns:a="http://schemas.openxmlformats.org/drawingml/2006/main" w="12383">
              <a:solidFill>
                <a:srgbClr val="68B39A"/>
              </a:solidFill>
            </a:ln>
          </c:spPr>
          <c:marker>
            <c:symbol val="none"/>
          </c:marker>
          <c:xVal>
            <c:numRef>
              <c:f>'Chart Data'!$CS$2:$CS$3</c:f>
              <c:numCache>
                <c:formatCode>General</c:formatCode>
                <c:ptCount val="2"/>
                <c:pt idx="0">
                  <c:v>24</c:v>
                </c:pt>
                <c:pt idx="1">
                  <c:v>24</c:v>
                </c:pt>
              </c:numCache>
            </c:numRef>
          </c:xVal>
          <c:yVal>
            <c:numRef>
              <c:f>'Chart Data'!$CT$2:$CT$3</c:f>
              <c:numCache>
                <c:formatCode>0</c:formatCode>
                <c:ptCount val="2"/>
                <c:pt idx="0">
                  <c:v>6.4</c:v>
                </c:pt>
                <c:pt idx="1">
                  <c:v>8</c:v>
                </c:pt>
              </c:numCache>
            </c:numRef>
          </c:yVal>
          <c:smooth val="0"/>
        </c:ser>
        <c:ser>
          <c:idx val="49"/>
          <c:order val="49"/>
          <c:tx>
            <c:v>PS hatch</c:v>
          </c:tx>
          <c:spPr>
            <a:ln xmlns:a="http://schemas.openxmlformats.org/drawingml/2006/main" w="12383">
              <a:solidFill>
                <a:srgbClr val="68B39A"/>
              </a:solidFill>
            </a:ln>
          </c:spPr>
          <c:marker>
            <c:symbol val="none"/>
          </c:marker>
          <c:xVal>
            <c:numRef>
              <c:f>'Chart Data'!$CU$2:$CU$3</c:f>
              <c:numCache>
                <c:formatCode>General</c:formatCode>
                <c:ptCount val="2"/>
                <c:pt idx="0">
                  <c:v>25.33333333</c:v>
                </c:pt>
                <c:pt idx="1">
                  <c:v>25.33333333</c:v>
                </c:pt>
              </c:numCache>
            </c:numRef>
          </c:xVal>
          <c:yVal>
            <c:numRef>
              <c:f>'Chart Data'!$CV$2:$CV$3</c:f>
              <c:numCache>
                <c:formatCode>0</c:formatCode>
                <c:ptCount val="2"/>
                <c:pt idx="0">
                  <c:v>6.53333333</c:v>
                </c:pt>
                <c:pt idx="1">
                  <c:v>8</c:v>
                </c:pt>
              </c:numCache>
            </c:numRef>
          </c:yVal>
          <c:smooth val="0"/>
        </c:ser>
        <c:ser>
          <c:idx val="50"/>
          <c:order val="50"/>
          <c:tx>
            <c:v>PS hatch</c:v>
          </c:tx>
          <c:spPr>
            <a:ln xmlns:a="http://schemas.openxmlformats.org/drawingml/2006/main" w="12383">
              <a:solidFill>
                <a:srgbClr val="68B39A"/>
              </a:solidFill>
            </a:ln>
          </c:spPr>
          <c:marker>
            <c:symbol val="none"/>
          </c:marker>
          <c:xVal>
            <c:numRef>
              <c:f>'Chart Data'!$CW$2:$CW$3</c:f>
              <c:numCache>
                <c:formatCode>General</c:formatCode>
                <c:ptCount val="2"/>
                <c:pt idx="0">
                  <c:v>26.66666667</c:v>
                </c:pt>
                <c:pt idx="1">
                  <c:v>26.66666667</c:v>
                </c:pt>
              </c:numCache>
            </c:numRef>
          </c:xVal>
          <c:yVal>
            <c:numRef>
              <c:f>'Chart Data'!$CX$2:$CX$3</c:f>
              <c:numCache>
                <c:formatCode>0</c:formatCode>
                <c:ptCount val="2"/>
                <c:pt idx="0">
                  <c:v>6.66666667</c:v>
                </c:pt>
                <c:pt idx="1">
                  <c:v>8</c:v>
                </c:pt>
              </c:numCache>
            </c:numRef>
          </c:yVal>
          <c:smooth val="0"/>
        </c:ser>
        <c:ser>
          <c:idx val="51"/>
          <c:order val="51"/>
          <c:tx>
            <c:v>PS hatch</c:v>
          </c:tx>
          <c:spPr>
            <a:ln xmlns:a="http://schemas.openxmlformats.org/drawingml/2006/main" w="12383">
              <a:solidFill>
                <a:srgbClr val="68B39A"/>
              </a:solidFill>
            </a:ln>
          </c:spPr>
          <c:marker>
            <c:symbol val="none"/>
          </c:marker>
          <c:xVal>
            <c:numRef>
              <c:f>'Chart Data'!$CY$2:$CY$3</c:f>
              <c:numCache>
                <c:formatCode>General</c:formatCode>
                <c:ptCount val="2"/>
                <c:pt idx="0">
                  <c:v>28</c:v>
                </c:pt>
                <c:pt idx="1">
                  <c:v>28</c:v>
                </c:pt>
              </c:numCache>
            </c:numRef>
          </c:xVal>
          <c:yVal>
            <c:numRef>
              <c:f>'Chart Data'!$CZ$2:$CZ$3</c:f>
              <c:numCache>
                <c:formatCode>0</c:formatCode>
                <c:ptCount val="2"/>
                <c:pt idx="0">
                  <c:v>6.8</c:v>
                </c:pt>
                <c:pt idx="1">
                  <c:v>8</c:v>
                </c:pt>
              </c:numCache>
            </c:numRef>
          </c:yVal>
          <c:smooth val="0"/>
        </c:ser>
        <c:ser>
          <c:idx val="52"/>
          <c:order val="52"/>
          <c:tx>
            <c:v>PS hatch</c:v>
          </c:tx>
          <c:spPr>
            <a:ln xmlns:a="http://schemas.openxmlformats.org/drawingml/2006/main" w="12383">
              <a:solidFill>
                <a:srgbClr val="68B39A"/>
              </a:solidFill>
            </a:ln>
          </c:spPr>
          <c:marker>
            <c:symbol val="none"/>
          </c:marker>
          <c:xVal>
            <c:numRef>
              <c:f>'Chart Data'!$DA$2:$DA$3</c:f>
              <c:numCache>
                <c:formatCode>General</c:formatCode>
                <c:ptCount val="2"/>
                <c:pt idx="0">
                  <c:v>29.33333333</c:v>
                </c:pt>
                <c:pt idx="1">
                  <c:v>29.33333333</c:v>
                </c:pt>
              </c:numCache>
            </c:numRef>
          </c:xVal>
          <c:yVal>
            <c:numRef>
              <c:f>'Chart Data'!$DB$2:$DB$3</c:f>
              <c:numCache>
                <c:formatCode>0</c:formatCode>
                <c:ptCount val="2"/>
                <c:pt idx="0">
                  <c:v>6.93333333</c:v>
                </c:pt>
                <c:pt idx="1">
                  <c:v>8</c:v>
                </c:pt>
              </c:numCache>
            </c:numRef>
          </c:yVal>
          <c:smooth val="0"/>
        </c:ser>
        <c:ser>
          <c:idx val="53"/>
          <c:order val="53"/>
          <c:tx>
            <c:v>PS hatch</c:v>
          </c:tx>
          <c:spPr>
            <a:ln xmlns:a="http://schemas.openxmlformats.org/drawingml/2006/main" w="12383">
              <a:solidFill>
                <a:srgbClr val="68B39A"/>
              </a:solidFill>
            </a:ln>
          </c:spPr>
          <c:marker>
            <c:symbol val="none"/>
          </c:marker>
          <c:xVal>
            <c:numRef>
              <c:f>'Chart Data'!$DC$2:$DC$3</c:f>
              <c:numCache>
                <c:formatCode>General</c:formatCode>
                <c:ptCount val="2"/>
                <c:pt idx="0">
                  <c:v>30.66666667</c:v>
                </c:pt>
                <c:pt idx="1">
                  <c:v>30.66666667</c:v>
                </c:pt>
              </c:numCache>
            </c:numRef>
          </c:xVal>
          <c:yVal>
            <c:numRef>
              <c:f>'Chart Data'!$DD$2:$DD$3</c:f>
              <c:numCache>
                <c:formatCode>0</c:formatCode>
                <c:ptCount val="2"/>
                <c:pt idx="0">
                  <c:v>7.06666667</c:v>
                </c:pt>
                <c:pt idx="1">
                  <c:v>8</c:v>
                </c:pt>
              </c:numCache>
            </c:numRef>
          </c:yVal>
          <c:smooth val="0"/>
        </c:ser>
        <c:ser>
          <c:idx val="54"/>
          <c:order val="54"/>
          <c:tx>
            <c:v>PS hatch</c:v>
          </c:tx>
          <c:spPr>
            <a:ln xmlns:a="http://schemas.openxmlformats.org/drawingml/2006/main" w="12383">
              <a:solidFill>
                <a:srgbClr val="68B39A"/>
              </a:solidFill>
            </a:ln>
          </c:spPr>
          <c:marker>
            <c:symbol val="none"/>
          </c:marker>
          <c:xVal>
            <c:numRef>
              <c:f>'Chart Data'!$DE$2:$DE$3</c:f>
              <c:numCache>
                <c:formatCode>General</c:formatCode>
                <c:ptCount val="2"/>
                <c:pt idx="0">
                  <c:v>32</c:v>
                </c:pt>
                <c:pt idx="1">
                  <c:v>32</c:v>
                </c:pt>
              </c:numCache>
            </c:numRef>
          </c:xVal>
          <c:yVal>
            <c:numRef>
              <c:f>'Chart Data'!$DF$2:$DF$3</c:f>
              <c:numCache>
                <c:formatCode>0</c:formatCode>
                <c:ptCount val="2"/>
                <c:pt idx="0">
                  <c:v>7.2</c:v>
                </c:pt>
                <c:pt idx="1">
                  <c:v>8</c:v>
                </c:pt>
              </c:numCache>
            </c:numRef>
          </c:yVal>
          <c:smooth val="0"/>
        </c:ser>
        <c:ser>
          <c:idx val="55"/>
          <c:order val="55"/>
          <c:tx>
            <c:v>PS hatch</c:v>
          </c:tx>
          <c:spPr>
            <a:ln xmlns:a="http://schemas.openxmlformats.org/drawingml/2006/main" w="12383">
              <a:solidFill>
                <a:srgbClr val="68B39A"/>
              </a:solidFill>
            </a:ln>
          </c:spPr>
          <c:marker>
            <c:symbol val="none"/>
          </c:marker>
          <c:xVal>
            <c:numRef>
              <c:f>'Chart Data'!$DG$2:$DG$3</c:f>
              <c:numCache>
                <c:formatCode>General</c:formatCode>
                <c:ptCount val="2"/>
                <c:pt idx="0">
                  <c:v>33.33333333</c:v>
                </c:pt>
                <c:pt idx="1">
                  <c:v>33.33333333</c:v>
                </c:pt>
              </c:numCache>
            </c:numRef>
          </c:xVal>
          <c:yVal>
            <c:numRef>
              <c:f>'Chart Data'!$DH$2:$DH$3</c:f>
              <c:numCache>
                <c:formatCode>0</c:formatCode>
                <c:ptCount val="2"/>
                <c:pt idx="0">
                  <c:v>7.33333333</c:v>
                </c:pt>
                <c:pt idx="1">
                  <c:v>8</c:v>
                </c:pt>
              </c:numCache>
            </c:numRef>
          </c:yVal>
          <c:smooth val="0"/>
        </c:ser>
        <c:ser>
          <c:idx val="56"/>
          <c:order val="56"/>
          <c:tx>
            <c:v>PS hatch</c:v>
          </c:tx>
          <c:spPr>
            <a:ln xmlns:a="http://schemas.openxmlformats.org/drawingml/2006/main" w="12383">
              <a:solidFill>
                <a:srgbClr val="68B39A"/>
              </a:solidFill>
            </a:ln>
          </c:spPr>
          <c:marker>
            <c:symbol val="none"/>
          </c:marker>
          <c:xVal>
            <c:numRef>
              <c:f>'Chart Data'!$DI$2:$DI$3</c:f>
              <c:numCache>
                <c:formatCode>General</c:formatCode>
                <c:ptCount val="2"/>
                <c:pt idx="0">
                  <c:v>34.66666667</c:v>
                </c:pt>
                <c:pt idx="1">
                  <c:v>34.66666667</c:v>
                </c:pt>
              </c:numCache>
            </c:numRef>
          </c:xVal>
          <c:yVal>
            <c:numRef>
              <c:f>'Chart Data'!$DJ$2:$DJ$3</c:f>
              <c:numCache>
                <c:formatCode>0</c:formatCode>
                <c:ptCount val="2"/>
                <c:pt idx="0">
                  <c:v>7.46666667</c:v>
                </c:pt>
                <c:pt idx="1">
                  <c:v>8</c:v>
                </c:pt>
              </c:numCache>
            </c:numRef>
          </c:yVal>
          <c:smooth val="0"/>
        </c:ser>
        <c:ser>
          <c:idx val="57"/>
          <c:order val="57"/>
          <c:tx>
            <c:v>PS hatch</c:v>
          </c:tx>
          <c:spPr>
            <a:ln xmlns:a="http://schemas.openxmlformats.org/drawingml/2006/main" w="12383">
              <a:solidFill>
                <a:srgbClr val="68B39A"/>
              </a:solidFill>
            </a:ln>
          </c:spPr>
          <c:marker>
            <c:symbol val="none"/>
          </c:marker>
          <c:xVal>
            <c:numRef>
              <c:f>'Chart Data'!$DK$2:$DK$3</c:f>
              <c:numCache>
                <c:formatCode>General</c:formatCode>
                <c:ptCount val="2"/>
                <c:pt idx="0">
                  <c:v>36</c:v>
                </c:pt>
                <c:pt idx="1">
                  <c:v>36</c:v>
                </c:pt>
              </c:numCache>
            </c:numRef>
          </c:xVal>
          <c:yVal>
            <c:numRef>
              <c:f>'Chart Data'!$DL$2:$DL$3</c:f>
              <c:numCache>
                <c:formatCode>0</c:formatCode>
                <c:ptCount val="2"/>
                <c:pt idx="0">
                  <c:v>7.6</c:v>
                </c:pt>
                <c:pt idx="1">
                  <c:v>8</c:v>
                </c:pt>
              </c:numCache>
            </c:numRef>
          </c:yVal>
          <c:smooth val="0"/>
        </c:ser>
        <c:ser>
          <c:idx val="58"/>
          <c:order val="58"/>
          <c:tx>
            <c:v>PS hatch</c:v>
          </c:tx>
          <c:spPr>
            <a:ln xmlns:a="http://schemas.openxmlformats.org/drawingml/2006/main" w="12383">
              <a:solidFill>
                <a:srgbClr val="68B39A"/>
              </a:solidFill>
            </a:ln>
          </c:spPr>
          <c:marker>
            <c:symbol val="none"/>
          </c:marker>
          <c:xVal>
            <c:numRef>
              <c:f>'Chart Data'!$DM$2:$DM$3</c:f>
              <c:numCache>
                <c:formatCode>General</c:formatCode>
                <c:ptCount val="2"/>
                <c:pt idx="0">
                  <c:v>37.33333333</c:v>
                </c:pt>
                <c:pt idx="1">
                  <c:v>37.33333333</c:v>
                </c:pt>
              </c:numCache>
            </c:numRef>
          </c:xVal>
          <c:yVal>
            <c:numRef>
              <c:f>'Chart Data'!$DN$2:$DN$3</c:f>
              <c:numCache>
                <c:formatCode>0</c:formatCode>
                <c:ptCount val="2"/>
                <c:pt idx="0">
                  <c:v>7.73333333</c:v>
                </c:pt>
                <c:pt idx="1">
                  <c:v>8</c:v>
                </c:pt>
              </c:numCache>
            </c:numRef>
          </c:yVal>
          <c:smooth val="0"/>
        </c:ser>
        <c:ser>
          <c:idx val="59"/>
          <c:order val="59"/>
          <c:tx>
            <c:v>PS hatch</c:v>
          </c:tx>
          <c:spPr>
            <a:ln xmlns:a="http://schemas.openxmlformats.org/drawingml/2006/main" w="12383">
              <a:solidFill>
                <a:srgbClr val="68B39A"/>
              </a:solidFill>
            </a:ln>
          </c:spPr>
          <c:marker>
            <c:symbol val="none"/>
          </c:marker>
          <c:xVal>
            <c:numRef>
              <c:f>'Chart Data'!$DO$2:$DO$3</c:f>
              <c:numCache>
                <c:formatCode>General</c:formatCode>
                <c:ptCount val="2"/>
                <c:pt idx="0">
                  <c:v>38.66666667</c:v>
                </c:pt>
                <c:pt idx="1">
                  <c:v>38.66666667</c:v>
                </c:pt>
              </c:numCache>
            </c:numRef>
          </c:xVal>
          <c:yVal>
            <c:numRef>
              <c:f>'Chart Data'!$DP$2:$DP$3</c:f>
              <c:numCache>
                <c:formatCode>0</c:formatCode>
                <c:ptCount val="2"/>
                <c:pt idx="0">
                  <c:v>7.86666667</c:v>
                </c:pt>
                <c:pt idx="1">
                  <c:v>8</c:v>
                </c:pt>
              </c:numCache>
            </c:numRef>
          </c:yVal>
          <c:smooth val="0"/>
        </c:ser>
        <c:ser>
          <c:idx val="60"/>
          <c:order val="60"/>
          <c:tx>
            <c:v>guide Q</c:v>
          </c:tx>
          <c:spPr>
            <a:ln xmlns:a="http://schemas.openxmlformats.org/drawingml/2006/main" w="14288">
              <a:solidFill>
                <a:srgbClr val="445B6B"/>
              </a:solidFill>
            </a:ln>
          </c:spPr>
          <c:marker>
            <c:symbol val="none"/>
          </c:marker>
          <c:xVal>
            <c:numRef>
              <c:f>'Chart Data'!$DQ$2:$DQ$3</c:f>
              <c:numCache>
                <c:formatCode>General</c:formatCode>
                <c:ptCount val="2"/>
                <c:pt idx="0">
                  <c:v>40</c:v>
                </c:pt>
                <c:pt idx="1">
                  <c:v>40</c:v>
                </c:pt>
              </c:numCache>
            </c:numRef>
          </c:xVal>
          <c:yVal>
            <c:numRef>
              <c:f>'Chart Data'!$DR$2:$DR$3</c:f>
              <c:numCache>
                <c:formatCode>0</c:formatCode>
                <c:ptCount val="2"/>
                <c:pt idx="0">
                  <c:v>0</c:v>
                </c:pt>
                <c:pt idx="1">
                  <c:v>8</c:v>
                </c:pt>
              </c:numCache>
            </c:numRef>
          </c:yVal>
          <c:smooth val="0"/>
        </c:ser>
        <c:ser>
          <c:idx val="61"/>
          <c:order val="61"/>
          <c:tx>
            <c:v>guide Pc</c:v>
          </c:tx>
          <c:spPr>
            <a:ln xmlns:a="http://schemas.openxmlformats.org/drawingml/2006/main" w="14288">
              <a:solidFill>
                <a:srgbClr val="445B6B"/>
              </a:solidFill>
            </a:ln>
          </c:spPr>
          <c:marker>
            <c:symbol val="none"/>
          </c:marker>
          <c:xVal>
            <c:numRef>
              <c:f>'Chart Data'!$DS$2:$DS$3</c:f>
              <c:numCache>
                <c:formatCode>General</c:formatCode>
                <c:ptCount val="2"/>
                <c:pt idx="0">
                  <c:v>0</c:v>
                </c:pt>
                <c:pt idx="1">
                  <c:v>40</c:v>
                </c:pt>
              </c:numCache>
            </c:numRef>
          </c:xVal>
          <c:yVal>
            <c:numRef>
              <c:f>'Chart Data'!$DT$2:$DT$3</c:f>
              <c:numCache>
                <c:formatCode>0</c:formatCode>
                <c:ptCount val="2"/>
                <c:pt idx="0">
                  <c:v>8</c:v>
                </c:pt>
                <c:pt idx="1">
                  <c:v>8</c:v>
                </c:pt>
              </c:numCache>
            </c:numRef>
          </c:yVal>
          <c:smooth val="0"/>
        </c:ser>
        <c:ser>
          <c:idx val="62"/>
          <c:order val="62"/>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Data'!$DU$2:$DU$3</c:f>
              <c:numCache>
                <c:formatCode>General</c:formatCode>
                <c:ptCount val="2"/>
                <c:pt idx="0">
                  <c:v>0</c:v>
                </c:pt>
                <c:pt idx="1">
                  <c:v>60</c:v>
                </c:pt>
              </c:numCache>
            </c:numRef>
          </c:xVal>
          <c:yVal>
            <c:numRef>
              <c:f>'Chart Data'!$DV$2:$DV$3</c:f>
              <c:numCache>
                <c:formatCode>0</c:formatCode>
                <c:ptCount val="2"/>
                <c:pt idx="0">
                  <c:v>20</c:v>
                </c:pt>
                <c:pt idx="1">
                  <c:v>2</c:v>
                </c:pt>
              </c:numCache>
            </c:numRef>
          </c:yVal>
          <c:smooth val="0"/>
        </c:ser>
        <c:ser>
          <c:idx val="63"/>
          <c:order val="63"/>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Data'!$DW$2:$DW$3</c:f>
              <c:numCache>
                <c:formatCode>General</c:formatCode>
                <c:ptCount val="2"/>
                <c:pt idx="0">
                  <c:v>0</c:v>
                </c:pt>
                <c:pt idx="1">
                  <c:v>60</c:v>
                </c:pt>
              </c:numCache>
            </c:numRef>
          </c:xVal>
          <c:yVal>
            <c:numRef>
              <c:f>'Chart Data'!$DX$2:$DX$3</c:f>
              <c:numCache>
                <c:formatCode>0</c:formatCode>
                <c:ptCount val="2"/>
                <c:pt idx="0">
                  <c:v>4</c:v>
                </c:pt>
                <c:pt idx="1">
                  <c:v>10</c:v>
                </c:pt>
              </c:numCache>
            </c:numRef>
          </c:yVal>
          <c:smooth val="0"/>
        </c:ser>
        <c:ser>
          <c:idx val="64"/>
          <c:order val="64"/>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CS</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Data'!$DY$2:$DY$2</c:f>
              <c:numCache>
                <c:formatCode>General</c:formatCode>
                <c:ptCount val="1"/>
                <c:pt idx="0">
                  <c:v>9.6</c:v>
                </c:pt>
              </c:numCache>
            </c:numRef>
          </c:xVal>
          <c:yVal>
            <c:numRef>
              <c:f>'Chart Data'!$DZ$2:$DZ$2</c:f>
              <c:numCache>
                <c:formatCode>0</c:formatCode>
                <c:ptCount val="1"/>
                <c:pt idx="0">
                  <c:v>12.2</c:v>
                </c:pt>
              </c:numCache>
            </c:numRef>
          </c:yVal>
          <c:smooth val="0"/>
        </c:ser>
        <c:ser>
          <c:idx val="65"/>
          <c:order val="65"/>
          <c:tx>
            <c:v>PS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PS</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Data'!$EA$2:$EA$2</c:f>
              <c:numCache>
                <c:formatCode>General</c:formatCode>
                <c:ptCount val="1"/>
                <c:pt idx="0">
                  <c:v>9.6</c:v>
                </c:pt>
              </c:numCache>
            </c:numRef>
          </c:xVal>
          <c:yVal>
            <c:numRef>
              <c:f>'Chart Data'!$EB$2:$EB$2</c:f>
              <c:numCache>
                <c:formatCode>0</c:formatCode>
                <c:ptCount val="1"/>
                <c:pt idx="0">
                  <c:v>6.72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notitieboekje)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(notitieboekjes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guide Q</c:v>
          </c:tx>
          <c:spPr>
            <a:ln xmlns:a="http://schemas.openxmlformats.org/drawingml/2006/main" w="14288">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Qt = 30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30</c:v>
                </c:pt>
                <c:pt idx="1">
                  <c:v>30</c:v>
                </c:pt>
              </c:numCache>
            </c:numRef>
          </c:xVal>
          <c:yVal>
            <c:numRef>
              <c:f>'Chart Data'!$B$2:$B$3</c:f>
              <c:numCache>
                <c:formatCode>0</c:formatCode>
                <c:ptCount val="2"/>
                <c:pt idx="0">
                  <c:v>0</c:v>
                </c:pt>
                <c:pt idx="1">
                  <c:v>11</c:v>
                </c:pt>
              </c:numCache>
            </c:numRef>
          </c:yVal>
          <c:smooth val="0"/>
        </c:ser>
        <c:ser>
          <c:idx val="1"/>
          <c:order val="1"/>
          <c:tx>
            <c:v>guide Pc</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Pc = 11</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30</c:v>
                </c:pt>
              </c:numCache>
            </c:numRef>
          </c:xVal>
          <c:yVal>
            <c:numRef>
              <c:f>'Chart Data'!$D$2:$D$3</c:f>
              <c:numCache>
                <c:formatCode>0</c:formatCode>
                <c:ptCount val="2"/>
                <c:pt idx="0">
                  <c:v>11</c:v>
                </c:pt>
                <c:pt idx="1">
                  <c:v>11</c:v>
                </c:pt>
              </c:numCache>
            </c:numRef>
          </c:yVal>
          <c:smooth val="0"/>
        </c:ser>
        <c:ser>
          <c:idx val="2"/>
          <c:order val="2"/>
          <c:tx>
            <c:v>guide Pp</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Pp = 7</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30</c:v>
                </c:pt>
              </c:numCache>
            </c:numRef>
          </c:xVal>
          <c:yVal>
            <c:numRef>
              <c:f>'Chart Data'!$F$2:$F$3</c:f>
              <c:numCache>
                <c:formatCode>0</c:formatCode>
                <c:ptCount val="2"/>
                <c:pt idx="0">
                  <c:v>7</c:v>
                </c:pt>
                <c:pt idx="1">
                  <c:v>7</c:v>
                </c:pt>
              </c:numCache>
            </c:numRef>
          </c:yVal>
          <c:smooth val="0"/>
        </c:ser>
        <c:ser>
          <c:idx val="3"/>
          <c:order val="3"/>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Data'!$G$2:$G$3</c:f>
              <c:numCache>
                <c:formatCode>General</c:formatCode>
                <c:ptCount val="2"/>
                <c:pt idx="0">
                  <c:v>0</c:v>
                </c:pt>
                <c:pt idx="1">
                  <c:v>60</c:v>
                </c:pt>
              </c:numCache>
            </c:numRef>
          </c:xVal>
          <c:yVal>
            <c:numRef>
              <c:f>'Chart Data'!$H$2:$H$3</c:f>
              <c:numCache>
                <c:formatCode>0</c:formatCode>
                <c:ptCount val="2"/>
                <c:pt idx="0">
                  <c:v>20</c:v>
                </c:pt>
                <c:pt idx="1">
                  <c:v>2</c:v>
                </c:pt>
              </c:numCache>
            </c:numRef>
          </c:yVal>
          <c:smooth val="0"/>
        </c:ser>
        <c:ser>
          <c:idx val="4"/>
          <c:order val="4"/>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Data'!$I$2:$I$3</c:f>
              <c:numCache>
                <c:formatCode>General</c:formatCode>
                <c:ptCount val="2"/>
                <c:pt idx="0">
                  <c:v>0</c:v>
                </c:pt>
                <c:pt idx="1">
                  <c:v>60</c:v>
                </c:pt>
              </c:numCache>
            </c:numRef>
          </c:xVal>
          <c:yVal>
            <c:numRef>
              <c:f>'Chart Data'!$J$2:$J$3</c:f>
              <c:numCache>
                <c:formatCode>0</c:formatCode>
                <c:ptCount val="2"/>
                <c:pt idx="0">
                  <c:v>4</c:v>
                </c:pt>
                <c:pt idx="1">
                  <c:v>10</c:v>
                </c:pt>
              </c:numCache>
            </c:numRef>
          </c:yVal>
          <c:smooth val="0"/>
        </c:ser>
        <c:ser>
          <c:idx val="5"/>
          <c:order val="5"/>
          <c:tx>
            <c:v>A + t</c:v>
          </c:tx>
          <c:spPr>
            <a:ln xmlns:a="http://schemas.openxmlformats.org/drawingml/2006/main" w="28575">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 + t</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Data'!$K$2:$K$3</c:f>
              <c:numCache>
                <c:formatCode>General</c:formatCode>
                <c:ptCount val="2"/>
                <c:pt idx="0">
                  <c:v>0</c:v>
                </c:pt>
                <c:pt idx="1">
                  <c:v>60</c:v>
                </c:pt>
              </c:numCache>
            </c:numRef>
          </c:xVal>
          <c:yVal>
            <c:numRef>
              <c:f>'Chart Data'!$L$2:$L$3</c:f>
              <c:numCache>
                <c:formatCode>0</c:formatCode>
                <c:ptCount val="2"/>
                <c:pt idx="0">
                  <c:v>8</c:v>
                </c:pt>
                <c:pt idx="1">
                  <c:v>14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notitieboekje)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(notitieboekjes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CS boundary</c:v>
          </c:tx>
          <c:spPr>
            <a:ln xmlns:a="http://schemas.openxmlformats.org/drawingml/2006/main" w="23813">
              <a:solidFill>
                <a:srgbClr val="85B8D6"/>
              </a:solidFill>
            </a:ln>
          </c:spPr>
          <c:marker>
            <c:symbol val="none"/>
          </c:marker>
          <c:xVal>
            <c:numRef>
              <c:f>'Chart Data'!$A$2:$A$5</c:f>
              <c:numCache>
                <c:formatCode>General</c:formatCode>
                <c:ptCount val="4"/>
                <c:pt idx="0">
                  <c:v>0</c:v>
                </c:pt>
                <c:pt idx="1">
                  <c:v>30</c:v>
                </c:pt>
                <c:pt idx="2">
                  <c:v>0</c:v>
                </c:pt>
                <c:pt idx="3">
                  <c:v>0</c:v>
                </c:pt>
              </c:numCache>
            </c:numRef>
          </c:xVal>
          <c:yVal>
            <c:numRef>
              <c:f>'Chart Data'!$B$2:$B$5</c:f>
              <c:numCache>
                <c:formatCode>0</c:formatCode>
                <c:ptCount val="4"/>
                <c:pt idx="0">
                  <c:v>11</c:v>
                </c:pt>
                <c:pt idx="1">
                  <c:v>11</c:v>
                </c:pt>
                <c:pt idx="2">
                  <c:v>20</c:v>
                </c:pt>
                <c:pt idx="3">
                  <c:v>11</c:v>
                </c:pt>
              </c:numCache>
            </c:numRef>
          </c:yVal>
          <c:smooth val="0"/>
        </c:ser>
        <c:ser>
          <c:idx val="1"/>
          <c:order val="1"/>
          <c:tx>
            <c:v>CS hatch</c:v>
          </c:tx>
          <c:spPr>
            <a:ln xmlns:a="http://schemas.openxmlformats.org/drawingml/2006/main" w="12383">
              <a:solidFill>
                <a:srgbClr val="85B8D6"/>
              </a:solidFill>
            </a:ln>
          </c:spPr>
          <c:marker>
            <c:symbol val="none"/>
          </c:marker>
          <c:xVal>
            <c:numRef>
              <c:f>'Chart Data'!$C$2:$C$3</c:f>
              <c:numCache>
                <c:formatCode>General</c:formatCode>
                <c:ptCount val="2"/>
                <c:pt idx="0">
                  <c:v>1.33333333</c:v>
                </c:pt>
                <c:pt idx="1">
                  <c:v>1.33333333</c:v>
                </c:pt>
              </c:numCache>
            </c:numRef>
          </c:xVal>
          <c:yVal>
            <c:numRef>
              <c:f>'Chart Data'!$D$2:$D$3</c:f>
              <c:numCache>
                <c:formatCode>0</c:formatCode>
                <c:ptCount val="2"/>
                <c:pt idx="0">
                  <c:v>11</c:v>
                </c:pt>
                <c:pt idx="1">
                  <c:v>19.6</c:v>
                </c:pt>
              </c:numCache>
            </c:numRef>
          </c:yVal>
          <c:smooth val="0"/>
        </c:ser>
        <c:ser>
          <c:idx val="2"/>
          <c:order val="2"/>
          <c:tx>
            <c:v>CS hatch</c:v>
          </c:tx>
          <c:spPr>
            <a:ln xmlns:a="http://schemas.openxmlformats.org/drawingml/2006/main" w="12383">
              <a:solidFill>
                <a:srgbClr val="85B8D6"/>
              </a:solidFill>
            </a:ln>
          </c:spPr>
          <c:marker>
            <c:symbol val="none"/>
          </c:marker>
          <c:xVal>
            <c:numRef>
              <c:f>'Chart Data'!$E$2:$E$3</c:f>
              <c:numCache>
                <c:formatCode>General</c:formatCode>
                <c:ptCount val="2"/>
                <c:pt idx="0">
                  <c:v>2.66666667</c:v>
                </c:pt>
                <c:pt idx="1">
                  <c:v>2.66666667</c:v>
                </c:pt>
              </c:numCache>
            </c:numRef>
          </c:xVal>
          <c:yVal>
            <c:numRef>
              <c:f>'Chart Data'!$F$2:$F$3</c:f>
              <c:numCache>
                <c:formatCode>0</c:formatCode>
                <c:ptCount val="2"/>
                <c:pt idx="0">
                  <c:v>11</c:v>
                </c:pt>
                <c:pt idx="1">
                  <c:v>19.2</c:v>
                </c:pt>
              </c:numCache>
            </c:numRef>
          </c:yVal>
          <c:smooth val="0"/>
        </c:ser>
        <c:ser>
          <c:idx val="3"/>
          <c:order val="3"/>
          <c:tx>
            <c:v>CS hatch</c:v>
          </c:tx>
          <c:spPr>
            <a:ln xmlns:a="http://schemas.openxmlformats.org/drawingml/2006/main" w="12383">
              <a:solidFill>
                <a:srgbClr val="85B8D6"/>
              </a:solidFill>
            </a:ln>
          </c:spPr>
          <c:marker>
            <c:symbol val="none"/>
          </c:marker>
          <c:xVal>
            <c:numRef>
              <c:f>'Chart Data'!$G$2:$G$3</c:f>
              <c:numCache>
                <c:formatCode>General</c:formatCode>
                <c:ptCount val="2"/>
                <c:pt idx="0">
                  <c:v>4</c:v>
                </c:pt>
                <c:pt idx="1">
                  <c:v>4</c:v>
                </c:pt>
              </c:numCache>
            </c:numRef>
          </c:xVal>
          <c:yVal>
            <c:numRef>
              <c:f>'Chart Data'!$H$2:$H$3</c:f>
              <c:numCache>
                <c:formatCode>0</c:formatCode>
                <c:ptCount val="2"/>
                <c:pt idx="0">
                  <c:v>11</c:v>
                </c:pt>
                <c:pt idx="1">
                  <c:v>18.8</c:v>
                </c:pt>
              </c:numCache>
            </c:numRef>
          </c:yVal>
          <c:smooth val="0"/>
        </c:ser>
        <c:ser>
          <c:idx val="4"/>
          <c:order val="4"/>
          <c:tx>
            <c:v>CS hatch</c:v>
          </c:tx>
          <c:spPr>
            <a:ln xmlns:a="http://schemas.openxmlformats.org/drawingml/2006/main" w="12383">
              <a:solidFill>
                <a:srgbClr val="85B8D6"/>
              </a:solidFill>
            </a:ln>
          </c:spPr>
          <c:marker>
            <c:symbol val="none"/>
          </c:marker>
          <c:xVal>
            <c:numRef>
              <c:f>'Chart Data'!$I$2:$I$3</c:f>
              <c:numCache>
                <c:formatCode>General</c:formatCode>
                <c:ptCount val="2"/>
                <c:pt idx="0">
                  <c:v>5.33333333</c:v>
                </c:pt>
                <c:pt idx="1">
                  <c:v>5.33333333</c:v>
                </c:pt>
              </c:numCache>
            </c:numRef>
          </c:xVal>
          <c:yVal>
            <c:numRef>
              <c:f>'Chart Data'!$J$2:$J$3</c:f>
              <c:numCache>
                <c:formatCode>0</c:formatCode>
                <c:ptCount val="2"/>
                <c:pt idx="0">
                  <c:v>11</c:v>
                </c:pt>
                <c:pt idx="1">
                  <c:v>18.4</c:v>
                </c:pt>
              </c:numCache>
            </c:numRef>
          </c:yVal>
          <c:smooth val="0"/>
        </c:ser>
        <c:ser>
          <c:idx val="5"/>
          <c:order val="5"/>
          <c:tx>
            <c:v>CS hatch</c:v>
          </c:tx>
          <c:spPr>
            <a:ln xmlns:a="http://schemas.openxmlformats.org/drawingml/2006/main" w="12383">
              <a:solidFill>
                <a:srgbClr val="85B8D6"/>
              </a:solidFill>
            </a:ln>
          </c:spPr>
          <c:marker>
            <c:symbol val="none"/>
          </c:marker>
          <c:xVal>
            <c:numRef>
              <c:f>'Chart Data'!$K$2:$K$3</c:f>
              <c:numCache>
                <c:formatCode>General</c:formatCode>
                <c:ptCount val="2"/>
                <c:pt idx="0">
                  <c:v>6.66666667</c:v>
                </c:pt>
                <c:pt idx="1">
                  <c:v>6.66666667</c:v>
                </c:pt>
              </c:numCache>
            </c:numRef>
          </c:xVal>
          <c:yVal>
            <c:numRef>
              <c:f>'Chart Data'!$L$2:$L$3</c:f>
              <c:numCache>
                <c:formatCode>0</c:formatCode>
                <c:ptCount val="2"/>
                <c:pt idx="0">
                  <c:v>11</c:v>
                </c:pt>
                <c:pt idx="1">
                  <c:v>18</c:v>
                </c:pt>
              </c:numCache>
            </c:numRef>
          </c:yVal>
          <c:smooth val="0"/>
        </c:ser>
        <c:ser>
          <c:idx val="6"/>
          <c:order val="6"/>
          <c:tx>
            <c:v>CS hatch</c:v>
          </c:tx>
          <c:spPr>
            <a:ln xmlns:a="http://schemas.openxmlformats.org/drawingml/2006/main" w="12383">
              <a:solidFill>
                <a:srgbClr val="85B8D6"/>
              </a:solidFill>
            </a:ln>
          </c:spPr>
          <c:marker>
            <c:symbol val="none"/>
          </c:marker>
          <c:xVal>
            <c:numRef>
              <c:f>'Chart Data'!$M$2:$M$3</c:f>
              <c:numCache>
                <c:formatCode>General</c:formatCode>
                <c:ptCount val="2"/>
                <c:pt idx="0">
                  <c:v>8</c:v>
                </c:pt>
                <c:pt idx="1">
                  <c:v>8</c:v>
                </c:pt>
              </c:numCache>
            </c:numRef>
          </c:xVal>
          <c:yVal>
            <c:numRef>
              <c:f>'Chart Data'!$N$2:$N$3</c:f>
              <c:numCache>
                <c:formatCode>0</c:formatCode>
                <c:ptCount val="2"/>
                <c:pt idx="0">
                  <c:v>11</c:v>
                </c:pt>
                <c:pt idx="1">
                  <c:v>17.6</c:v>
                </c:pt>
              </c:numCache>
            </c:numRef>
          </c:yVal>
          <c:smooth val="0"/>
        </c:ser>
        <c:ser>
          <c:idx val="7"/>
          <c:order val="7"/>
          <c:tx>
            <c:v>CS hatch</c:v>
          </c:tx>
          <c:spPr>
            <a:ln xmlns:a="http://schemas.openxmlformats.org/drawingml/2006/main" w="12383">
              <a:solidFill>
                <a:srgbClr val="85B8D6"/>
              </a:solidFill>
            </a:ln>
          </c:spPr>
          <c:marker>
            <c:symbol val="none"/>
          </c:marker>
          <c:xVal>
            <c:numRef>
              <c:f>'Chart Data'!$O$2:$O$3</c:f>
              <c:numCache>
                <c:formatCode>General</c:formatCode>
                <c:ptCount val="2"/>
                <c:pt idx="0">
                  <c:v>9.33333333</c:v>
                </c:pt>
                <c:pt idx="1">
                  <c:v>9.33333333</c:v>
                </c:pt>
              </c:numCache>
            </c:numRef>
          </c:xVal>
          <c:yVal>
            <c:numRef>
              <c:f>'Chart Data'!$P$2:$P$3</c:f>
              <c:numCache>
                <c:formatCode>0</c:formatCode>
                <c:ptCount val="2"/>
                <c:pt idx="0">
                  <c:v>11</c:v>
                </c:pt>
                <c:pt idx="1">
                  <c:v>17.2</c:v>
                </c:pt>
              </c:numCache>
            </c:numRef>
          </c:yVal>
          <c:smooth val="0"/>
        </c:ser>
        <c:ser>
          <c:idx val="8"/>
          <c:order val="8"/>
          <c:tx>
            <c:v>CS hatch</c:v>
          </c:tx>
          <c:spPr>
            <a:ln xmlns:a="http://schemas.openxmlformats.org/drawingml/2006/main" w="12383">
              <a:solidFill>
                <a:srgbClr val="85B8D6"/>
              </a:solidFill>
            </a:ln>
          </c:spPr>
          <c:marker>
            <c:symbol val="none"/>
          </c:marker>
          <c:xVal>
            <c:numRef>
              <c:f>'Chart Data'!$Q$2:$Q$3</c:f>
              <c:numCache>
                <c:formatCode>General</c:formatCode>
                <c:ptCount val="2"/>
                <c:pt idx="0">
                  <c:v>10.66666667</c:v>
                </c:pt>
                <c:pt idx="1">
                  <c:v>10.66666667</c:v>
                </c:pt>
              </c:numCache>
            </c:numRef>
          </c:xVal>
          <c:yVal>
            <c:numRef>
              <c:f>'Chart Data'!$R$2:$R$3</c:f>
              <c:numCache>
                <c:formatCode>0</c:formatCode>
                <c:ptCount val="2"/>
                <c:pt idx="0">
                  <c:v>11</c:v>
                </c:pt>
                <c:pt idx="1">
                  <c:v>16.8</c:v>
                </c:pt>
              </c:numCache>
            </c:numRef>
          </c:yVal>
          <c:smooth val="0"/>
        </c:ser>
        <c:ser>
          <c:idx val="9"/>
          <c:order val="9"/>
          <c:tx>
            <c:v>CS hatch</c:v>
          </c:tx>
          <c:spPr>
            <a:ln xmlns:a="http://schemas.openxmlformats.org/drawingml/2006/main" w="12383">
              <a:solidFill>
                <a:srgbClr val="85B8D6"/>
              </a:solidFill>
            </a:ln>
          </c:spPr>
          <c:marker>
            <c:symbol val="none"/>
          </c:marker>
          <c:xVal>
            <c:numRef>
              <c:f>'Chart Data'!$S$2:$S$3</c:f>
              <c:numCache>
                <c:formatCode>General</c:formatCode>
                <c:ptCount val="2"/>
                <c:pt idx="0">
                  <c:v>12</c:v>
                </c:pt>
                <c:pt idx="1">
                  <c:v>12</c:v>
                </c:pt>
              </c:numCache>
            </c:numRef>
          </c:xVal>
          <c:yVal>
            <c:numRef>
              <c:f>'Chart Data'!$T$2:$T$3</c:f>
              <c:numCache>
                <c:formatCode>0</c:formatCode>
                <c:ptCount val="2"/>
                <c:pt idx="0">
                  <c:v>11</c:v>
                </c:pt>
                <c:pt idx="1">
                  <c:v>16.4</c:v>
                </c:pt>
              </c:numCache>
            </c:numRef>
          </c:yVal>
          <c:smooth val="0"/>
        </c:ser>
        <c:ser>
          <c:idx val="10"/>
          <c:order val="10"/>
          <c:tx>
            <c:v>CS hatch</c:v>
          </c:tx>
          <c:spPr>
            <a:ln xmlns:a="http://schemas.openxmlformats.org/drawingml/2006/main" w="12383">
              <a:solidFill>
                <a:srgbClr val="85B8D6"/>
              </a:solidFill>
            </a:ln>
          </c:spPr>
          <c:marker>
            <c:symbol val="none"/>
          </c:marker>
          <c:xVal>
            <c:numRef>
              <c:f>'Chart Data'!$U$2:$U$3</c:f>
              <c:numCache>
                <c:formatCode>General</c:formatCode>
                <c:ptCount val="2"/>
                <c:pt idx="0">
                  <c:v>13.33333333</c:v>
                </c:pt>
                <c:pt idx="1">
                  <c:v>13.33333333</c:v>
                </c:pt>
              </c:numCache>
            </c:numRef>
          </c:xVal>
          <c:yVal>
            <c:numRef>
              <c:f>'Chart Data'!$V$2:$V$3</c:f>
              <c:numCache>
                <c:formatCode>0</c:formatCode>
                <c:ptCount val="2"/>
                <c:pt idx="0">
                  <c:v>11</c:v>
                </c:pt>
                <c:pt idx="1">
                  <c:v>16</c:v>
                </c:pt>
              </c:numCache>
            </c:numRef>
          </c:yVal>
          <c:smooth val="0"/>
        </c:ser>
        <c:ser>
          <c:idx val="11"/>
          <c:order val="11"/>
          <c:tx>
            <c:v>CS hatch</c:v>
          </c:tx>
          <c:spPr>
            <a:ln xmlns:a="http://schemas.openxmlformats.org/drawingml/2006/main" w="12383">
              <a:solidFill>
                <a:srgbClr val="85B8D6"/>
              </a:solidFill>
            </a:ln>
          </c:spPr>
          <c:marker>
            <c:symbol val="none"/>
          </c:marker>
          <c:xVal>
            <c:numRef>
              <c:f>'Chart Data'!$W$2:$W$3</c:f>
              <c:numCache>
                <c:formatCode>General</c:formatCode>
                <c:ptCount val="2"/>
                <c:pt idx="0">
                  <c:v>14.66666667</c:v>
                </c:pt>
                <c:pt idx="1">
                  <c:v>14.66666667</c:v>
                </c:pt>
              </c:numCache>
            </c:numRef>
          </c:xVal>
          <c:yVal>
            <c:numRef>
              <c:f>'Chart Data'!$X$2:$X$3</c:f>
              <c:numCache>
                <c:formatCode>0</c:formatCode>
                <c:ptCount val="2"/>
                <c:pt idx="0">
                  <c:v>11</c:v>
                </c:pt>
                <c:pt idx="1">
                  <c:v>15.6</c:v>
                </c:pt>
              </c:numCache>
            </c:numRef>
          </c:yVal>
          <c:smooth val="0"/>
        </c:ser>
        <c:ser>
          <c:idx val="12"/>
          <c:order val="12"/>
          <c:tx>
            <c:v>CS hatch</c:v>
          </c:tx>
          <c:spPr>
            <a:ln xmlns:a="http://schemas.openxmlformats.org/drawingml/2006/main" w="12383">
              <a:solidFill>
                <a:srgbClr val="85B8D6"/>
              </a:solidFill>
            </a:ln>
          </c:spPr>
          <c:marker>
            <c:symbol val="none"/>
          </c:marker>
          <c:xVal>
            <c:numRef>
              <c:f>'Chart Data'!$Y$2:$Y$3</c:f>
              <c:numCache>
                <c:formatCode>General</c:formatCode>
                <c:ptCount val="2"/>
                <c:pt idx="0">
                  <c:v>16</c:v>
                </c:pt>
                <c:pt idx="1">
                  <c:v>16</c:v>
                </c:pt>
              </c:numCache>
            </c:numRef>
          </c:xVal>
          <c:yVal>
            <c:numRef>
              <c:f>'Chart Data'!$Z$2:$Z$3</c:f>
              <c:numCache>
                <c:formatCode>0</c:formatCode>
                <c:ptCount val="2"/>
                <c:pt idx="0">
                  <c:v>11</c:v>
                </c:pt>
                <c:pt idx="1">
                  <c:v>15.2</c:v>
                </c:pt>
              </c:numCache>
            </c:numRef>
          </c:yVal>
          <c:smooth val="0"/>
        </c:ser>
        <c:ser>
          <c:idx val="13"/>
          <c:order val="13"/>
          <c:tx>
            <c:v>CS hatch</c:v>
          </c:tx>
          <c:spPr>
            <a:ln xmlns:a="http://schemas.openxmlformats.org/drawingml/2006/main" w="12383">
              <a:solidFill>
                <a:srgbClr val="85B8D6"/>
              </a:solidFill>
            </a:ln>
          </c:spPr>
          <c:marker>
            <c:symbol val="none"/>
          </c:marker>
          <c:xVal>
            <c:numRef>
              <c:f>'Chart Data'!$AA$2:$AA$3</c:f>
              <c:numCache>
                <c:formatCode>General</c:formatCode>
                <c:ptCount val="2"/>
                <c:pt idx="0">
                  <c:v>17.33333333</c:v>
                </c:pt>
                <c:pt idx="1">
                  <c:v>17.33333333</c:v>
                </c:pt>
              </c:numCache>
            </c:numRef>
          </c:xVal>
          <c:yVal>
            <c:numRef>
              <c:f>'Chart Data'!$AB$2:$AB$3</c:f>
              <c:numCache>
                <c:formatCode>0</c:formatCode>
                <c:ptCount val="2"/>
                <c:pt idx="0">
                  <c:v>11</c:v>
                </c:pt>
                <c:pt idx="1">
                  <c:v>14.8</c:v>
                </c:pt>
              </c:numCache>
            </c:numRef>
          </c:yVal>
          <c:smooth val="0"/>
        </c:ser>
        <c:ser>
          <c:idx val="14"/>
          <c:order val="14"/>
          <c:tx>
            <c:v>CS hatch</c:v>
          </c:tx>
          <c:spPr>
            <a:ln xmlns:a="http://schemas.openxmlformats.org/drawingml/2006/main" w="12383">
              <a:solidFill>
                <a:srgbClr val="85B8D6"/>
              </a:solidFill>
            </a:ln>
          </c:spPr>
          <c:marker>
            <c:symbol val="none"/>
          </c:marker>
          <c:xVal>
            <c:numRef>
              <c:f>'Chart Data'!$AC$2:$AC$3</c:f>
              <c:numCache>
                <c:formatCode>General</c:formatCode>
                <c:ptCount val="2"/>
                <c:pt idx="0">
                  <c:v>18.66666667</c:v>
                </c:pt>
                <c:pt idx="1">
                  <c:v>18.66666667</c:v>
                </c:pt>
              </c:numCache>
            </c:numRef>
          </c:xVal>
          <c:yVal>
            <c:numRef>
              <c:f>'Chart Data'!$AD$2:$AD$3</c:f>
              <c:numCache>
                <c:formatCode>0</c:formatCode>
                <c:ptCount val="2"/>
                <c:pt idx="0">
                  <c:v>11</c:v>
                </c:pt>
                <c:pt idx="1">
                  <c:v>14.4</c:v>
                </c:pt>
              </c:numCache>
            </c:numRef>
          </c:yVal>
          <c:smooth val="0"/>
        </c:ser>
        <c:ser>
          <c:idx val="15"/>
          <c:order val="15"/>
          <c:tx>
            <c:v>CS hatch</c:v>
          </c:tx>
          <c:spPr>
            <a:ln xmlns:a="http://schemas.openxmlformats.org/drawingml/2006/main" w="12383">
              <a:solidFill>
                <a:srgbClr val="85B8D6"/>
              </a:solidFill>
            </a:ln>
          </c:spPr>
          <c:marker>
            <c:symbol val="none"/>
          </c:marker>
          <c:xVal>
            <c:numRef>
              <c:f>'Chart Data'!$AE$2:$AE$3</c:f>
              <c:numCache>
                <c:formatCode>General</c:formatCode>
                <c:ptCount val="2"/>
                <c:pt idx="0">
                  <c:v>20</c:v>
                </c:pt>
                <c:pt idx="1">
                  <c:v>20</c:v>
                </c:pt>
              </c:numCache>
            </c:numRef>
          </c:xVal>
          <c:yVal>
            <c:numRef>
              <c:f>'Chart Data'!$AF$2:$AF$3</c:f>
              <c:numCache>
                <c:formatCode>0</c:formatCode>
                <c:ptCount val="2"/>
                <c:pt idx="0">
                  <c:v>11</c:v>
                </c:pt>
                <c:pt idx="1">
                  <c:v>14</c:v>
                </c:pt>
              </c:numCache>
            </c:numRef>
          </c:yVal>
          <c:smooth val="0"/>
        </c:ser>
        <c:ser>
          <c:idx val="16"/>
          <c:order val="16"/>
          <c:tx>
            <c:v>CS hatch</c:v>
          </c:tx>
          <c:spPr>
            <a:ln xmlns:a="http://schemas.openxmlformats.org/drawingml/2006/main" w="12383">
              <a:solidFill>
                <a:srgbClr val="85B8D6"/>
              </a:solidFill>
            </a:ln>
          </c:spPr>
          <c:marker>
            <c:symbol val="none"/>
          </c:marker>
          <c:xVal>
            <c:numRef>
              <c:f>'Chart Data'!$AG$2:$AG$3</c:f>
              <c:numCache>
                <c:formatCode>General</c:formatCode>
                <c:ptCount val="2"/>
                <c:pt idx="0">
                  <c:v>21.33333333</c:v>
                </c:pt>
                <c:pt idx="1">
                  <c:v>21.33333333</c:v>
                </c:pt>
              </c:numCache>
            </c:numRef>
          </c:xVal>
          <c:yVal>
            <c:numRef>
              <c:f>'Chart Data'!$AH$2:$AH$3</c:f>
              <c:numCache>
                <c:formatCode>0</c:formatCode>
                <c:ptCount val="2"/>
                <c:pt idx="0">
                  <c:v>11</c:v>
                </c:pt>
                <c:pt idx="1">
                  <c:v>13.6</c:v>
                </c:pt>
              </c:numCache>
            </c:numRef>
          </c:yVal>
          <c:smooth val="0"/>
        </c:ser>
        <c:ser>
          <c:idx val="17"/>
          <c:order val="17"/>
          <c:tx>
            <c:v>CS hatch</c:v>
          </c:tx>
          <c:spPr>
            <a:ln xmlns:a="http://schemas.openxmlformats.org/drawingml/2006/main" w="12383">
              <a:solidFill>
                <a:srgbClr val="85B8D6"/>
              </a:solidFill>
            </a:ln>
          </c:spPr>
          <c:marker>
            <c:symbol val="none"/>
          </c:marker>
          <c:xVal>
            <c:numRef>
              <c:f>'Chart Data'!$AI$2:$AI$3</c:f>
              <c:numCache>
                <c:formatCode>General</c:formatCode>
                <c:ptCount val="2"/>
                <c:pt idx="0">
                  <c:v>22.66666667</c:v>
                </c:pt>
                <c:pt idx="1">
                  <c:v>22.66666667</c:v>
                </c:pt>
              </c:numCache>
            </c:numRef>
          </c:xVal>
          <c:yVal>
            <c:numRef>
              <c:f>'Chart Data'!$AJ$2:$AJ$3</c:f>
              <c:numCache>
                <c:formatCode>0</c:formatCode>
                <c:ptCount val="2"/>
                <c:pt idx="0">
                  <c:v>11</c:v>
                </c:pt>
                <c:pt idx="1">
                  <c:v>13.2</c:v>
                </c:pt>
              </c:numCache>
            </c:numRef>
          </c:yVal>
          <c:smooth val="0"/>
        </c:ser>
        <c:ser>
          <c:idx val="18"/>
          <c:order val="18"/>
          <c:tx>
            <c:v>CS hatch</c:v>
          </c:tx>
          <c:spPr>
            <a:ln xmlns:a="http://schemas.openxmlformats.org/drawingml/2006/main" w="12383">
              <a:solidFill>
                <a:srgbClr val="85B8D6"/>
              </a:solidFill>
            </a:ln>
          </c:spPr>
          <c:marker>
            <c:symbol val="none"/>
          </c:marker>
          <c:xVal>
            <c:numRef>
              <c:f>'Chart Data'!$AK$2:$AK$3</c:f>
              <c:numCache>
                <c:formatCode>General</c:formatCode>
                <c:ptCount val="2"/>
                <c:pt idx="0">
                  <c:v>24</c:v>
                </c:pt>
                <c:pt idx="1">
                  <c:v>24</c:v>
                </c:pt>
              </c:numCache>
            </c:numRef>
          </c:xVal>
          <c:yVal>
            <c:numRef>
              <c:f>'Chart Data'!$AL$2:$AL$3</c:f>
              <c:numCache>
                <c:formatCode>0</c:formatCode>
                <c:ptCount val="2"/>
                <c:pt idx="0">
                  <c:v>11</c:v>
                </c:pt>
                <c:pt idx="1">
                  <c:v>12.8</c:v>
                </c:pt>
              </c:numCache>
            </c:numRef>
          </c:yVal>
          <c:smooth val="0"/>
        </c:ser>
        <c:ser>
          <c:idx val="19"/>
          <c:order val="19"/>
          <c:tx>
            <c:v>CS hatch</c:v>
          </c:tx>
          <c:spPr>
            <a:ln xmlns:a="http://schemas.openxmlformats.org/drawingml/2006/main" w="12383">
              <a:solidFill>
                <a:srgbClr val="85B8D6"/>
              </a:solidFill>
            </a:ln>
          </c:spPr>
          <c:marker>
            <c:symbol val="none"/>
          </c:marker>
          <c:xVal>
            <c:numRef>
              <c:f>'Chart Data'!$AM$2:$AM$3</c:f>
              <c:numCache>
                <c:formatCode>General</c:formatCode>
                <c:ptCount val="2"/>
                <c:pt idx="0">
                  <c:v>25.33333333</c:v>
                </c:pt>
                <c:pt idx="1">
                  <c:v>25.33333333</c:v>
                </c:pt>
              </c:numCache>
            </c:numRef>
          </c:xVal>
          <c:yVal>
            <c:numRef>
              <c:f>'Chart Data'!$AN$2:$AN$3</c:f>
              <c:numCache>
                <c:formatCode>0</c:formatCode>
                <c:ptCount val="2"/>
                <c:pt idx="0">
                  <c:v>11</c:v>
                </c:pt>
                <c:pt idx="1">
                  <c:v>12.4</c:v>
                </c:pt>
              </c:numCache>
            </c:numRef>
          </c:yVal>
          <c:smooth val="0"/>
        </c:ser>
        <c:ser>
          <c:idx val="20"/>
          <c:order val="20"/>
          <c:tx>
            <c:v>CS hatch</c:v>
          </c:tx>
          <c:spPr>
            <a:ln xmlns:a="http://schemas.openxmlformats.org/drawingml/2006/main" w="12383">
              <a:solidFill>
                <a:srgbClr val="85B8D6"/>
              </a:solidFill>
            </a:ln>
          </c:spPr>
          <c:marker>
            <c:symbol val="none"/>
          </c:marker>
          <c:xVal>
            <c:numRef>
              <c:f>'Chart Data'!$AO$2:$AO$3</c:f>
              <c:numCache>
                <c:formatCode>General</c:formatCode>
                <c:ptCount val="2"/>
                <c:pt idx="0">
                  <c:v>26.66666667</c:v>
                </c:pt>
                <c:pt idx="1">
                  <c:v>26.66666667</c:v>
                </c:pt>
              </c:numCache>
            </c:numRef>
          </c:xVal>
          <c:yVal>
            <c:numRef>
              <c:f>'Chart Data'!$AP$2:$AP$3</c:f>
              <c:numCache>
                <c:formatCode>0</c:formatCode>
                <c:ptCount val="2"/>
                <c:pt idx="0">
                  <c:v>11</c:v>
                </c:pt>
                <c:pt idx="1">
                  <c:v>12</c:v>
                </c:pt>
              </c:numCache>
            </c:numRef>
          </c:yVal>
          <c:smooth val="0"/>
        </c:ser>
        <c:ser>
          <c:idx val="21"/>
          <c:order val="21"/>
          <c:tx>
            <c:v>CS hatch</c:v>
          </c:tx>
          <c:spPr>
            <a:ln xmlns:a="http://schemas.openxmlformats.org/drawingml/2006/main" w="12383">
              <a:solidFill>
                <a:srgbClr val="85B8D6"/>
              </a:solidFill>
            </a:ln>
          </c:spPr>
          <c:marker>
            <c:symbol val="none"/>
          </c:marker>
          <c:xVal>
            <c:numRef>
              <c:f>'Chart Data'!$AQ$2:$AQ$3</c:f>
              <c:numCache>
                <c:formatCode>General</c:formatCode>
                <c:ptCount val="2"/>
                <c:pt idx="0">
                  <c:v>28</c:v>
                </c:pt>
                <c:pt idx="1">
                  <c:v>28</c:v>
                </c:pt>
              </c:numCache>
            </c:numRef>
          </c:xVal>
          <c:yVal>
            <c:numRef>
              <c:f>'Chart Data'!$AR$2:$AR$3</c:f>
              <c:numCache>
                <c:formatCode>0</c:formatCode>
                <c:ptCount val="2"/>
                <c:pt idx="0">
                  <c:v>11</c:v>
                </c:pt>
                <c:pt idx="1">
                  <c:v>11.6</c:v>
                </c:pt>
              </c:numCache>
            </c:numRef>
          </c:yVal>
          <c:smooth val="0"/>
        </c:ser>
        <c:ser>
          <c:idx val="22"/>
          <c:order val="22"/>
          <c:tx>
            <c:v>CS hatch</c:v>
          </c:tx>
          <c:spPr>
            <a:ln xmlns:a="http://schemas.openxmlformats.org/drawingml/2006/main" w="12383">
              <a:solidFill>
                <a:srgbClr val="85B8D6"/>
              </a:solidFill>
            </a:ln>
          </c:spPr>
          <c:marker>
            <c:symbol val="none"/>
          </c:marker>
          <c:xVal>
            <c:numRef>
              <c:f>'Chart Data'!$AS$2:$AS$3</c:f>
              <c:numCache>
                <c:formatCode>General</c:formatCode>
                <c:ptCount val="2"/>
                <c:pt idx="0">
                  <c:v>29.33333333</c:v>
                </c:pt>
                <c:pt idx="1">
                  <c:v>29.33333333</c:v>
                </c:pt>
              </c:numCache>
            </c:numRef>
          </c:xVal>
          <c:yVal>
            <c:numRef>
              <c:f>'Chart Data'!$AT$2:$AT$3</c:f>
              <c:numCache>
                <c:formatCode>0</c:formatCode>
                <c:ptCount val="2"/>
                <c:pt idx="0">
                  <c:v>11</c:v>
                </c:pt>
                <c:pt idx="1">
                  <c:v>11.2</c:v>
                </c:pt>
              </c:numCache>
            </c:numRef>
          </c:yVal>
          <c:smooth val="0"/>
        </c:ser>
        <c:ser>
          <c:idx val="23"/>
          <c:order val="23"/>
          <c:tx>
            <c:v>PS boundary</c:v>
          </c:tx>
          <c:spPr>
            <a:ln xmlns:a="http://schemas.openxmlformats.org/drawingml/2006/main" w="23813">
              <a:solidFill>
                <a:srgbClr val="68B39A"/>
              </a:solidFill>
            </a:ln>
          </c:spPr>
          <c:marker>
            <c:symbol val="none"/>
          </c:marker>
          <c:xVal>
            <c:numRef>
              <c:f>'Chart Data'!$AU$2:$AU$5</c:f>
              <c:numCache>
                <c:formatCode>General</c:formatCode>
                <c:ptCount val="4"/>
                <c:pt idx="0">
                  <c:v>0</c:v>
                </c:pt>
                <c:pt idx="1">
                  <c:v>30</c:v>
                </c:pt>
                <c:pt idx="2">
                  <c:v>0</c:v>
                </c:pt>
                <c:pt idx="3">
                  <c:v>0</c:v>
                </c:pt>
              </c:numCache>
            </c:numRef>
          </c:xVal>
          <c:yVal>
            <c:numRef>
              <c:f>'Chart Data'!$AV$2:$AV$5</c:f>
              <c:numCache>
                <c:formatCode>0</c:formatCode>
                <c:ptCount val="4"/>
                <c:pt idx="0">
                  <c:v>4</c:v>
                </c:pt>
                <c:pt idx="1">
                  <c:v>7</c:v>
                </c:pt>
                <c:pt idx="2">
                  <c:v>7</c:v>
                </c:pt>
                <c:pt idx="3">
                  <c:v>4</c:v>
                </c:pt>
              </c:numCache>
            </c:numRef>
          </c:yVal>
          <c:smooth val="0"/>
        </c:ser>
        <c:ser>
          <c:idx val="24"/>
          <c:order val="24"/>
          <c:tx>
            <c:v>PS hatch</c:v>
          </c:tx>
          <c:spPr>
            <a:ln xmlns:a="http://schemas.openxmlformats.org/drawingml/2006/main" w="12383">
              <a:solidFill>
                <a:srgbClr val="68B39A"/>
              </a:solidFill>
            </a:ln>
          </c:spPr>
          <c:marker>
            <c:symbol val="none"/>
          </c:marker>
          <c:xVal>
            <c:numRef>
              <c:f>'Chart Data'!$AW$2:$AW$3</c:f>
              <c:numCache>
                <c:formatCode>General</c:formatCode>
                <c:ptCount val="2"/>
                <c:pt idx="0">
                  <c:v>1.33333333</c:v>
                </c:pt>
                <c:pt idx="1">
                  <c:v>1.33333333</c:v>
                </c:pt>
              </c:numCache>
            </c:numRef>
          </c:xVal>
          <c:yVal>
            <c:numRef>
              <c:f>'Chart Data'!$AX$2:$AX$3</c:f>
              <c:numCache>
                <c:formatCode>0</c:formatCode>
                <c:ptCount val="2"/>
                <c:pt idx="0">
                  <c:v>4.13333333</c:v>
                </c:pt>
                <c:pt idx="1">
                  <c:v>7</c:v>
                </c:pt>
              </c:numCache>
            </c:numRef>
          </c:yVal>
          <c:smooth val="0"/>
        </c:ser>
        <c:ser>
          <c:idx val="25"/>
          <c:order val="25"/>
          <c:tx>
            <c:v>PS hatch</c:v>
          </c:tx>
          <c:spPr>
            <a:ln xmlns:a="http://schemas.openxmlformats.org/drawingml/2006/main" w="12383">
              <a:solidFill>
                <a:srgbClr val="68B39A"/>
              </a:solidFill>
            </a:ln>
          </c:spPr>
          <c:marker>
            <c:symbol val="none"/>
          </c:marker>
          <c:xVal>
            <c:numRef>
              <c:f>'Chart Data'!$AY$2:$AY$3</c:f>
              <c:numCache>
                <c:formatCode>General</c:formatCode>
                <c:ptCount val="2"/>
                <c:pt idx="0">
                  <c:v>2.66666667</c:v>
                </c:pt>
                <c:pt idx="1">
                  <c:v>2.66666667</c:v>
                </c:pt>
              </c:numCache>
            </c:numRef>
          </c:xVal>
          <c:yVal>
            <c:numRef>
              <c:f>'Chart Data'!$AZ$2:$AZ$3</c:f>
              <c:numCache>
                <c:formatCode>0</c:formatCode>
                <c:ptCount val="2"/>
                <c:pt idx="0">
                  <c:v>4.26666667</c:v>
                </c:pt>
                <c:pt idx="1">
                  <c:v>7</c:v>
                </c:pt>
              </c:numCache>
            </c:numRef>
          </c:yVal>
          <c:smooth val="0"/>
        </c:ser>
        <c:ser>
          <c:idx val="26"/>
          <c:order val="26"/>
          <c:tx>
            <c:v>PS hatch</c:v>
          </c:tx>
          <c:spPr>
            <a:ln xmlns:a="http://schemas.openxmlformats.org/drawingml/2006/main" w="12383">
              <a:solidFill>
                <a:srgbClr val="68B39A"/>
              </a:solidFill>
            </a:ln>
          </c:spPr>
          <c:marker>
            <c:symbol val="none"/>
          </c:marker>
          <c:xVal>
            <c:numRef>
              <c:f>'Chart Data'!$BA$2:$BA$3</c:f>
              <c:numCache>
                <c:formatCode>General</c:formatCode>
                <c:ptCount val="2"/>
                <c:pt idx="0">
                  <c:v>4</c:v>
                </c:pt>
                <c:pt idx="1">
                  <c:v>4</c:v>
                </c:pt>
              </c:numCache>
            </c:numRef>
          </c:xVal>
          <c:yVal>
            <c:numRef>
              <c:f>'Chart Data'!$BB$2:$BB$3</c:f>
              <c:numCache>
                <c:formatCode>0</c:formatCode>
                <c:ptCount val="2"/>
                <c:pt idx="0">
                  <c:v>4.4</c:v>
                </c:pt>
                <c:pt idx="1">
                  <c:v>7</c:v>
                </c:pt>
              </c:numCache>
            </c:numRef>
          </c:yVal>
          <c:smooth val="0"/>
        </c:ser>
        <c:ser>
          <c:idx val="27"/>
          <c:order val="27"/>
          <c:tx>
            <c:v>PS hatch</c:v>
          </c:tx>
          <c:spPr>
            <a:ln xmlns:a="http://schemas.openxmlformats.org/drawingml/2006/main" w="12383">
              <a:solidFill>
                <a:srgbClr val="68B39A"/>
              </a:solidFill>
            </a:ln>
          </c:spPr>
          <c:marker>
            <c:symbol val="none"/>
          </c:marker>
          <c:xVal>
            <c:numRef>
              <c:f>'Chart Data'!$BC$2:$BC$3</c:f>
              <c:numCache>
                <c:formatCode>General</c:formatCode>
                <c:ptCount val="2"/>
                <c:pt idx="0">
                  <c:v>5.33333333</c:v>
                </c:pt>
                <c:pt idx="1">
                  <c:v>5.33333333</c:v>
                </c:pt>
              </c:numCache>
            </c:numRef>
          </c:xVal>
          <c:yVal>
            <c:numRef>
              <c:f>'Chart Data'!$BD$2:$BD$3</c:f>
              <c:numCache>
                <c:formatCode>0</c:formatCode>
                <c:ptCount val="2"/>
                <c:pt idx="0">
                  <c:v>4.53333333</c:v>
                </c:pt>
                <c:pt idx="1">
                  <c:v>7</c:v>
                </c:pt>
              </c:numCache>
            </c:numRef>
          </c:yVal>
          <c:smooth val="0"/>
        </c:ser>
        <c:ser>
          <c:idx val="28"/>
          <c:order val="28"/>
          <c:tx>
            <c:v>PS hatch</c:v>
          </c:tx>
          <c:spPr>
            <a:ln xmlns:a="http://schemas.openxmlformats.org/drawingml/2006/main" w="12383">
              <a:solidFill>
                <a:srgbClr val="68B39A"/>
              </a:solidFill>
            </a:ln>
          </c:spPr>
          <c:marker>
            <c:symbol val="none"/>
          </c:marker>
          <c:xVal>
            <c:numRef>
              <c:f>'Chart Data'!$BE$2:$BE$3</c:f>
              <c:numCache>
                <c:formatCode>General</c:formatCode>
                <c:ptCount val="2"/>
                <c:pt idx="0">
                  <c:v>6.66666667</c:v>
                </c:pt>
                <c:pt idx="1">
                  <c:v>6.66666667</c:v>
                </c:pt>
              </c:numCache>
            </c:numRef>
          </c:xVal>
          <c:yVal>
            <c:numRef>
              <c:f>'Chart Data'!$BF$2:$BF$3</c:f>
              <c:numCache>
                <c:formatCode>0</c:formatCode>
                <c:ptCount val="2"/>
                <c:pt idx="0">
                  <c:v>4.66666667</c:v>
                </c:pt>
                <c:pt idx="1">
                  <c:v>7</c:v>
                </c:pt>
              </c:numCache>
            </c:numRef>
          </c:yVal>
          <c:smooth val="0"/>
        </c:ser>
        <c:ser>
          <c:idx val="29"/>
          <c:order val="29"/>
          <c:tx>
            <c:v>PS hatch</c:v>
          </c:tx>
          <c:spPr>
            <a:ln xmlns:a="http://schemas.openxmlformats.org/drawingml/2006/main" w="12383">
              <a:solidFill>
                <a:srgbClr val="68B39A"/>
              </a:solidFill>
            </a:ln>
          </c:spPr>
          <c:marker>
            <c:symbol val="none"/>
          </c:marker>
          <c:xVal>
            <c:numRef>
              <c:f>'Chart Data'!$BG$2:$BG$3</c:f>
              <c:numCache>
                <c:formatCode>General</c:formatCode>
                <c:ptCount val="2"/>
                <c:pt idx="0">
                  <c:v>8</c:v>
                </c:pt>
                <c:pt idx="1">
                  <c:v>8</c:v>
                </c:pt>
              </c:numCache>
            </c:numRef>
          </c:xVal>
          <c:yVal>
            <c:numRef>
              <c:f>'Chart Data'!$BH$2:$BH$3</c:f>
              <c:numCache>
                <c:formatCode>0</c:formatCode>
                <c:ptCount val="2"/>
                <c:pt idx="0">
                  <c:v>4.8</c:v>
                </c:pt>
                <c:pt idx="1">
                  <c:v>7</c:v>
                </c:pt>
              </c:numCache>
            </c:numRef>
          </c:yVal>
          <c:smooth val="0"/>
        </c:ser>
        <c:ser>
          <c:idx val="30"/>
          <c:order val="30"/>
          <c:tx>
            <c:v>PS hatch</c:v>
          </c:tx>
          <c:spPr>
            <a:ln xmlns:a="http://schemas.openxmlformats.org/drawingml/2006/main" w="12383">
              <a:solidFill>
                <a:srgbClr val="68B39A"/>
              </a:solidFill>
            </a:ln>
          </c:spPr>
          <c:marker>
            <c:symbol val="none"/>
          </c:marker>
          <c:xVal>
            <c:numRef>
              <c:f>'Chart Data'!$BI$2:$BI$3</c:f>
              <c:numCache>
                <c:formatCode>General</c:formatCode>
                <c:ptCount val="2"/>
                <c:pt idx="0">
                  <c:v>9.33333333</c:v>
                </c:pt>
                <c:pt idx="1">
                  <c:v>9.33333333</c:v>
                </c:pt>
              </c:numCache>
            </c:numRef>
          </c:xVal>
          <c:yVal>
            <c:numRef>
              <c:f>'Chart Data'!$BJ$2:$BJ$3</c:f>
              <c:numCache>
                <c:formatCode>0</c:formatCode>
                <c:ptCount val="2"/>
                <c:pt idx="0">
                  <c:v>4.93333333</c:v>
                </c:pt>
                <c:pt idx="1">
                  <c:v>7</c:v>
                </c:pt>
              </c:numCache>
            </c:numRef>
          </c:yVal>
          <c:smooth val="0"/>
        </c:ser>
        <c:ser>
          <c:idx val="31"/>
          <c:order val="31"/>
          <c:tx>
            <c:v>PS hatch</c:v>
          </c:tx>
          <c:spPr>
            <a:ln xmlns:a="http://schemas.openxmlformats.org/drawingml/2006/main" w="12383">
              <a:solidFill>
                <a:srgbClr val="68B39A"/>
              </a:solidFill>
            </a:ln>
          </c:spPr>
          <c:marker>
            <c:symbol val="none"/>
          </c:marker>
          <c:xVal>
            <c:numRef>
              <c:f>'Chart Data'!$BK$2:$BK$3</c:f>
              <c:numCache>
                <c:formatCode>General</c:formatCode>
                <c:ptCount val="2"/>
                <c:pt idx="0">
                  <c:v>10.66666667</c:v>
                </c:pt>
                <c:pt idx="1">
                  <c:v>10.66666667</c:v>
                </c:pt>
              </c:numCache>
            </c:numRef>
          </c:xVal>
          <c:yVal>
            <c:numRef>
              <c:f>'Chart Data'!$BL$2:$BL$3</c:f>
              <c:numCache>
                <c:formatCode>0</c:formatCode>
                <c:ptCount val="2"/>
                <c:pt idx="0">
                  <c:v>5.06666667</c:v>
                </c:pt>
                <c:pt idx="1">
                  <c:v>7</c:v>
                </c:pt>
              </c:numCache>
            </c:numRef>
          </c:yVal>
          <c:smooth val="0"/>
        </c:ser>
        <c:ser>
          <c:idx val="32"/>
          <c:order val="32"/>
          <c:tx>
            <c:v>PS hatch</c:v>
          </c:tx>
          <c:spPr>
            <a:ln xmlns:a="http://schemas.openxmlformats.org/drawingml/2006/main" w="12383">
              <a:solidFill>
                <a:srgbClr val="68B39A"/>
              </a:solidFill>
            </a:ln>
          </c:spPr>
          <c:marker>
            <c:symbol val="none"/>
          </c:marker>
          <c:xVal>
            <c:numRef>
              <c:f>'Chart Data'!$BM$2:$BM$3</c:f>
              <c:numCache>
                <c:formatCode>General</c:formatCode>
                <c:ptCount val="2"/>
                <c:pt idx="0">
                  <c:v>12</c:v>
                </c:pt>
                <c:pt idx="1">
                  <c:v>12</c:v>
                </c:pt>
              </c:numCache>
            </c:numRef>
          </c:xVal>
          <c:yVal>
            <c:numRef>
              <c:f>'Chart Data'!$BN$2:$BN$3</c:f>
              <c:numCache>
                <c:formatCode>0</c:formatCode>
                <c:ptCount val="2"/>
                <c:pt idx="0">
                  <c:v>5.2</c:v>
                </c:pt>
                <c:pt idx="1">
                  <c:v>7</c:v>
                </c:pt>
              </c:numCache>
            </c:numRef>
          </c:yVal>
          <c:smooth val="0"/>
        </c:ser>
        <c:ser>
          <c:idx val="33"/>
          <c:order val="33"/>
          <c:tx>
            <c:v>PS hatch</c:v>
          </c:tx>
          <c:spPr>
            <a:ln xmlns:a="http://schemas.openxmlformats.org/drawingml/2006/main" w="12383">
              <a:solidFill>
                <a:srgbClr val="68B39A"/>
              </a:solidFill>
            </a:ln>
          </c:spPr>
          <c:marker>
            <c:symbol val="none"/>
          </c:marker>
          <c:xVal>
            <c:numRef>
              <c:f>'Chart Data'!$BO$2:$BO$3</c:f>
              <c:numCache>
                <c:formatCode>General</c:formatCode>
                <c:ptCount val="2"/>
                <c:pt idx="0">
                  <c:v>13.33333333</c:v>
                </c:pt>
                <c:pt idx="1">
                  <c:v>13.33333333</c:v>
                </c:pt>
              </c:numCache>
            </c:numRef>
          </c:xVal>
          <c:yVal>
            <c:numRef>
              <c:f>'Chart Data'!$BP$2:$BP$3</c:f>
              <c:numCache>
                <c:formatCode>0</c:formatCode>
                <c:ptCount val="2"/>
                <c:pt idx="0">
                  <c:v>5.33333333</c:v>
                </c:pt>
                <c:pt idx="1">
                  <c:v>7</c:v>
                </c:pt>
              </c:numCache>
            </c:numRef>
          </c:yVal>
          <c:smooth val="0"/>
        </c:ser>
        <c:ser>
          <c:idx val="34"/>
          <c:order val="34"/>
          <c:tx>
            <c:v>PS hatch</c:v>
          </c:tx>
          <c:spPr>
            <a:ln xmlns:a="http://schemas.openxmlformats.org/drawingml/2006/main" w="12383">
              <a:solidFill>
                <a:srgbClr val="68B39A"/>
              </a:solidFill>
            </a:ln>
          </c:spPr>
          <c:marker>
            <c:symbol val="none"/>
          </c:marker>
          <c:xVal>
            <c:numRef>
              <c:f>'Chart Data'!$BQ$2:$BQ$3</c:f>
              <c:numCache>
                <c:formatCode>General</c:formatCode>
                <c:ptCount val="2"/>
                <c:pt idx="0">
                  <c:v>14.66666667</c:v>
                </c:pt>
                <c:pt idx="1">
                  <c:v>14.66666667</c:v>
                </c:pt>
              </c:numCache>
            </c:numRef>
          </c:xVal>
          <c:yVal>
            <c:numRef>
              <c:f>'Chart Data'!$BR$2:$BR$3</c:f>
              <c:numCache>
                <c:formatCode>0</c:formatCode>
                <c:ptCount val="2"/>
                <c:pt idx="0">
                  <c:v>5.46666667</c:v>
                </c:pt>
                <c:pt idx="1">
                  <c:v>7</c:v>
                </c:pt>
              </c:numCache>
            </c:numRef>
          </c:yVal>
          <c:smooth val="0"/>
        </c:ser>
        <c:ser>
          <c:idx val="35"/>
          <c:order val="35"/>
          <c:tx>
            <c:v>PS hatch</c:v>
          </c:tx>
          <c:spPr>
            <a:ln xmlns:a="http://schemas.openxmlformats.org/drawingml/2006/main" w="12383">
              <a:solidFill>
                <a:srgbClr val="68B39A"/>
              </a:solidFill>
            </a:ln>
          </c:spPr>
          <c:marker>
            <c:symbol val="none"/>
          </c:marker>
          <c:xVal>
            <c:numRef>
              <c:f>'Chart Data'!$BS$2:$BS$3</c:f>
              <c:numCache>
                <c:formatCode>General</c:formatCode>
                <c:ptCount val="2"/>
                <c:pt idx="0">
                  <c:v>16</c:v>
                </c:pt>
                <c:pt idx="1">
                  <c:v>16</c:v>
                </c:pt>
              </c:numCache>
            </c:numRef>
          </c:xVal>
          <c:yVal>
            <c:numRef>
              <c:f>'Chart Data'!$BT$2:$BT$3</c:f>
              <c:numCache>
                <c:formatCode>0</c:formatCode>
                <c:ptCount val="2"/>
                <c:pt idx="0">
                  <c:v>5.6</c:v>
                </c:pt>
                <c:pt idx="1">
                  <c:v>7</c:v>
                </c:pt>
              </c:numCache>
            </c:numRef>
          </c:yVal>
          <c:smooth val="0"/>
        </c:ser>
        <c:ser>
          <c:idx val="36"/>
          <c:order val="36"/>
          <c:tx>
            <c:v>PS hatch</c:v>
          </c:tx>
          <c:spPr>
            <a:ln xmlns:a="http://schemas.openxmlformats.org/drawingml/2006/main" w="12383">
              <a:solidFill>
                <a:srgbClr val="68B39A"/>
              </a:solidFill>
            </a:ln>
          </c:spPr>
          <c:marker>
            <c:symbol val="none"/>
          </c:marker>
          <c:xVal>
            <c:numRef>
              <c:f>'Chart Data'!$BU$2:$BU$3</c:f>
              <c:numCache>
                <c:formatCode>General</c:formatCode>
                <c:ptCount val="2"/>
                <c:pt idx="0">
                  <c:v>17.33333333</c:v>
                </c:pt>
                <c:pt idx="1">
                  <c:v>17.33333333</c:v>
                </c:pt>
              </c:numCache>
            </c:numRef>
          </c:xVal>
          <c:yVal>
            <c:numRef>
              <c:f>'Chart Data'!$BV$2:$BV$3</c:f>
              <c:numCache>
                <c:formatCode>0</c:formatCode>
                <c:ptCount val="2"/>
                <c:pt idx="0">
                  <c:v>5.73333333</c:v>
                </c:pt>
                <c:pt idx="1">
                  <c:v>7</c:v>
                </c:pt>
              </c:numCache>
            </c:numRef>
          </c:yVal>
          <c:smooth val="0"/>
        </c:ser>
        <c:ser>
          <c:idx val="37"/>
          <c:order val="37"/>
          <c:tx>
            <c:v>PS hatch</c:v>
          </c:tx>
          <c:spPr>
            <a:ln xmlns:a="http://schemas.openxmlformats.org/drawingml/2006/main" w="12383">
              <a:solidFill>
                <a:srgbClr val="68B39A"/>
              </a:solidFill>
            </a:ln>
          </c:spPr>
          <c:marker>
            <c:symbol val="none"/>
          </c:marker>
          <c:xVal>
            <c:numRef>
              <c:f>'Chart Data'!$BW$2:$BW$3</c:f>
              <c:numCache>
                <c:formatCode>General</c:formatCode>
                <c:ptCount val="2"/>
                <c:pt idx="0">
                  <c:v>18.66666667</c:v>
                </c:pt>
                <c:pt idx="1">
                  <c:v>18.66666667</c:v>
                </c:pt>
              </c:numCache>
            </c:numRef>
          </c:xVal>
          <c:yVal>
            <c:numRef>
              <c:f>'Chart Data'!$BX$2:$BX$3</c:f>
              <c:numCache>
                <c:formatCode>0</c:formatCode>
                <c:ptCount val="2"/>
                <c:pt idx="0">
                  <c:v>5.86666667</c:v>
                </c:pt>
                <c:pt idx="1">
                  <c:v>7</c:v>
                </c:pt>
              </c:numCache>
            </c:numRef>
          </c:yVal>
          <c:smooth val="0"/>
        </c:ser>
        <c:ser>
          <c:idx val="38"/>
          <c:order val="38"/>
          <c:tx>
            <c:v>PS hatch</c:v>
          </c:tx>
          <c:spPr>
            <a:ln xmlns:a="http://schemas.openxmlformats.org/drawingml/2006/main" w="12383">
              <a:solidFill>
                <a:srgbClr val="68B39A"/>
              </a:solidFill>
            </a:ln>
          </c:spPr>
          <c:marker>
            <c:symbol val="none"/>
          </c:marker>
          <c:xVal>
            <c:numRef>
              <c:f>'Chart Data'!$BY$2:$BY$3</c:f>
              <c:numCache>
                <c:formatCode>General</c:formatCode>
                <c:ptCount val="2"/>
                <c:pt idx="0">
                  <c:v>20</c:v>
                </c:pt>
                <c:pt idx="1">
                  <c:v>20</c:v>
                </c:pt>
              </c:numCache>
            </c:numRef>
          </c:xVal>
          <c:yVal>
            <c:numRef>
              <c:f>'Chart Data'!$BZ$2:$BZ$3</c:f>
              <c:numCache>
                <c:formatCode>0</c:formatCode>
                <c:ptCount val="2"/>
                <c:pt idx="0">
                  <c:v>6</c:v>
                </c:pt>
                <c:pt idx="1">
                  <c:v>7</c:v>
                </c:pt>
              </c:numCache>
            </c:numRef>
          </c:yVal>
          <c:smooth val="0"/>
        </c:ser>
        <c:ser>
          <c:idx val="39"/>
          <c:order val="39"/>
          <c:tx>
            <c:v>PS hatch</c:v>
          </c:tx>
          <c:spPr>
            <a:ln xmlns:a="http://schemas.openxmlformats.org/drawingml/2006/main" w="12383">
              <a:solidFill>
                <a:srgbClr val="68B39A"/>
              </a:solidFill>
            </a:ln>
          </c:spPr>
          <c:marker>
            <c:symbol val="none"/>
          </c:marker>
          <c:xVal>
            <c:numRef>
              <c:f>'Chart Data'!$CA$2:$CA$3</c:f>
              <c:numCache>
                <c:formatCode>General</c:formatCode>
                <c:ptCount val="2"/>
                <c:pt idx="0">
                  <c:v>21.33333333</c:v>
                </c:pt>
                <c:pt idx="1">
                  <c:v>21.33333333</c:v>
                </c:pt>
              </c:numCache>
            </c:numRef>
          </c:xVal>
          <c:yVal>
            <c:numRef>
              <c:f>'Chart Data'!$CB$2:$CB$3</c:f>
              <c:numCache>
                <c:formatCode>0</c:formatCode>
                <c:ptCount val="2"/>
                <c:pt idx="0">
                  <c:v>6.13333333</c:v>
                </c:pt>
                <c:pt idx="1">
                  <c:v>7</c:v>
                </c:pt>
              </c:numCache>
            </c:numRef>
          </c:yVal>
          <c:smooth val="0"/>
        </c:ser>
        <c:ser>
          <c:idx val="40"/>
          <c:order val="40"/>
          <c:tx>
            <c:v>PS hatch</c:v>
          </c:tx>
          <c:spPr>
            <a:ln xmlns:a="http://schemas.openxmlformats.org/drawingml/2006/main" w="12383">
              <a:solidFill>
                <a:srgbClr val="68B39A"/>
              </a:solidFill>
            </a:ln>
          </c:spPr>
          <c:marker>
            <c:symbol val="none"/>
          </c:marker>
          <c:xVal>
            <c:numRef>
              <c:f>'Chart Data'!$CC$2:$CC$3</c:f>
              <c:numCache>
                <c:formatCode>General</c:formatCode>
                <c:ptCount val="2"/>
                <c:pt idx="0">
                  <c:v>22.66666667</c:v>
                </c:pt>
                <c:pt idx="1">
                  <c:v>22.66666667</c:v>
                </c:pt>
              </c:numCache>
            </c:numRef>
          </c:xVal>
          <c:yVal>
            <c:numRef>
              <c:f>'Chart Data'!$CD$2:$CD$3</c:f>
              <c:numCache>
                <c:formatCode>0</c:formatCode>
                <c:ptCount val="2"/>
                <c:pt idx="0">
                  <c:v>6.26666667</c:v>
                </c:pt>
                <c:pt idx="1">
                  <c:v>7</c:v>
                </c:pt>
              </c:numCache>
            </c:numRef>
          </c:yVal>
          <c:smooth val="0"/>
        </c:ser>
        <c:ser>
          <c:idx val="41"/>
          <c:order val="41"/>
          <c:tx>
            <c:v>PS hatch</c:v>
          </c:tx>
          <c:spPr>
            <a:ln xmlns:a="http://schemas.openxmlformats.org/drawingml/2006/main" w="12383">
              <a:solidFill>
                <a:srgbClr val="68B39A"/>
              </a:solidFill>
            </a:ln>
          </c:spPr>
          <c:marker>
            <c:symbol val="none"/>
          </c:marker>
          <c:xVal>
            <c:numRef>
              <c:f>'Chart Data'!$CE$2:$CE$3</c:f>
              <c:numCache>
                <c:formatCode>General</c:formatCode>
                <c:ptCount val="2"/>
                <c:pt idx="0">
                  <c:v>24</c:v>
                </c:pt>
                <c:pt idx="1">
                  <c:v>24</c:v>
                </c:pt>
              </c:numCache>
            </c:numRef>
          </c:xVal>
          <c:yVal>
            <c:numRef>
              <c:f>'Chart Data'!$CF$2:$CF$3</c:f>
              <c:numCache>
                <c:formatCode>0</c:formatCode>
                <c:ptCount val="2"/>
                <c:pt idx="0">
                  <c:v>6.4</c:v>
                </c:pt>
                <c:pt idx="1">
                  <c:v>7</c:v>
                </c:pt>
              </c:numCache>
            </c:numRef>
          </c:yVal>
          <c:smooth val="0"/>
        </c:ser>
        <c:ser>
          <c:idx val="42"/>
          <c:order val="42"/>
          <c:tx>
            <c:v>PS hatch</c:v>
          </c:tx>
          <c:spPr>
            <a:ln xmlns:a="http://schemas.openxmlformats.org/drawingml/2006/main" w="12383">
              <a:solidFill>
                <a:srgbClr val="68B39A"/>
              </a:solidFill>
            </a:ln>
          </c:spPr>
          <c:marker>
            <c:symbol val="none"/>
          </c:marker>
          <c:xVal>
            <c:numRef>
              <c:f>'Chart Data'!$CG$2:$CG$3</c:f>
              <c:numCache>
                <c:formatCode>General</c:formatCode>
                <c:ptCount val="2"/>
                <c:pt idx="0">
                  <c:v>25.33333333</c:v>
                </c:pt>
                <c:pt idx="1">
                  <c:v>25.33333333</c:v>
                </c:pt>
              </c:numCache>
            </c:numRef>
          </c:xVal>
          <c:yVal>
            <c:numRef>
              <c:f>'Chart Data'!$CH$2:$CH$3</c:f>
              <c:numCache>
                <c:formatCode>0</c:formatCode>
                <c:ptCount val="2"/>
                <c:pt idx="0">
                  <c:v>6.53333333</c:v>
                </c:pt>
                <c:pt idx="1">
                  <c:v>7</c:v>
                </c:pt>
              </c:numCache>
            </c:numRef>
          </c:yVal>
          <c:smooth val="0"/>
        </c:ser>
        <c:ser>
          <c:idx val="43"/>
          <c:order val="43"/>
          <c:tx>
            <c:v>PS hatch</c:v>
          </c:tx>
          <c:spPr>
            <a:ln xmlns:a="http://schemas.openxmlformats.org/drawingml/2006/main" w="12383">
              <a:solidFill>
                <a:srgbClr val="68B39A"/>
              </a:solidFill>
            </a:ln>
          </c:spPr>
          <c:marker>
            <c:symbol val="none"/>
          </c:marker>
          <c:xVal>
            <c:numRef>
              <c:f>'Chart Data'!$CI$2:$CI$3</c:f>
              <c:numCache>
                <c:formatCode>General</c:formatCode>
                <c:ptCount val="2"/>
                <c:pt idx="0">
                  <c:v>26.66666667</c:v>
                </c:pt>
                <c:pt idx="1">
                  <c:v>26.66666667</c:v>
                </c:pt>
              </c:numCache>
            </c:numRef>
          </c:xVal>
          <c:yVal>
            <c:numRef>
              <c:f>'Chart Data'!$CJ$2:$CJ$3</c:f>
              <c:numCache>
                <c:formatCode>0</c:formatCode>
                <c:ptCount val="2"/>
                <c:pt idx="0">
                  <c:v>6.66666667</c:v>
                </c:pt>
                <c:pt idx="1">
                  <c:v>7</c:v>
                </c:pt>
              </c:numCache>
            </c:numRef>
          </c:yVal>
          <c:smooth val="0"/>
        </c:ser>
        <c:ser>
          <c:idx val="44"/>
          <c:order val="44"/>
          <c:tx>
            <c:v>PS hatch</c:v>
          </c:tx>
          <c:spPr>
            <a:ln xmlns:a="http://schemas.openxmlformats.org/drawingml/2006/main" w="12383">
              <a:solidFill>
                <a:srgbClr val="68B39A"/>
              </a:solidFill>
            </a:ln>
          </c:spPr>
          <c:marker>
            <c:symbol val="none"/>
          </c:marker>
          <c:xVal>
            <c:numRef>
              <c:f>'Chart Data'!$CK$2:$CK$3</c:f>
              <c:numCache>
                <c:formatCode>General</c:formatCode>
                <c:ptCount val="2"/>
                <c:pt idx="0">
                  <c:v>28</c:v>
                </c:pt>
                <c:pt idx="1">
                  <c:v>28</c:v>
                </c:pt>
              </c:numCache>
            </c:numRef>
          </c:xVal>
          <c:yVal>
            <c:numRef>
              <c:f>'Chart Data'!$CL$2:$CL$3</c:f>
              <c:numCache>
                <c:formatCode>0</c:formatCode>
                <c:ptCount val="2"/>
                <c:pt idx="0">
                  <c:v>6.8</c:v>
                </c:pt>
                <c:pt idx="1">
                  <c:v>7</c:v>
                </c:pt>
              </c:numCache>
            </c:numRef>
          </c:yVal>
          <c:smooth val="0"/>
        </c:ser>
        <c:ser>
          <c:idx val="45"/>
          <c:order val="45"/>
          <c:tx>
            <c:v>PS hatch</c:v>
          </c:tx>
          <c:spPr>
            <a:ln xmlns:a="http://schemas.openxmlformats.org/drawingml/2006/main" w="12383">
              <a:solidFill>
                <a:srgbClr val="68B39A"/>
              </a:solidFill>
            </a:ln>
          </c:spPr>
          <c:marker>
            <c:symbol val="none"/>
          </c:marker>
          <c:xVal>
            <c:numRef>
              <c:f>'Chart Data'!$CM$2:$CM$3</c:f>
              <c:numCache>
                <c:formatCode>General</c:formatCode>
                <c:ptCount val="2"/>
                <c:pt idx="0">
                  <c:v>29.33333333</c:v>
                </c:pt>
                <c:pt idx="1">
                  <c:v>29.33333333</c:v>
                </c:pt>
              </c:numCache>
            </c:numRef>
          </c:xVal>
          <c:yVal>
            <c:numRef>
              <c:f>'Chart Data'!$CN$2:$CN$3</c:f>
              <c:numCache>
                <c:formatCode>0</c:formatCode>
                <c:ptCount val="2"/>
                <c:pt idx="0">
                  <c:v>6.93333333</c:v>
                </c:pt>
                <c:pt idx="1">
                  <c:v>7</c:v>
                </c:pt>
              </c:numCache>
            </c:numRef>
          </c:yVal>
          <c:smooth val="0"/>
        </c:ser>
        <c:ser>
          <c:idx val="46"/>
          <c:order val="46"/>
          <c:tx>
            <c:v>guide Q</c:v>
          </c:tx>
          <c:spPr>
            <a:ln xmlns:a="http://schemas.openxmlformats.org/drawingml/2006/main" w="14288">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Qt = 30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Data'!$CO$2:$CO$3</c:f>
              <c:numCache>
                <c:formatCode>General</c:formatCode>
                <c:ptCount val="2"/>
                <c:pt idx="0">
                  <c:v>30</c:v>
                </c:pt>
                <c:pt idx="1">
                  <c:v>30</c:v>
                </c:pt>
              </c:numCache>
            </c:numRef>
          </c:xVal>
          <c:yVal>
            <c:numRef>
              <c:f>'Chart Data'!$CP$2:$CP$3</c:f>
              <c:numCache>
                <c:formatCode>0</c:formatCode>
                <c:ptCount val="2"/>
                <c:pt idx="0">
                  <c:v>0</c:v>
                </c:pt>
                <c:pt idx="1">
                  <c:v>11</c:v>
                </c:pt>
              </c:numCache>
            </c:numRef>
          </c:yVal>
          <c:smooth val="0"/>
        </c:ser>
        <c:ser>
          <c:idx val="47"/>
          <c:order val="47"/>
          <c:tx>
            <c:v>guide Pc</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Pc = 11</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Data'!$CQ$2:$CQ$3</c:f>
              <c:numCache>
                <c:formatCode>General</c:formatCode>
                <c:ptCount val="2"/>
                <c:pt idx="0">
                  <c:v>0</c:v>
                </c:pt>
                <c:pt idx="1">
                  <c:v>30</c:v>
                </c:pt>
              </c:numCache>
            </c:numRef>
          </c:xVal>
          <c:yVal>
            <c:numRef>
              <c:f>'Chart Data'!$CR$2:$CR$3</c:f>
              <c:numCache>
                <c:formatCode>0</c:formatCode>
                <c:ptCount val="2"/>
                <c:pt idx="0">
                  <c:v>11</c:v>
                </c:pt>
                <c:pt idx="1">
                  <c:v>11</c:v>
                </c:pt>
              </c:numCache>
            </c:numRef>
          </c:yVal>
          <c:smooth val="0"/>
        </c:ser>
        <c:ser>
          <c:idx val="48"/>
          <c:order val="48"/>
          <c:tx>
            <c:v>guide Pp</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Pp = 7</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Data'!$CS$2:$CS$3</c:f>
              <c:numCache>
                <c:formatCode>General</c:formatCode>
                <c:ptCount val="2"/>
                <c:pt idx="0">
                  <c:v>0</c:v>
                </c:pt>
                <c:pt idx="1">
                  <c:v>30</c:v>
                </c:pt>
              </c:numCache>
            </c:numRef>
          </c:xVal>
          <c:yVal>
            <c:numRef>
              <c:f>'Chart Data'!$CT$2:$CT$3</c:f>
              <c:numCache>
                <c:formatCode>0</c:formatCode>
                <c:ptCount val="2"/>
                <c:pt idx="0">
                  <c:v>7</c:v>
                </c:pt>
                <c:pt idx="1">
                  <c:v>7</c:v>
                </c:pt>
              </c:numCache>
            </c:numRef>
          </c:yVal>
          <c:smooth val="0"/>
        </c:ser>
        <c:ser>
          <c:idx val="49"/>
          <c:order val="49"/>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Data'!$CU$2:$CU$3</c:f>
              <c:numCache>
                <c:formatCode>General</c:formatCode>
                <c:ptCount val="2"/>
                <c:pt idx="0">
                  <c:v>0</c:v>
                </c:pt>
                <c:pt idx="1">
                  <c:v>60</c:v>
                </c:pt>
              </c:numCache>
            </c:numRef>
          </c:xVal>
          <c:yVal>
            <c:numRef>
              <c:f>'Chart Data'!$CV$2:$CV$3</c:f>
              <c:numCache>
                <c:formatCode>0</c:formatCode>
                <c:ptCount val="2"/>
                <c:pt idx="0">
                  <c:v>20</c:v>
                </c:pt>
                <c:pt idx="1">
                  <c:v>2</c:v>
                </c:pt>
              </c:numCache>
            </c:numRef>
          </c:yVal>
          <c:smooth val="0"/>
        </c:ser>
        <c:ser>
          <c:idx val="50"/>
          <c:order val="50"/>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Data'!$CW$2:$CW$3</c:f>
              <c:numCache>
                <c:formatCode>General</c:formatCode>
                <c:ptCount val="2"/>
                <c:pt idx="0">
                  <c:v>0</c:v>
                </c:pt>
                <c:pt idx="1">
                  <c:v>60</c:v>
                </c:pt>
              </c:numCache>
            </c:numRef>
          </c:xVal>
          <c:yVal>
            <c:numRef>
              <c:f>'Chart Data'!$CX$2:$CX$3</c:f>
              <c:numCache>
                <c:formatCode>0</c:formatCode>
                <c:ptCount val="2"/>
                <c:pt idx="0">
                  <c:v>4</c:v>
                </c:pt>
                <c:pt idx="1">
                  <c:v>10</c:v>
                </c:pt>
              </c:numCache>
            </c:numRef>
          </c:yVal>
          <c:smooth val="0"/>
        </c:ser>
        <c:ser>
          <c:idx val="51"/>
          <c:order val="51"/>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CS</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Data'!$CY$2:$CY$2</c:f>
              <c:numCache>
                <c:formatCode>General</c:formatCode>
                <c:ptCount val="1"/>
                <c:pt idx="0">
                  <c:v>7.2</c:v>
                </c:pt>
              </c:numCache>
            </c:numRef>
          </c:xVal>
          <c:yVal>
            <c:numRef>
              <c:f>'Chart Data'!$CZ$2:$CZ$2</c:f>
              <c:numCache>
                <c:formatCode>0</c:formatCode>
                <c:ptCount val="1"/>
                <c:pt idx="0">
                  <c:v>14.15</c:v>
                </c:pt>
              </c:numCache>
            </c:numRef>
          </c:yVal>
          <c:smooth val="0"/>
        </c:ser>
        <c:ser>
          <c:idx val="52"/>
          <c:order val="52"/>
          <c:tx>
            <c:v>PS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PS</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Data'!$DA$2:$DA$2</c:f>
              <c:numCache>
                <c:formatCode>General</c:formatCode>
                <c:ptCount val="1"/>
                <c:pt idx="0">
                  <c:v>7.2</c:v>
                </c:pt>
              </c:numCache>
            </c:numRef>
          </c:xVal>
          <c:yVal>
            <c:numRef>
              <c:f>'Chart Data'!$DB$2:$DB$2</c:f>
              <c:numCache>
                <c:formatCode>0</c:formatCode>
                <c:ptCount val="1"/>
                <c:pt idx="0">
                  <c:v>6.04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notitieboekje)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(notitieboekjes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O boundary</c:v>
          </c:tx>
          <c:spPr>
            <a:ln xmlns:a="http://schemas.openxmlformats.org/drawingml/2006/main" w="23813">
              <a:solidFill>
                <a:srgbClr val="C48D28"/>
              </a:solidFill>
            </a:ln>
          </c:spPr>
          <c:marker>
            <c:symbol val="none"/>
          </c:marker>
          <c:xVal>
            <c:numRef>
              <c:f>'Chart Data'!$A$2:$A$6</c:f>
              <c:numCache>
                <c:formatCode>General</c:formatCode>
                <c:ptCount val="5"/>
                <c:pt idx="0">
                  <c:v>0</c:v>
                </c:pt>
                <c:pt idx="1">
                  <c:v>30</c:v>
                </c:pt>
                <c:pt idx="2">
                  <c:v>30</c:v>
                </c:pt>
                <c:pt idx="3">
                  <c:v>0</c:v>
                </c:pt>
                <c:pt idx="4">
                  <c:v>0</c:v>
                </c:pt>
              </c:numCache>
            </c:numRef>
          </c:xVal>
          <c:yVal>
            <c:numRef>
              <c:f>'Chart Data'!$B$2:$B$6</c:f>
              <c:numCache>
                <c:formatCode>0</c:formatCode>
                <c:ptCount val="5"/>
                <c:pt idx="0">
                  <c:v>7</c:v>
                </c:pt>
                <c:pt idx="1">
                  <c:v>7</c:v>
                </c:pt>
                <c:pt idx="2">
                  <c:v>11</c:v>
                </c:pt>
                <c:pt idx="3">
                  <c:v>11</c:v>
                </c:pt>
                <c:pt idx="4">
                  <c:v>7</c:v>
                </c:pt>
              </c:numCache>
            </c:numRef>
          </c:yVal>
          <c:smooth val="0"/>
        </c:ser>
        <c:ser>
          <c:idx val="1"/>
          <c:order val="1"/>
          <c:tx>
            <c:v>O hatch</c:v>
          </c:tx>
          <c:spPr>
            <a:ln xmlns:a="http://schemas.openxmlformats.org/drawingml/2006/main" w="12383">
              <a:solidFill>
                <a:srgbClr val="C48D28"/>
              </a:solidFill>
            </a:ln>
          </c:spPr>
          <c:marker>
            <c:symbol val="none"/>
          </c:marker>
          <c:xVal>
            <c:numRef>
              <c:f>'Chart Data'!$C$2:$C$3</c:f>
              <c:numCache>
                <c:formatCode>General</c:formatCode>
                <c:ptCount val="2"/>
                <c:pt idx="0">
                  <c:v>1.33333333</c:v>
                </c:pt>
                <c:pt idx="1">
                  <c:v>1.33333333</c:v>
                </c:pt>
              </c:numCache>
            </c:numRef>
          </c:xVal>
          <c:yVal>
            <c:numRef>
              <c:f>'Chart Data'!$D$2:$D$3</c:f>
              <c:numCache>
                <c:formatCode>0</c:formatCode>
                <c:ptCount val="2"/>
                <c:pt idx="0">
                  <c:v>7</c:v>
                </c:pt>
                <c:pt idx="1">
                  <c:v>11</c:v>
                </c:pt>
              </c:numCache>
            </c:numRef>
          </c:yVal>
          <c:smooth val="0"/>
        </c:ser>
        <c:ser>
          <c:idx val="2"/>
          <c:order val="2"/>
          <c:tx>
            <c:v>O hatch</c:v>
          </c:tx>
          <c:spPr>
            <a:ln xmlns:a="http://schemas.openxmlformats.org/drawingml/2006/main" w="12383">
              <a:solidFill>
                <a:srgbClr val="C48D28"/>
              </a:solidFill>
            </a:ln>
          </c:spPr>
          <c:marker>
            <c:symbol val="none"/>
          </c:marker>
          <c:xVal>
            <c:numRef>
              <c:f>'Chart Data'!$E$2:$E$3</c:f>
              <c:numCache>
                <c:formatCode>General</c:formatCode>
                <c:ptCount val="2"/>
                <c:pt idx="0">
                  <c:v>2.66666667</c:v>
                </c:pt>
                <c:pt idx="1">
                  <c:v>2.66666667</c:v>
                </c:pt>
              </c:numCache>
            </c:numRef>
          </c:xVal>
          <c:yVal>
            <c:numRef>
              <c:f>'Chart Data'!$F$2:$F$3</c:f>
              <c:numCache>
                <c:formatCode>0</c:formatCode>
                <c:ptCount val="2"/>
                <c:pt idx="0">
                  <c:v>7</c:v>
                </c:pt>
                <c:pt idx="1">
                  <c:v>11</c:v>
                </c:pt>
              </c:numCache>
            </c:numRef>
          </c:yVal>
          <c:smooth val="0"/>
        </c:ser>
        <c:ser>
          <c:idx val="3"/>
          <c:order val="3"/>
          <c:tx>
            <c:v>O hatch</c:v>
          </c:tx>
          <c:spPr>
            <a:ln xmlns:a="http://schemas.openxmlformats.org/drawingml/2006/main" w="12383">
              <a:solidFill>
                <a:srgbClr val="C48D28"/>
              </a:solidFill>
            </a:ln>
          </c:spPr>
          <c:marker>
            <c:symbol val="none"/>
          </c:marker>
          <c:xVal>
            <c:numRef>
              <c:f>'Chart Data'!$G$2:$G$3</c:f>
              <c:numCache>
                <c:formatCode>General</c:formatCode>
                <c:ptCount val="2"/>
                <c:pt idx="0">
                  <c:v>4</c:v>
                </c:pt>
                <c:pt idx="1">
                  <c:v>4</c:v>
                </c:pt>
              </c:numCache>
            </c:numRef>
          </c:xVal>
          <c:yVal>
            <c:numRef>
              <c:f>'Chart Data'!$H$2:$H$3</c:f>
              <c:numCache>
                <c:formatCode>0</c:formatCode>
                <c:ptCount val="2"/>
                <c:pt idx="0">
                  <c:v>7</c:v>
                </c:pt>
                <c:pt idx="1">
                  <c:v>11</c:v>
                </c:pt>
              </c:numCache>
            </c:numRef>
          </c:yVal>
          <c:smooth val="0"/>
        </c:ser>
        <c:ser>
          <c:idx val="4"/>
          <c:order val="4"/>
          <c:tx>
            <c:v>O hatch</c:v>
          </c:tx>
          <c:spPr>
            <a:ln xmlns:a="http://schemas.openxmlformats.org/drawingml/2006/main" w="12383">
              <a:solidFill>
                <a:srgbClr val="C48D28"/>
              </a:solidFill>
            </a:ln>
          </c:spPr>
          <c:marker>
            <c:symbol val="none"/>
          </c:marker>
          <c:xVal>
            <c:numRef>
              <c:f>'Chart Data'!$I$2:$I$3</c:f>
              <c:numCache>
                <c:formatCode>General</c:formatCode>
                <c:ptCount val="2"/>
                <c:pt idx="0">
                  <c:v>5.33333333</c:v>
                </c:pt>
                <c:pt idx="1">
                  <c:v>5.33333333</c:v>
                </c:pt>
              </c:numCache>
            </c:numRef>
          </c:xVal>
          <c:yVal>
            <c:numRef>
              <c:f>'Chart Data'!$J$2:$J$3</c:f>
              <c:numCache>
                <c:formatCode>0</c:formatCode>
                <c:ptCount val="2"/>
                <c:pt idx="0">
                  <c:v>7</c:v>
                </c:pt>
                <c:pt idx="1">
                  <c:v>11</c:v>
                </c:pt>
              </c:numCache>
            </c:numRef>
          </c:yVal>
          <c:smooth val="0"/>
        </c:ser>
        <c:ser>
          <c:idx val="5"/>
          <c:order val="5"/>
          <c:tx>
            <c:v>O hatch</c:v>
          </c:tx>
          <c:spPr>
            <a:ln xmlns:a="http://schemas.openxmlformats.org/drawingml/2006/main" w="12383">
              <a:solidFill>
                <a:srgbClr val="C48D28"/>
              </a:solidFill>
            </a:ln>
          </c:spPr>
          <c:marker>
            <c:symbol val="none"/>
          </c:marker>
          <c:xVal>
            <c:numRef>
              <c:f>'Chart Data'!$K$2:$K$3</c:f>
              <c:numCache>
                <c:formatCode>General</c:formatCode>
                <c:ptCount val="2"/>
                <c:pt idx="0">
                  <c:v>6.66666667</c:v>
                </c:pt>
                <c:pt idx="1">
                  <c:v>6.66666667</c:v>
                </c:pt>
              </c:numCache>
            </c:numRef>
          </c:xVal>
          <c:yVal>
            <c:numRef>
              <c:f>'Chart Data'!$L$2:$L$3</c:f>
              <c:numCache>
                <c:formatCode>0</c:formatCode>
                <c:ptCount val="2"/>
                <c:pt idx="0">
                  <c:v>7</c:v>
                </c:pt>
                <c:pt idx="1">
                  <c:v>11</c:v>
                </c:pt>
              </c:numCache>
            </c:numRef>
          </c:yVal>
          <c:smooth val="0"/>
        </c:ser>
        <c:ser>
          <c:idx val="6"/>
          <c:order val="6"/>
          <c:tx>
            <c:v>O hatch</c:v>
          </c:tx>
          <c:spPr>
            <a:ln xmlns:a="http://schemas.openxmlformats.org/drawingml/2006/main" w="12383">
              <a:solidFill>
                <a:srgbClr val="C48D28"/>
              </a:solidFill>
            </a:ln>
          </c:spPr>
          <c:marker>
            <c:symbol val="none"/>
          </c:marker>
          <c:xVal>
            <c:numRef>
              <c:f>'Chart Data'!$M$2:$M$3</c:f>
              <c:numCache>
                <c:formatCode>General</c:formatCode>
                <c:ptCount val="2"/>
                <c:pt idx="0">
                  <c:v>8</c:v>
                </c:pt>
                <c:pt idx="1">
                  <c:v>8</c:v>
                </c:pt>
              </c:numCache>
            </c:numRef>
          </c:xVal>
          <c:yVal>
            <c:numRef>
              <c:f>'Chart Data'!$N$2:$N$3</c:f>
              <c:numCache>
                <c:formatCode>0</c:formatCode>
                <c:ptCount val="2"/>
                <c:pt idx="0">
                  <c:v>7</c:v>
                </c:pt>
                <c:pt idx="1">
                  <c:v>11</c:v>
                </c:pt>
              </c:numCache>
            </c:numRef>
          </c:yVal>
          <c:smooth val="0"/>
        </c:ser>
        <c:ser>
          <c:idx val="7"/>
          <c:order val="7"/>
          <c:tx>
            <c:v>O hatch</c:v>
          </c:tx>
          <c:spPr>
            <a:ln xmlns:a="http://schemas.openxmlformats.org/drawingml/2006/main" w="12383">
              <a:solidFill>
                <a:srgbClr val="C48D28"/>
              </a:solidFill>
            </a:ln>
          </c:spPr>
          <c:marker>
            <c:symbol val="none"/>
          </c:marker>
          <c:xVal>
            <c:numRef>
              <c:f>'Chart Data'!$O$2:$O$3</c:f>
              <c:numCache>
                <c:formatCode>General</c:formatCode>
                <c:ptCount val="2"/>
                <c:pt idx="0">
                  <c:v>9.33333333</c:v>
                </c:pt>
                <c:pt idx="1">
                  <c:v>9.33333333</c:v>
                </c:pt>
              </c:numCache>
            </c:numRef>
          </c:xVal>
          <c:yVal>
            <c:numRef>
              <c:f>'Chart Data'!$P$2:$P$3</c:f>
              <c:numCache>
                <c:formatCode>0</c:formatCode>
                <c:ptCount val="2"/>
                <c:pt idx="0">
                  <c:v>7</c:v>
                </c:pt>
                <c:pt idx="1">
                  <c:v>11</c:v>
                </c:pt>
              </c:numCache>
            </c:numRef>
          </c:yVal>
          <c:smooth val="0"/>
        </c:ser>
        <c:ser>
          <c:idx val="8"/>
          <c:order val="8"/>
          <c:tx>
            <c:v>O hatch</c:v>
          </c:tx>
          <c:spPr>
            <a:ln xmlns:a="http://schemas.openxmlformats.org/drawingml/2006/main" w="12383">
              <a:solidFill>
                <a:srgbClr val="C48D28"/>
              </a:solidFill>
            </a:ln>
          </c:spPr>
          <c:marker>
            <c:symbol val="none"/>
          </c:marker>
          <c:xVal>
            <c:numRef>
              <c:f>'Chart Data'!$Q$2:$Q$3</c:f>
              <c:numCache>
                <c:formatCode>General</c:formatCode>
                <c:ptCount val="2"/>
                <c:pt idx="0">
                  <c:v>10.66666667</c:v>
                </c:pt>
                <c:pt idx="1">
                  <c:v>10.66666667</c:v>
                </c:pt>
              </c:numCache>
            </c:numRef>
          </c:xVal>
          <c:yVal>
            <c:numRef>
              <c:f>'Chart Data'!$R$2:$R$3</c:f>
              <c:numCache>
                <c:formatCode>0</c:formatCode>
                <c:ptCount val="2"/>
                <c:pt idx="0">
                  <c:v>7</c:v>
                </c:pt>
                <c:pt idx="1">
                  <c:v>11</c:v>
                </c:pt>
              </c:numCache>
            </c:numRef>
          </c:yVal>
          <c:smooth val="0"/>
        </c:ser>
        <c:ser>
          <c:idx val="9"/>
          <c:order val="9"/>
          <c:tx>
            <c:v>O hatch</c:v>
          </c:tx>
          <c:spPr>
            <a:ln xmlns:a="http://schemas.openxmlformats.org/drawingml/2006/main" w="12383">
              <a:solidFill>
                <a:srgbClr val="C48D28"/>
              </a:solidFill>
            </a:ln>
          </c:spPr>
          <c:marker>
            <c:symbol val="none"/>
          </c:marker>
          <c:xVal>
            <c:numRef>
              <c:f>'Chart Data'!$S$2:$S$3</c:f>
              <c:numCache>
                <c:formatCode>General</c:formatCode>
                <c:ptCount val="2"/>
                <c:pt idx="0">
                  <c:v>12</c:v>
                </c:pt>
                <c:pt idx="1">
                  <c:v>12</c:v>
                </c:pt>
              </c:numCache>
            </c:numRef>
          </c:xVal>
          <c:yVal>
            <c:numRef>
              <c:f>'Chart Data'!$T$2:$T$3</c:f>
              <c:numCache>
                <c:formatCode>0</c:formatCode>
                <c:ptCount val="2"/>
                <c:pt idx="0">
                  <c:v>7</c:v>
                </c:pt>
                <c:pt idx="1">
                  <c:v>11</c:v>
                </c:pt>
              </c:numCache>
            </c:numRef>
          </c:yVal>
          <c:smooth val="0"/>
        </c:ser>
        <c:ser>
          <c:idx val="10"/>
          <c:order val="10"/>
          <c:tx>
            <c:v>O hatch</c:v>
          </c:tx>
          <c:spPr>
            <a:ln xmlns:a="http://schemas.openxmlformats.org/drawingml/2006/main" w="12383">
              <a:solidFill>
                <a:srgbClr val="C48D28"/>
              </a:solidFill>
            </a:ln>
          </c:spPr>
          <c:marker>
            <c:symbol val="none"/>
          </c:marker>
          <c:xVal>
            <c:numRef>
              <c:f>'Chart Data'!$U$2:$U$3</c:f>
              <c:numCache>
                <c:formatCode>General</c:formatCode>
                <c:ptCount val="2"/>
                <c:pt idx="0">
                  <c:v>13.33333333</c:v>
                </c:pt>
                <c:pt idx="1">
                  <c:v>13.33333333</c:v>
                </c:pt>
              </c:numCache>
            </c:numRef>
          </c:xVal>
          <c:yVal>
            <c:numRef>
              <c:f>'Chart Data'!$V$2:$V$3</c:f>
              <c:numCache>
                <c:formatCode>0</c:formatCode>
                <c:ptCount val="2"/>
                <c:pt idx="0">
                  <c:v>7</c:v>
                </c:pt>
                <c:pt idx="1">
                  <c:v>11</c:v>
                </c:pt>
              </c:numCache>
            </c:numRef>
          </c:yVal>
          <c:smooth val="0"/>
        </c:ser>
        <c:ser>
          <c:idx val="11"/>
          <c:order val="11"/>
          <c:tx>
            <c:v>O hatch</c:v>
          </c:tx>
          <c:spPr>
            <a:ln xmlns:a="http://schemas.openxmlformats.org/drawingml/2006/main" w="12383">
              <a:solidFill>
                <a:srgbClr val="C48D28"/>
              </a:solidFill>
            </a:ln>
          </c:spPr>
          <c:marker>
            <c:symbol val="none"/>
          </c:marker>
          <c:xVal>
            <c:numRef>
              <c:f>'Chart Data'!$W$2:$W$3</c:f>
              <c:numCache>
                <c:formatCode>General</c:formatCode>
                <c:ptCount val="2"/>
                <c:pt idx="0">
                  <c:v>14.66666667</c:v>
                </c:pt>
                <c:pt idx="1">
                  <c:v>14.66666667</c:v>
                </c:pt>
              </c:numCache>
            </c:numRef>
          </c:xVal>
          <c:yVal>
            <c:numRef>
              <c:f>'Chart Data'!$X$2:$X$3</c:f>
              <c:numCache>
                <c:formatCode>0</c:formatCode>
                <c:ptCount val="2"/>
                <c:pt idx="0">
                  <c:v>7</c:v>
                </c:pt>
                <c:pt idx="1">
                  <c:v>11</c:v>
                </c:pt>
              </c:numCache>
            </c:numRef>
          </c:yVal>
          <c:smooth val="0"/>
        </c:ser>
        <c:ser>
          <c:idx val="12"/>
          <c:order val="12"/>
          <c:tx>
            <c:v>O hatch</c:v>
          </c:tx>
          <c:spPr>
            <a:ln xmlns:a="http://schemas.openxmlformats.org/drawingml/2006/main" w="12383">
              <a:solidFill>
                <a:srgbClr val="C48D28"/>
              </a:solidFill>
            </a:ln>
          </c:spPr>
          <c:marker>
            <c:symbol val="none"/>
          </c:marker>
          <c:xVal>
            <c:numRef>
              <c:f>'Chart Data'!$Y$2:$Y$3</c:f>
              <c:numCache>
                <c:formatCode>General</c:formatCode>
                <c:ptCount val="2"/>
                <c:pt idx="0">
                  <c:v>16</c:v>
                </c:pt>
                <c:pt idx="1">
                  <c:v>16</c:v>
                </c:pt>
              </c:numCache>
            </c:numRef>
          </c:xVal>
          <c:yVal>
            <c:numRef>
              <c:f>'Chart Data'!$Z$2:$Z$3</c:f>
              <c:numCache>
                <c:formatCode>0</c:formatCode>
                <c:ptCount val="2"/>
                <c:pt idx="0">
                  <c:v>7</c:v>
                </c:pt>
                <c:pt idx="1">
                  <c:v>11</c:v>
                </c:pt>
              </c:numCache>
            </c:numRef>
          </c:yVal>
          <c:smooth val="0"/>
        </c:ser>
        <c:ser>
          <c:idx val="13"/>
          <c:order val="13"/>
          <c:tx>
            <c:v>O hatch</c:v>
          </c:tx>
          <c:spPr>
            <a:ln xmlns:a="http://schemas.openxmlformats.org/drawingml/2006/main" w="12383">
              <a:solidFill>
                <a:srgbClr val="C48D28"/>
              </a:solidFill>
            </a:ln>
          </c:spPr>
          <c:marker>
            <c:symbol val="none"/>
          </c:marker>
          <c:xVal>
            <c:numRef>
              <c:f>'Chart Data'!$AA$2:$AA$3</c:f>
              <c:numCache>
                <c:formatCode>General</c:formatCode>
                <c:ptCount val="2"/>
                <c:pt idx="0">
                  <c:v>17.33333333</c:v>
                </c:pt>
                <c:pt idx="1">
                  <c:v>17.33333333</c:v>
                </c:pt>
              </c:numCache>
            </c:numRef>
          </c:xVal>
          <c:yVal>
            <c:numRef>
              <c:f>'Chart Data'!$AB$2:$AB$3</c:f>
              <c:numCache>
                <c:formatCode>0</c:formatCode>
                <c:ptCount val="2"/>
                <c:pt idx="0">
                  <c:v>7</c:v>
                </c:pt>
                <c:pt idx="1">
                  <c:v>11</c:v>
                </c:pt>
              </c:numCache>
            </c:numRef>
          </c:yVal>
          <c:smooth val="0"/>
        </c:ser>
        <c:ser>
          <c:idx val="14"/>
          <c:order val="14"/>
          <c:tx>
            <c:v>O hatch</c:v>
          </c:tx>
          <c:spPr>
            <a:ln xmlns:a="http://schemas.openxmlformats.org/drawingml/2006/main" w="12383">
              <a:solidFill>
                <a:srgbClr val="C48D28"/>
              </a:solidFill>
            </a:ln>
          </c:spPr>
          <c:marker>
            <c:symbol val="none"/>
          </c:marker>
          <c:xVal>
            <c:numRef>
              <c:f>'Chart Data'!$AC$2:$AC$3</c:f>
              <c:numCache>
                <c:formatCode>General</c:formatCode>
                <c:ptCount val="2"/>
                <c:pt idx="0">
                  <c:v>18.66666667</c:v>
                </c:pt>
                <c:pt idx="1">
                  <c:v>18.66666667</c:v>
                </c:pt>
              </c:numCache>
            </c:numRef>
          </c:xVal>
          <c:yVal>
            <c:numRef>
              <c:f>'Chart Data'!$AD$2:$AD$3</c:f>
              <c:numCache>
                <c:formatCode>0</c:formatCode>
                <c:ptCount val="2"/>
                <c:pt idx="0">
                  <c:v>7</c:v>
                </c:pt>
                <c:pt idx="1">
                  <c:v>11</c:v>
                </c:pt>
              </c:numCache>
            </c:numRef>
          </c:yVal>
          <c:smooth val="0"/>
        </c:ser>
        <c:ser>
          <c:idx val="15"/>
          <c:order val="15"/>
          <c:tx>
            <c:v>O hatch</c:v>
          </c:tx>
          <c:spPr>
            <a:ln xmlns:a="http://schemas.openxmlformats.org/drawingml/2006/main" w="12383">
              <a:solidFill>
                <a:srgbClr val="C48D28"/>
              </a:solidFill>
            </a:ln>
          </c:spPr>
          <c:marker>
            <c:symbol val="none"/>
          </c:marker>
          <c:xVal>
            <c:numRef>
              <c:f>'Chart Data'!$AE$2:$AE$3</c:f>
              <c:numCache>
                <c:formatCode>General</c:formatCode>
                <c:ptCount val="2"/>
                <c:pt idx="0">
                  <c:v>20</c:v>
                </c:pt>
                <c:pt idx="1">
                  <c:v>20</c:v>
                </c:pt>
              </c:numCache>
            </c:numRef>
          </c:xVal>
          <c:yVal>
            <c:numRef>
              <c:f>'Chart Data'!$AF$2:$AF$3</c:f>
              <c:numCache>
                <c:formatCode>0</c:formatCode>
                <c:ptCount val="2"/>
                <c:pt idx="0">
                  <c:v>7</c:v>
                </c:pt>
                <c:pt idx="1">
                  <c:v>11</c:v>
                </c:pt>
              </c:numCache>
            </c:numRef>
          </c:yVal>
          <c:smooth val="0"/>
        </c:ser>
        <c:ser>
          <c:idx val="16"/>
          <c:order val="16"/>
          <c:tx>
            <c:v>O hatch</c:v>
          </c:tx>
          <c:spPr>
            <a:ln xmlns:a="http://schemas.openxmlformats.org/drawingml/2006/main" w="12383">
              <a:solidFill>
                <a:srgbClr val="C48D28"/>
              </a:solidFill>
            </a:ln>
          </c:spPr>
          <c:marker>
            <c:symbol val="none"/>
          </c:marker>
          <c:xVal>
            <c:numRef>
              <c:f>'Chart Data'!$AG$2:$AG$3</c:f>
              <c:numCache>
                <c:formatCode>General</c:formatCode>
                <c:ptCount val="2"/>
                <c:pt idx="0">
                  <c:v>21.33333333</c:v>
                </c:pt>
                <c:pt idx="1">
                  <c:v>21.33333333</c:v>
                </c:pt>
              </c:numCache>
            </c:numRef>
          </c:xVal>
          <c:yVal>
            <c:numRef>
              <c:f>'Chart Data'!$AH$2:$AH$3</c:f>
              <c:numCache>
                <c:formatCode>0</c:formatCode>
                <c:ptCount val="2"/>
                <c:pt idx="0">
                  <c:v>7</c:v>
                </c:pt>
                <c:pt idx="1">
                  <c:v>11</c:v>
                </c:pt>
              </c:numCache>
            </c:numRef>
          </c:yVal>
          <c:smooth val="0"/>
        </c:ser>
        <c:ser>
          <c:idx val="17"/>
          <c:order val="17"/>
          <c:tx>
            <c:v>O hatch</c:v>
          </c:tx>
          <c:spPr>
            <a:ln xmlns:a="http://schemas.openxmlformats.org/drawingml/2006/main" w="12383">
              <a:solidFill>
                <a:srgbClr val="C48D28"/>
              </a:solidFill>
            </a:ln>
          </c:spPr>
          <c:marker>
            <c:symbol val="none"/>
          </c:marker>
          <c:xVal>
            <c:numRef>
              <c:f>'Chart Data'!$AI$2:$AI$3</c:f>
              <c:numCache>
                <c:formatCode>General</c:formatCode>
                <c:ptCount val="2"/>
                <c:pt idx="0">
                  <c:v>22.66666667</c:v>
                </c:pt>
                <c:pt idx="1">
                  <c:v>22.66666667</c:v>
                </c:pt>
              </c:numCache>
            </c:numRef>
          </c:xVal>
          <c:yVal>
            <c:numRef>
              <c:f>'Chart Data'!$AJ$2:$AJ$3</c:f>
              <c:numCache>
                <c:formatCode>0</c:formatCode>
                <c:ptCount val="2"/>
                <c:pt idx="0">
                  <c:v>7</c:v>
                </c:pt>
                <c:pt idx="1">
                  <c:v>11</c:v>
                </c:pt>
              </c:numCache>
            </c:numRef>
          </c:yVal>
          <c:smooth val="0"/>
        </c:ser>
        <c:ser>
          <c:idx val="18"/>
          <c:order val="18"/>
          <c:tx>
            <c:v>O hatch</c:v>
          </c:tx>
          <c:spPr>
            <a:ln xmlns:a="http://schemas.openxmlformats.org/drawingml/2006/main" w="12383">
              <a:solidFill>
                <a:srgbClr val="C48D28"/>
              </a:solidFill>
            </a:ln>
          </c:spPr>
          <c:marker>
            <c:symbol val="none"/>
          </c:marker>
          <c:xVal>
            <c:numRef>
              <c:f>'Chart Data'!$AK$2:$AK$3</c:f>
              <c:numCache>
                <c:formatCode>General</c:formatCode>
                <c:ptCount val="2"/>
                <c:pt idx="0">
                  <c:v>24</c:v>
                </c:pt>
                <c:pt idx="1">
                  <c:v>24</c:v>
                </c:pt>
              </c:numCache>
            </c:numRef>
          </c:xVal>
          <c:yVal>
            <c:numRef>
              <c:f>'Chart Data'!$AL$2:$AL$3</c:f>
              <c:numCache>
                <c:formatCode>0</c:formatCode>
                <c:ptCount val="2"/>
                <c:pt idx="0">
                  <c:v>7</c:v>
                </c:pt>
                <c:pt idx="1">
                  <c:v>11</c:v>
                </c:pt>
              </c:numCache>
            </c:numRef>
          </c:yVal>
          <c:smooth val="0"/>
        </c:ser>
        <c:ser>
          <c:idx val="19"/>
          <c:order val="19"/>
          <c:tx>
            <c:v>O hatch</c:v>
          </c:tx>
          <c:spPr>
            <a:ln xmlns:a="http://schemas.openxmlformats.org/drawingml/2006/main" w="12383">
              <a:solidFill>
                <a:srgbClr val="C48D28"/>
              </a:solidFill>
            </a:ln>
          </c:spPr>
          <c:marker>
            <c:symbol val="none"/>
          </c:marker>
          <c:xVal>
            <c:numRef>
              <c:f>'Chart Data'!$AM$2:$AM$3</c:f>
              <c:numCache>
                <c:formatCode>General</c:formatCode>
                <c:ptCount val="2"/>
                <c:pt idx="0">
                  <c:v>25.33333333</c:v>
                </c:pt>
                <c:pt idx="1">
                  <c:v>25.33333333</c:v>
                </c:pt>
              </c:numCache>
            </c:numRef>
          </c:xVal>
          <c:yVal>
            <c:numRef>
              <c:f>'Chart Data'!$AN$2:$AN$3</c:f>
              <c:numCache>
                <c:formatCode>0</c:formatCode>
                <c:ptCount val="2"/>
                <c:pt idx="0">
                  <c:v>7</c:v>
                </c:pt>
                <c:pt idx="1">
                  <c:v>11</c:v>
                </c:pt>
              </c:numCache>
            </c:numRef>
          </c:yVal>
          <c:smooth val="0"/>
        </c:ser>
        <c:ser>
          <c:idx val="20"/>
          <c:order val="20"/>
          <c:tx>
            <c:v>O hatch</c:v>
          </c:tx>
          <c:spPr>
            <a:ln xmlns:a="http://schemas.openxmlformats.org/drawingml/2006/main" w="12383">
              <a:solidFill>
                <a:srgbClr val="C48D28"/>
              </a:solidFill>
            </a:ln>
          </c:spPr>
          <c:marker>
            <c:symbol val="none"/>
          </c:marker>
          <c:xVal>
            <c:numRef>
              <c:f>'Chart Data'!$AO$2:$AO$3</c:f>
              <c:numCache>
                <c:formatCode>General</c:formatCode>
                <c:ptCount val="2"/>
                <c:pt idx="0">
                  <c:v>26.66666667</c:v>
                </c:pt>
                <c:pt idx="1">
                  <c:v>26.66666667</c:v>
                </c:pt>
              </c:numCache>
            </c:numRef>
          </c:xVal>
          <c:yVal>
            <c:numRef>
              <c:f>'Chart Data'!$AP$2:$AP$3</c:f>
              <c:numCache>
                <c:formatCode>0</c:formatCode>
                <c:ptCount val="2"/>
                <c:pt idx="0">
                  <c:v>7</c:v>
                </c:pt>
                <c:pt idx="1">
                  <c:v>11</c:v>
                </c:pt>
              </c:numCache>
            </c:numRef>
          </c:yVal>
          <c:smooth val="0"/>
        </c:ser>
        <c:ser>
          <c:idx val="21"/>
          <c:order val="21"/>
          <c:tx>
            <c:v>O hatch</c:v>
          </c:tx>
          <c:spPr>
            <a:ln xmlns:a="http://schemas.openxmlformats.org/drawingml/2006/main" w="12383">
              <a:solidFill>
                <a:srgbClr val="C48D28"/>
              </a:solidFill>
            </a:ln>
          </c:spPr>
          <c:marker>
            <c:symbol val="none"/>
          </c:marker>
          <c:xVal>
            <c:numRef>
              <c:f>'Chart Data'!$AQ$2:$AQ$3</c:f>
              <c:numCache>
                <c:formatCode>General</c:formatCode>
                <c:ptCount val="2"/>
                <c:pt idx="0">
                  <c:v>28</c:v>
                </c:pt>
                <c:pt idx="1">
                  <c:v>28</c:v>
                </c:pt>
              </c:numCache>
            </c:numRef>
          </c:xVal>
          <c:yVal>
            <c:numRef>
              <c:f>'Chart Data'!$AR$2:$AR$3</c:f>
              <c:numCache>
                <c:formatCode>0</c:formatCode>
                <c:ptCount val="2"/>
                <c:pt idx="0">
                  <c:v>7</c:v>
                </c:pt>
                <c:pt idx="1">
                  <c:v>11</c:v>
                </c:pt>
              </c:numCache>
            </c:numRef>
          </c:yVal>
          <c:smooth val="0"/>
        </c:ser>
        <c:ser>
          <c:idx val="22"/>
          <c:order val="22"/>
          <c:tx>
            <c:v>O hatch</c:v>
          </c:tx>
          <c:spPr>
            <a:ln xmlns:a="http://schemas.openxmlformats.org/drawingml/2006/main" w="12383">
              <a:solidFill>
                <a:srgbClr val="C48D28"/>
              </a:solidFill>
            </a:ln>
          </c:spPr>
          <c:marker>
            <c:symbol val="none"/>
          </c:marker>
          <c:xVal>
            <c:numRef>
              <c:f>'Chart Data'!$AS$2:$AS$3</c:f>
              <c:numCache>
                <c:formatCode>General</c:formatCode>
                <c:ptCount val="2"/>
                <c:pt idx="0">
                  <c:v>29.33333333</c:v>
                </c:pt>
                <c:pt idx="1">
                  <c:v>29.33333333</c:v>
                </c:pt>
              </c:numCache>
            </c:numRef>
          </c:xVal>
          <c:yVal>
            <c:numRef>
              <c:f>'Chart Data'!$AT$2:$AT$3</c:f>
              <c:numCache>
                <c:formatCode>0</c:formatCode>
                <c:ptCount val="2"/>
                <c:pt idx="0">
                  <c:v>7</c:v>
                </c:pt>
                <c:pt idx="1">
                  <c:v>11</c:v>
                </c:pt>
              </c:numCache>
            </c:numRef>
          </c:yVal>
          <c:smooth val="0"/>
        </c:ser>
        <c:ser>
          <c:idx val="23"/>
          <c:order val="23"/>
          <c:tx>
            <c:v>guide Q</c:v>
          </c:tx>
          <c:spPr>
            <a:ln xmlns:a="http://schemas.openxmlformats.org/drawingml/2006/main" w="14288">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Qt = 30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Data'!$AU$2:$AU$3</c:f>
              <c:numCache>
                <c:formatCode>General</c:formatCode>
                <c:ptCount val="2"/>
                <c:pt idx="0">
                  <c:v>30</c:v>
                </c:pt>
                <c:pt idx="1">
                  <c:v>30</c:v>
                </c:pt>
              </c:numCache>
            </c:numRef>
          </c:xVal>
          <c:yVal>
            <c:numRef>
              <c:f>'Chart Data'!$AV$2:$AV$3</c:f>
              <c:numCache>
                <c:formatCode>0</c:formatCode>
                <c:ptCount val="2"/>
                <c:pt idx="0">
                  <c:v>0</c:v>
                </c:pt>
                <c:pt idx="1">
                  <c:v>11</c:v>
                </c:pt>
              </c:numCache>
            </c:numRef>
          </c:yVal>
          <c:smooth val="0"/>
        </c:ser>
        <c:ser>
          <c:idx val="24"/>
          <c:order val="24"/>
          <c:tx>
            <c:v>guide Pc</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Pc = 11</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Data'!$AW$2:$AW$3</c:f>
              <c:numCache>
                <c:formatCode>General</c:formatCode>
                <c:ptCount val="2"/>
                <c:pt idx="0">
                  <c:v>0</c:v>
                </c:pt>
                <c:pt idx="1">
                  <c:v>30</c:v>
                </c:pt>
              </c:numCache>
            </c:numRef>
          </c:xVal>
          <c:yVal>
            <c:numRef>
              <c:f>'Chart Data'!$AX$2:$AX$3</c:f>
              <c:numCache>
                <c:formatCode>0</c:formatCode>
                <c:ptCount val="2"/>
                <c:pt idx="0">
                  <c:v>11</c:v>
                </c:pt>
                <c:pt idx="1">
                  <c:v>11</c:v>
                </c:pt>
              </c:numCache>
            </c:numRef>
          </c:yVal>
          <c:smooth val="0"/>
        </c:ser>
        <c:ser>
          <c:idx val="25"/>
          <c:order val="25"/>
          <c:tx>
            <c:v>guide Pp</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Pp = 7</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Data'!$AY$2:$AY$3</c:f>
              <c:numCache>
                <c:formatCode>General</c:formatCode>
                <c:ptCount val="2"/>
                <c:pt idx="0">
                  <c:v>0</c:v>
                </c:pt>
                <c:pt idx="1">
                  <c:v>30</c:v>
                </c:pt>
              </c:numCache>
            </c:numRef>
          </c:xVal>
          <c:yVal>
            <c:numRef>
              <c:f>'Chart Data'!$AZ$2:$AZ$3</c:f>
              <c:numCache>
                <c:formatCode>0</c:formatCode>
                <c:ptCount val="2"/>
                <c:pt idx="0">
                  <c:v>7</c:v>
                </c:pt>
                <c:pt idx="1">
                  <c:v>7</c:v>
                </c:pt>
              </c:numCache>
            </c:numRef>
          </c:yVal>
          <c:smooth val="0"/>
        </c:ser>
        <c:ser>
          <c:idx val="26"/>
          <c:order val="26"/>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Data'!$BA$2:$BA$3</c:f>
              <c:numCache>
                <c:formatCode>General</c:formatCode>
                <c:ptCount val="2"/>
                <c:pt idx="0">
                  <c:v>0</c:v>
                </c:pt>
                <c:pt idx="1">
                  <c:v>60</c:v>
                </c:pt>
              </c:numCache>
            </c:numRef>
          </c:xVal>
          <c:yVal>
            <c:numRef>
              <c:f>'Chart Data'!$BB$2:$BB$3</c:f>
              <c:numCache>
                <c:formatCode>0</c:formatCode>
                <c:ptCount val="2"/>
                <c:pt idx="0">
                  <c:v>20</c:v>
                </c:pt>
                <c:pt idx="1">
                  <c:v>2</c:v>
                </c:pt>
              </c:numCache>
            </c:numRef>
          </c:yVal>
          <c:smooth val="0"/>
        </c:ser>
        <c:ser>
          <c:idx val="27"/>
          <c:order val="27"/>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Data'!$BC$2:$BC$3</c:f>
              <c:numCache>
                <c:formatCode>General</c:formatCode>
                <c:ptCount val="2"/>
                <c:pt idx="0">
                  <c:v>0</c:v>
                </c:pt>
                <c:pt idx="1">
                  <c:v>60</c:v>
                </c:pt>
              </c:numCache>
            </c:numRef>
          </c:xVal>
          <c:yVal>
            <c:numRef>
              <c:f>'Chart Data'!$BD$2:$BD$3</c:f>
              <c:numCache>
                <c:formatCode>0</c:formatCode>
                <c:ptCount val="2"/>
                <c:pt idx="0">
                  <c:v>4</c:v>
                </c:pt>
                <c:pt idx="1">
                  <c:v>10</c:v>
                </c:pt>
              </c:numCache>
            </c:numRef>
          </c:yVal>
          <c:smooth val="0"/>
        </c:ser>
        <c:ser>
          <c:idx val="28"/>
          <c:order val="28"/>
          <c:tx>
            <c:v>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O</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Data'!$BE$2:$BE$2</c:f>
              <c:numCache>
                <c:formatCode>General</c:formatCode>
                <c:ptCount val="1"/>
                <c:pt idx="0">
                  <c:v>12</c:v>
                </c:pt>
              </c:numCache>
            </c:numRef>
          </c:xVal>
          <c:yVal>
            <c:numRef>
              <c:f>'Chart Data'!$BF$2:$BF$2</c:f>
              <c:numCache>
                <c:formatCode>0</c:formatCode>
                <c:ptCount val="1"/>
                <c:pt idx="0">
                  <c:v>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notitieboekje)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(notitieboekjes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W boundary</c:v>
          </c:tx>
          <c:spPr>
            <a:ln xmlns:a="http://schemas.openxmlformats.org/drawingml/2006/main" w="23813">
              <a:solidFill>
                <a:srgbClr val="C8554B"/>
              </a:solidFill>
            </a:ln>
          </c:spPr>
          <c:marker>
            <c:symbol val="none"/>
          </c:marker>
          <c:xVal>
            <c:numRef>
              <c:f>'Chart Data'!$A$2:$A$5</c:f>
              <c:numCache>
                <c:formatCode>General</c:formatCode>
                <c:ptCount val="4"/>
                <c:pt idx="0">
                  <c:v>30</c:v>
                </c:pt>
                <c:pt idx="1">
                  <c:v>40</c:v>
                </c:pt>
                <c:pt idx="2">
                  <c:v>30</c:v>
                </c:pt>
                <c:pt idx="3">
                  <c:v>30</c:v>
                </c:pt>
              </c:numCache>
            </c:numRef>
          </c:xVal>
          <c:yVal>
            <c:numRef>
              <c:f>'Chart Data'!$B$2:$B$5</c:f>
              <c:numCache>
                <c:formatCode>0</c:formatCode>
                <c:ptCount val="4"/>
                <c:pt idx="0">
                  <c:v>7</c:v>
                </c:pt>
                <c:pt idx="1">
                  <c:v>8</c:v>
                </c:pt>
                <c:pt idx="2">
                  <c:v>11</c:v>
                </c:pt>
                <c:pt idx="3">
                  <c:v>7</c:v>
                </c:pt>
              </c:numCache>
            </c:numRef>
          </c:yVal>
          <c:smooth val="0"/>
        </c:ser>
        <c:ser>
          <c:idx val="1"/>
          <c:order val="1"/>
          <c:tx>
            <c:v>W hatch</c:v>
          </c:tx>
          <c:spPr>
            <a:ln xmlns:a="http://schemas.openxmlformats.org/drawingml/2006/main" w="12383">
              <a:solidFill>
                <a:srgbClr val="C8554B"/>
              </a:solidFill>
            </a:ln>
          </c:spPr>
          <c:marker>
            <c:symbol val="none"/>
          </c:marker>
          <c:xVal>
            <c:numRef>
              <c:f>'Chart Data'!$C$2:$C$3</c:f>
              <c:numCache>
                <c:formatCode>General</c:formatCode>
                <c:ptCount val="2"/>
                <c:pt idx="0">
                  <c:v>30</c:v>
                </c:pt>
                <c:pt idx="1">
                  <c:v>32.5</c:v>
                </c:pt>
              </c:numCache>
            </c:numRef>
          </c:xVal>
          <c:yVal>
            <c:numRef>
              <c:f>'Chart Data'!$D$2:$D$3</c:f>
              <c:numCache>
                <c:formatCode>0</c:formatCode>
                <c:ptCount val="2"/>
                <c:pt idx="0">
                  <c:v>7.25</c:v>
                </c:pt>
                <c:pt idx="1">
                  <c:v>7.25</c:v>
                </c:pt>
              </c:numCache>
            </c:numRef>
          </c:yVal>
          <c:smooth val="0"/>
        </c:ser>
        <c:ser>
          <c:idx val="2"/>
          <c:order val="2"/>
          <c:tx>
            <c:v>W hatch</c:v>
          </c:tx>
          <c:spPr>
            <a:ln xmlns:a="http://schemas.openxmlformats.org/drawingml/2006/main" w="12383">
              <a:solidFill>
                <a:srgbClr val="C8554B"/>
              </a:solidFill>
            </a:ln>
          </c:spPr>
          <c:marker>
            <c:symbol val="none"/>
          </c:marker>
          <c:xVal>
            <c:numRef>
              <c:f>'Chart Data'!$E$2:$E$3</c:f>
              <c:numCache>
                <c:formatCode>General</c:formatCode>
                <c:ptCount val="2"/>
                <c:pt idx="0">
                  <c:v>30</c:v>
                </c:pt>
                <c:pt idx="1">
                  <c:v>35</c:v>
                </c:pt>
              </c:numCache>
            </c:numRef>
          </c:xVal>
          <c:yVal>
            <c:numRef>
              <c:f>'Chart Data'!$F$2:$F$3</c:f>
              <c:numCache>
                <c:formatCode>0</c:formatCode>
                <c:ptCount val="2"/>
                <c:pt idx="0">
                  <c:v>7.5</c:v>
                </c:pt>
                <c:pt idx="1">
                  <c:v>7.5</c:v>
                </c:pt>
              </c:numCache>
            </c:numRef>
          </c:yVal>
          <c:smooth val="0"/>
        </c:ser>
        <c:ser>
          <c:idx val="3"/>
          <c:order val="3"/>
          <c:tx>
            <c:v>W hatch</c:v>
          </c:tx>
          <c:spPr>
            <a:ln xmlns:a="http://schemas.openxmlformats.org/drawingml/2006/main" w="12383">
              <a:solidFill>
                <a:srgbClr val="C8554B"/>
              </a:solidFill>
            </a:ln>
          </c:spPr>
          <c:marker>
            <c:symbol val="none"/>
          </c:marker>
          <c:xVal>
            <c:numRef>
              <c:f>'Chart Data'!$G$2:$G$3</c:f>
              <c:numCache>
                <c:formatCode>General</c:formatCode>
                <c:ptCount val="2"/>
                <c:pt idx="0">
                  <c:v>30</c:v>
                </c:pt>
                <c:pt idx="1">
                  <c:v>37.5</c:v>
                </c:pt>
              </c:numCache>
            </c:numRef>
          </c:xVal>
          <c:yVal>
            <c:numRef>
              <c:f>'Chart Data'!$H$2:$H$3</c:f>
              <c:numCache>
                <c:formatCode>0</c:formatCode>
                <c:ptCount val="2"/>
                <c:pt idx="0">
                  <c:v>7.75</c:v>
                </c:pt>
                <c:pt idx="1">
                  <c:v>7.75</c:v>
                </c:pt>
              </c:numCache>
            </c:numRef>
          </c:yVal>
          <c:smooth val="0"/>
        </c:ser>
        <c:ser>
          <c:idx val="4"/>
          <c:order val="4"/>
          <c:tx>
            <c:v>W hatch</c:v>
          </c:tx>
          <c:spPr>
            <a:ln xmlns:a="http://schemas.openxmlformats.org/drawingml/2006/main" w="12383">
              <a:solidFill>
                <a:srgbClr val="C8554B"/>
              </a:solidFill>
            </a:ln>
          </c:spPr>
          <c:marker>
            <c:symbol val="none"/>
          </c:marker>
          <c:xVal>
            <c:numRef>
              <c:f>'Chart Data'!$I$2:$I$3</c:f>
              <c:numCache>
                <c:formatCode>General</c:formatCode>
                <c:ptCount val="2"/>
                <c:pt idx="0">
                  <c:v>30</c:v>
                </c:pt>
                <c:pt idx="1">
                  <c:v>40</c:v>
                </c:pt>
              </c:numCache>
            </c:numRef>
          </c:xVal>
          <c:yVal>
            <c:numRef>
              <c:f>'Chart Data'!$J$2:$J$3</c:f>
              <c:numCache>
                <c:formatCode>0</c:formatCode>
                <c:ptCount val="2"/>
                <c:pt idx="0">
                  <c:v>8</c:v>
                </c:pt>
                <c:pt idx="1">
                  <c:v>8</c:v>
                </c:pt>
              </c:numCache>
            </c:numRef>
          </c:yVal>
          <c:smooth val="0"/>
        </c:ser>
        <c:ser>
          <c:idx val="5"/>
          <c:order val="5"/>
          <c:tx>
            <c:v>W hatch</c:v>
          </c:tx>
          <c:spPr>
            <a:ln xmlns:a="http://schemas.openxmlformats.org/drawingml/2006/main" w="12383">
              <a:solidFill>
                <a:srgbClr val="C8554B"/>
              </a:solidFill>
            </a:ln>
          </c:spPr>
          <c:marker>
            <c:symbol val="none"/>
          </c:marker>
          <c:xVal>
            <c:numRef>
              <c:f>'Chart Data'!$K$2:$K$3</c:f>
              <c:numCache>
                <c:formatCode>General</c:formatCode>
                <c:ptCount val="2"/>
                <c:pt idx="0">
                  <c:v>30</c:v>
                </c:pt>
                <c:pt idx="1">
                  <c:v>39.16666667</c:v>
                </c:pt>
              </c:numCache>
            </c:numRef>
          </c:xVal>
          <c:yVal>
            <c:numRef>
              <c:f>'Chart Data'!$L$2:$L$3</c:f>
              <c:numCache>
                <c:formatCode>0</c:formatCode>
                <c:ptCount val="2"/>
                <c:pt idx="0">
                  <c:v>8.25</c:v>
                </c:pt>
                <c:pt idx="1">
                  <c:v>8.25</c:v>
                </c:pt>
              </c:numCache>
            </c:numRef>
          </c:yVal>
          <c:smooth val="0"/>
        </c:ser>
        <c:ser>
          <c:idx val="6"/>
          <c:order val="6"/>
          <c:tx>
            <c:v>W hatch</c:v>
          </c:tx>
          <c:spPr>
            <a:ln xmlns:a="http://schemas.openxmlformats.org/drawingml/2006/main" w="12383">
              <a:solidFill>
                <a:srgbClr val="C8554B"/>
              </a:solidFill>
            </a:ln>
          </c:spPr>
          <c:marker>
            <c:symbol val="none"/>
          </c:marker>
          <c:xVal>
            <c:numRef>
              <c:f>'Chart Data'!$M$2:$M$3</c:f>
              <c:numCache>
                <c:formatCode>General</c:formatCode>
                <c:ptCount val="2"/>
                <c:pt idx="0">
                  <c:v>30</c:v>
                </c:pt>
                <c:pt idx="1">
                  <c:v>38.33333333</c:v>
                </c:pt>
              </c:numCache>
            </c:numRef>
          </c:xVal>
          <c:yVal>
            <c:numRef>
              <c:f>'Chart Data'!$N$2:$N$3</c:f>
              <c:numCache>
                <c:formatCode>0</c:formatCode>
                <c:ptCount val="2"/>
                <c:pt idx="0">
                  <c:v>8.5</c:v>
                </c:pt>
                <c:pt idx="1">
                  <c:v>8.5</c:v>
                </c:pt>
              </c:numCache>
            </c:numRef>
          </c:yVal>
          <c:smooth val="0"/>
        </c:ser>
        <c:ser>
          <c:idx val="7"/>
          <c:order val="7"/>
          <c:tx>
            <c:v>W hatch</c:v>
          </c:tx>
          <c:spPr>
            <a:ln xmlns:a="http://schemas.openxmlformats.org/drawingml/2006/main" w="12383">
              <a:solidFill>
                <a:srgbClr val="C8554B"/>
              </a:solidFill>
            </a:ln>
          </c:spPr>
          <c:marker>
            <c:symbol val="none"/>
          </c:marker>
          <c:xVal>
            <c:numRef>
              <c:f>'Chart Data'!$O$2:$O$3</c:f>
              <c:numCache>
                <c:formatCode>General</c:formatCode>
                <c:ptCount val="2"/>
                <c:pt idx="0">
                  <c:v>30</c:v>
                </c:pt>
                <c:pt idx="1">
                  <c:v>37.5</c:v>
                </c:pt>
              </c:numCache>
            </c:numRef>
          </c:xVal>
          <c:yVal>
            <c:numRef>
              <c:f>'Chart Data'!$P$2:$P$3</c:f>
              <c:numCache>
                <c:formatCode>0</c:formatCode>
                <c:ptCount val="2"/>
                <c:pt idx="0">
                  <c:v>8.75</c:v>
                </c:pt>
                <c:pt idx="1">
                  <c:v>8.75</c:v>
                </c:pt>
              </c:numCache>
            </c:numRef>
          </c:yVal>
          <c:smooth val="0"/>
        </c:ser>
        <c:ser>
          <c:idx val="8"/>
          <c:order val="8"/>
          <c:tx>
            <c:v>W hatch</c:v>
          </c:tx>
          <c:spPr>
            <a:ln xmlns:a="http://schemas.openxmlformats.org/drawingml/2006/main" w="12383">
              <a:solidFill>
                <a:srgbClr val="C8554B"/>
              </a:solidFill>
            </a:ln>
          </c:spPr>
          <c:marker>
            <c:symbol val="none"/>
          </c:marker>
          <c:xVal>
            <c:numRef>
              <c:f>'Chart Data'!$Q$2:$Q$3</c:f>
              <c:numCache>
                <c:formatCode>General</c:formatCode>
                <c:ptCount val="2"/>
                <c:pt idx="0">
                  <c:v>30</c:v>
                </c:pt>
                <c:pt idx="1">
                  <c:v>36.66666667</c:v>
                </c:pt>
              </c:numCache>
            </c:numRef>
          </c:xVal>
          <c:yVal>
            <c:numRef>
              <c:f>'Chart Data'!$R$2:$R$3</c:f>
              <c:numCache>
                <c:formatCode>0</c:formatCode>
                <c:ptCount val="2"/>
                <c:pt idx="0">
                  <c:v>9</c:v>
                </c:pt>
                <c:pt idx="1">
                  <c:v>9</c:v>
                </c:pt>
              </c:numCache>
            </c:numRef>
          </c:yVal>
          <c:smooth val="0"/>
        </c:ser>
        <c:ser>
          <c:idx val="9"/>
          <c:order val="9"/>
          <c:tx>
            <c:v>W hatch</c:v>
          </c:tx>
          <c:spPr>
            <a:ln xmlns:a="http://schemas.openxmlformats.org/drawingml/2006/main" w="12383">
              <a:solidFill>
                <a:srgbClr val="C8554B"/>
              </a:solidFill>
            </a:ln>
          </c:spPr>
          <c:marker>
            <c:symbol val="none"/>
          </c:marker>
          <c:xVal>
            <c:numRef>
              <c:f>'Chart Data'!$S$2:$S$3</c:f>
              <c:numCache>
                <c:formatCode>General</c:formatCode>
                <c:ptCount val="2"/>
                <c:pt idx="0">
                  <c:v>30</c:v>
                </c:pt>
                <c:pt idx="1">
                  <c:v>35.83333333</c:v>
                </c:pt>
              </c:numCache>
            </c:numRef>
          </c:xVal>
          <c:yVal>
            <c:numRef>
              <c:f>'Chart Data'!$T$2:$T$3</c:f>
              <c:numCache>
                <c:formatCode>0</c:formatCode>
                <c:ptCount val="2"/>
                <c:pt idx="0">
                  <c:v>9.25</c:v>
                </c:pt>
                <c:pt idx="1">
                  <c:v>9.25</c:v>
                </c:pt>
              </c:numCache>
            </c:numRef>
          </c:yVal>
          <c:smooth val="0"/>
        </c:ser>
        <c:ser>
          <c:idx val="10"/>
          <c:order val="10"/>
          <c:tx>
            <c:v>W hatch</c:v>
          </c:tx>
          <c:spPr>
            <a:ln xmlns:a="http://schemas.openxmlformats.org/drawingml/2006/main" w="12383">
              <a:solidFill>
                <a:srgbClr val="C8554B"/>
              </a:solidFill>
            </a:ln>
          </c:spPr>
          <c:marker>
            <c:symbol val="none"/>
          </c:marker>
          <c:xVal>
            <c:numRef>
              <c:f>'Chart Data'!$U$2:$U$3</c:f>
              <c:numCache>
                <c:formatCode>General</c:formatCode>
                <c:ptCount val="2"/>
                <c:pt idx="0">
                  <c:v>30</c:v>
                </c:pt>
                <c:pt idx="1">
                  <c:v>35</c:v>
                </c:pt>
              </c:numCache>
            </c:numRef>
          </c:xVal>
          <c:yVal>
            <c:numRef>
              <c:f>'Chart Data'!$V$2:$V$3</c:f>
              <c:numCache>
                <c:formatCode>0</c:formatCode>
                <c:ptCount val="2"/>
                <c:pt idx="0">
                  <c:v>9.5</c:v>
                </c:pt>
                <c:pt idx="1">
                  <c:v>9.5</c:v>
                </c:pt>
              </c:numCache>
            </c:numRef>
          </c:yVal>
          <c:smooth val="0"/>
        </c:ser>
        <c:ser>
          <c:idx val="11"/>
          <c:order val="11"/>
          <c:tx>
            <c:v>W hatch</c:v>
          </c:tx>
          <c:spPr>
            <a:ln xmlns:a="http://schemas.openxmlformats.org/drawingml/2006/main" w="12383">
              <a:solidFill>
                <a:srgbClr val="C8554B"/>
              </a:solidFill>
            </a:ln>
          </c:spPr>
          <c:marker>
            <c:symbol val="none"/>
          </c:marker>
          <c:xVal>
            <c:numRef>
              <c:f>'Chart Data'!$W$2:$W$3</c:f>
              <c:numCache>
                <c:formatCode>General</c:formatCode>
                <c:ptCount val="2"/>
                <c:pt idx="0">
                  <c:v>30</c:v>
                </c:pt>
                <c:pt idx="1">
                  <c:v>34.16666667</c:v>
                </c:pt>
              </c:numCache>
            </c:numRef>
          </c:xVal>
          <c:yVal>
            <c:numRef>
              <c:f>'Chart Data'!$X$2:$X$3</c:f>
              <c:numCache>
                <c:formatCode>0</c:formatCode>
                <c:ptCount val="2"/>
                <c:pt idx="0">
                  <c:v>9.75</c:v>
                </c:pt>
                <c:pt idx="1">
                  <c:v>9.75</c:v>
                </c:pt>
              </c:numCache>
            </c:numRef>
          </c:yVal>
          <c:smooth val="0"/>
        </c:ser>
        <c:ser>
          <c:idx val="12"/>
          <c:order val="12"/>
          <c:tx>
            <c:v>W hatch</c:v>
          </c:tx>
          <c:spPr>
            <a:ln xmlns:a="http://schemas.openxmlformats.org/drawingml/2006/main" w="12383">
              <a:solidFill>
                <a:srgbClr val="C8554B"/>
              </a:solidFill>
            </a:ln>
          </c:spPr>
          <c:marker>
            <c:symbol val="none"/>
          </c:marker>
          <c:xVal>
            <c:numRef>
              <c:f>'Chart Data'!$Y$2:$Y$3</c:f>
              <c:numCache>
                <c:formatCode>General</c:formatCode>
                <c:ptCount val="2"/>
                <c:pt idx="0">
                  <c:v>30</c:v>
                </c:pt>
                <c:pt idx="1">
                  <c:v>33.33333333</c:v>
                </c:pt>
              </c:numCache>
            </c:numRef>
          </c:xVal>
          <c:yVal>
            <c:numRef>
              <c:f>'Chart Data'!$Z$2:$Z$3</c:f>
              <c:numCache>
                <c:formatCode>0</c:formatCode>
                <c:ptCount val="2"/>
                <c:pt idx="0">
                  <c:v>10</c:v>
                </c:pt>
                <c:pt idx="1">
                  <c:v>10</c:v>
                </c:pt>
              </c:numCache>
            </c:numRef>
          </c:yVal>
          <c:smooth val="0"/>
        </c:ser>
        <c:ser>
          <c:idx val="13"/>
          <c:order val="13"/>
          <c:tx>
            <c:v>W hatch</c:v>
          </c:tx>
          <c:spPr>
            <a:ln xmlns:a="http://schemas.openxmlformats.org/drawingml/2006/main" w="12383">
              <a:solidFill>
                <a:srgbClr val="C8554B"/>
              </a:solidFill>
            </a:ln>
          </c:spPr>
          <c:marker>
            <c:symbol val="none"/>
          </c:marker>
          <c:xVal>
            <c:numRef>
              <c:f>'Chart Data'!$AA$2:$AA$3</c:f>
              <c:numCache>
                <c:formatCode>General</c:formatCode>
                <c:ptCount val="2"/>
                <c:pt idx="0">
                  <c:v>30</c:v>
                </c:pt>
                <c:pt idx="1">
                  <c:v>32.5</c:v>
                </c:pt>
              </c:numCache>
            </c:numRef>
          </c:xVal>
          <c:yVal>
            <c:numRef>
              <c:f>'Chart Data'!$AB$2:$AB$3</c:f>
              <c:numCache>
                <c:formatCode>0</c:formatCode>
                <c:ptCount val="2"/>
                <c:pt idx="0">
                  <c:v>10.25</c:v>
                </c:pt>
                <c:pt idx="1">
                  <c:v>10.25</c:v>
                </c:pt>
              </c:numCache>
            </c:numRef>
          </c:yVal>
          <c:smooth val="0"/>
        </c:ser>
        <c:ser>
          <c:idx val="14"/>
          <c:order val="14"/>
          <c:tx>
            <c:v>W hatch</c:v>
          </c:tx>
          <c:spPr>
            <a:ln xmlns:a="http://schemas.openxmlformats.org/drawingml/2006/main" w="12383">
              <a:solidFill>
                <a:srgbClr val="C8554B"/>
              </a:solidFill>
            </a:ln>
          </c:spPr>
          <c:marker>
            <c:symbol val="none"/>
          </c:marker>
          <c:xVal>
            <c:numRef>
              <c:f>'Chart Data'!$AC$2:$AC$3</c:f>
              <c:numCache>
                <c:formatCode>General</c:formatCode>
                <c:ptCount val="2"/>
                <c:pt idx="0">
                  <c:v>30</c:v>
                </c:pt>
                <c:pt idx="1">
                  <c:v>31.66666667</c:v>
                </c:pt>
              </c:numCache>
            </c:numRef>
          </c:xVal>
          <c:yVal>
            <c:numRef>
              <c:f>'Chart Data'!$AD$2:$AD$3</c:f>
              <c:numCache>
                <c:formatCode>0</c:formatCode>
                <c:ptCount val="2"/>
                <c:pt idx="0">
                  <c:v>10.5</c:v>
                </c:pt>
                <c:pt idx="1">
                  <c:v>10.5</c:v>
                </c:pt>
              </c:numCache>
            </c:numRef>
          </c:yVal>
          <c:smooth val="0"/>
        </c:ser>
        <c:ser>
          <c:idx val="15"/>
          <c:order val="15"/>
          <c:tx>
            <c:v>W hatch</c:v>
          </c:tx>
          <c:spPr>
            <a:ln xmlns:a="http://schemas.openxmlformats.org/drawingml/2006/main" w="12383">
              <a:solidFill>
                <a:srgbClr val="C8554B"/>
              </a:solidFill>
            </a:ln>
          </c:spPr>
          <c:marker>
            <c:symbol val="none"/>
          </c:marker>
          <c:xVal>
            <c:numRef>
              <c:f>'Chart Data'!$AE$2:$AE$3</c:f>
              <c:numCache>
                <c:formatCode>General</c:formatCode>
                <c:ptCount val="2"/>
                <c:pt idx="0">
                  <c:v>30</c:v>
                </c:pt>
                <c:pt idx="1">
                  <c:v>30.83333333</c:v>
                </c:pt>
              </c:numCache>
            </c:numRef>
          </c:xVal>
          <c:yVal>
            <c:numRef>
              <c:f>'Chart Data'!$AF$2:$AF$3</c:f>
              <c:numCache>
                <c:formatCode>0</c:formatCode>
                <c:ptCount val="2"/>
                <c:pt idx="0">
                  <c:v>10.75</c:v>
                </c:pt>
                <c:pt idx="1">
                  <c:v>10.75</c:v>
                </c:pt>
              </c:numCache>
            </c:numRef>
          </c:yVal>
          <c:smooth val="0"/>
        </c:ser>
        <c:ser>
          <c:idx val="16"/>
          <c:order val="16"/>
          <c:tx>
            <c:v>guide Q</c:v>
          </c:tx>
          <c:spPr>
            <a:ln xmlns:a="http://schemas.openxmlformats.org/drawingml/2006/main" w="14288">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Qt = 30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Data'!$AG$2:$AG$3</c:f>
              <c:numCache>
                <c:formatCode>General</c:formatCode>
                <c:ptCount val="2"/>
                <c:pt idx="0">
                  <c:v>30</c:v>
                </c:pt>
                <c:pt idx="1">
                  <c:v>30</c:v>
                </c:pt>
              </c:numCache>
            </c:numRef>
          </c:xVal>
          <c:yVal>
            <c:numRef>
              <c:f>'Chart Data'!$AH$2:$AH$3</c:f>
              <c:numCache>
                <c:formatCode>0</c:formatCode>
                <c:ptCount val="2"/>
                <c:pt idx="0">
                  <c:v>0</c:v>
                </c:pt>
                <c:pt idx="1">
                  <c:v>11</c:v>
                </c:pt>
              </c:numCache>
            </c:numRef>
          </c:yVal>
          <c:smooth val="0"/>
        </c:ser>
        <c:ser>
          <c:idx val="17"/>
          <c:order val="17"/>
          <c:tx>
            <c:v>guide Pc</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Pc = 11</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Data'!$AI$2:$AI$3</c:f>
              <c:numCache>
                <c:formatCode>General</c:formatCode>
                <c:ptCount val="2"/>
                <c:pt idx="0">
                  <c:v>0</c:v>
                </c:pt>
                <c:pt idx="1">
                  <c:v>30</c:v>
                </c:pt>
              </c:numCache>
            </c:numRef>
          </c:xVal>
          <c:yVal>
            <c:numRef>
              <c:f>'Chart Data'!$AJ$2:$AJ$3</c:f>
              <c:numCache>
                <c:formatCode>0</c:formatCode>
                <c:ptCount val="2"/>
                <c:pt idx="0">
                  <c:v>11</c:v>
                </c:pt>
                <c:pt idx="1">
                  <c:v>11</c:v>
                </c:pt>
              </c:numCache>
            </c:numRef>
          </c:yVal>
          <c:smooth val="0"/>
        </c:ser>
        <c:ser>
          <c:idx val="18"/>
          <c:order val="18"/>
          <c:tx>
            <c:v>guide Pp</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Pp = 7</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Data'!$AK$2:$AK$3</c:f>
              <c:numCache>
                <c:formatCode>General</c:formatCode>
                <c:ptCount val="2"/>
                <c:pt idx="0">
                  <c:v>0</c:v>
                </c:pt>
                <c:pt idx="1">
                  <c:v>30</c:v>
                </c:pt>
              </c:numCache>
            </c:numRef>
          </c:xVal>
          <c:yVal>
            <c:numRef>
              <c:f>'Chart Data'!$AL$2:$AL$3</c:f>
              <c:numCache>
                <c:formatCode>0</c:formatCode>
                <c:ptCount val="2"/>
                <c:pt idx="0">
                  <c:v>7</c:v>
                </c:pt>
                <c:pt idx="1">
                  <c:v>7</c:v>
                </c:pt>
              </c:numCache>
            </c:numRef>
          </c:yVal>
          <c:smooth val="0"/>
        </c:ser>
        <c:ser>
          <c:idx val="19"/>
          <c:order val="19"/>
          <c:tx>
            <c:v>guide Q0</c:v>
          </c:tx>
          <c:spPr>
            <a:ln xmlns:a="http://schemas.openxmlformats.org/drawingml/2006/main" w="14288">
              <a:solidFill>
                <a:srgbClr val="445B6B"/>
              </a:solidFill>
            </a:ln>
          </c:spPr>
          <c:marker>
            <c:symbol val="none"/>
          </c:marker>
          <c:xVal>
            <c:numRef>
              <c:f>'Chart Data'!$AM$2:$AM$3</c:f>
              <c:numCache>
                <c:formatCode>General</c:formatCode>
                <c:ptCount val="2"/>
                <c:pt idx="0">
                  <c:v>40</c:v>
                </c:pt>
                <c:pt idx="1">
                  <c:v>40</c:v>
                </c:pt>
              </c:numCache>
            </c:numRef>
          </c:xVal>
          <c:yVal>
            <c:numRef>
              <c:f>'Chart Data'!$AN$2:$AN$3</c:f>
              <c:numCache>
                <c:formatCode>0</c:formatCode>
                <c:ptCount val="2"/>
                <c:pt idx="0">
                  <c:v>0</c:v>
                </c:pt>
                <c:pt idx="1">
                  <c:v>8</c:v>
                </c:pt>
              </c:numCache>
            </c:numRef>
          </c:yVal>
          <c:smooth val="0"/>
        </c:ser>
        <c:ser>
          <c:idx val="20"/>
          <c:order val="2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Data'!$AO$2:$AO$3</c:f>
              <c:numCache>
                <c:formatCode>General</c:formatCode>
                <c:ptCount val="2"/>
                <c:pt idx="0">
                  <c:v>0</c:v>
                </c:pt>
                <c:pt idx="1">
                  <c:v>60</c:v>
                </c:pt>
              </c:numCache>
            </c:numRef>
          </c:xVal>
          <c:yVal>
            <c:numRef>
              <c:f>'Chart Data'!$AP$2:$AP$3</c:f>
              <c:numCache>
                <c:formatCode>0</c:formatCode>
                <c:ptCount val="2"/>
                <c:pt idx="0">
                  <c:v>20</c:v>
                </c:pt>
                <c:pt idx="1">
                  <c:v>2</c:v>
                </c:pt>
              </c:numCache>
            </c:numRef>
          </c:yVal>
          <c:smooth val="0"/>
        </c:ser>
        <c:ser>
          <c:idx val="21"/>
          <c:order val="21"/>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Data'!$AQ$2:$AQ$3</c:f>
              <c:numCache>
                <c:formatCode>General</c:formatCode>
                <c:ptCount val="2"/>
                <c:pt idx="0">
                  <c:v>0</c:v>
                </c:pt>
                <c:pt idx="1">
                  <c:v>60</c:v>
                </c:pt>
              </c:numCache>
            </c:numRef>
          </c:xVal>
          <c:yVal>
            <c:numRef>
              <c:f>'Chart Data'!$AR$2:$AR$3</c:f>
              <c:numCache>
                <c:formatCode>0</c:formatCode>
                <c:ptCount val="2"/>
                <c:pt idx="0">
                  <c:v>4</c:v>
                </c:pt>
                <c:pt idx="1">
                  <c:v>10</c:v>
                </c:pt>
              </c:numCache>
            </c:numRef>
          </c:yVal>
          <c:smooth val="0"/>
        </c:ser>
        <c:ser>
          <c:idx val="22"/>
          <c:order val="22"/>
          <c:tx>
            <c:v>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3302A"/>
                        </a:solidFill>
                        <a:latin typeface="Arial"/>
                        <a:ea typeface="Arial"/>
                        <a:cs typeface="Arial"/>
                      </a:rPr>
                      <a:t>W</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A3302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Data'!$AS$2:$AS$2</c:f>
              <c:numCache>
                <c:formatCode>General</c:formatCode>
                <c:ptCount val="1"/>
                <c:pt idx="0">
                  <c:v>32.3</c:v>
                </c:pt>
              </c:numCache>
            </c:numRef>
          </c:xVal>
          <c:yVal>
            <c:numRef>
              <c:f>'Chart Data'!$AT$2:$AT$2</c:f>
              <c:numCache>
                <c:formatCode>0</c:formatCode>
                <c:ptCount val="1"/>
                <c:pt idx="0">
                  <c:v>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notitieboekje)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(notitieboekjes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mooth val="0"/>
        </c:ser>
        <c:ser>
          <c:idx val="1"/>
          <c:order val="1"/>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100</c:v>
                </c:pt>
              </c:numCache>
            </c:numRef>
          </c:xVal>
          <c:yVal>
            <c:numRef>
              <c:f>'Chart Data'!$D$2:$D$3</c:f>
              <c:numCache>
                <c:formatCode>0</c:formatCode>
                <c:ptCount val="2"/>
                <c:pt idx="0">
                  <c:v>2</c:v>
                </c:pt>
                <c:pt idx="1">
                  <c:v>12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CS boundary</c:v>
          </c:tx>
          <c:spPr>
            <a:ln xmlns:a="http://schemas.openxmlformats.org/drawingml/2006/main" w="23813">
              <a:solidFill>
                <a:srgbClr val="85B8D6"/>
              </a:solidFill>
            </a:ln>
          </c:spPr>
          <c:marker>
            <c:symbol val="none"/>
          </c:marker>
          <c:xVal>
            <c:numRef>
              <c:f>'Chart Data'!$A$2:$A$5</c:f>
              <c:numCache>
                <c:formatCode>General</c:formatCode>
                <c:ptCount val="4"/>
                <c:pt idx="0">
                  <c:v>0</c:v>
                </c:pt>
                <c:pt idx="1">
                  <c:v>60</c:v>
                </c:pt>
                <c:pt idx="2">
                  <c:v>0</c:v>
                </c:pt>
                <c:pt idx="3">
                  <c:v>0</c:v>
                </c:pt>
              </c:numCache>
            </c:numRef>
          </c:xVal>
          <c:yVal>
            <c:numRef>
              <c:f>'Chart Data'!$B$2:$B$5</c:f>
              <c:numCache>
                <c:formatCode>0</c:formatCode>
                <c:ptCount val="4"/>
                <c:pt idx="0">
                  <c:v>8</c:v>
                </c:pt>
                <c:pt idx="1">
                  <c:v>8</c:v>
                </c:pt>
                <c:pt idx="2">
                  <c:v>20</c:v>
                </c:pt>
                <c:pt idx="3">
                  <c:v>8</c:v>
                </c:pt>
              </c:numCache>
            </c:numRef>
          </c:yVal>
          <c:smooth val="0"/>
        </c:ser>
        <c:ser>
          <c:idx val="1"/>
          <c:order val="1"/>
          <c:tx>
            <c:v>CS hatch</c:v>
          </c:tx>
          <c:spPr>
            <a:ln xmlns:a="http://schemas.openxmlformats.org/drawingml/2006/main" w="12383">
              <a:solidFill>
                <a:srgbClr val="85B8D6"/>
              </a:solidFill>
            </a:ln>
          </c:spPr>
          <c:marker>
            <c:symbol val="none"/>
          </c:marker>
          <c:xVal>
            <c:numRef>
              <c:f>'Chart Data'!$C$2:$C$3</c:f>
              <c:numCache>
                <c:formatCode>General</c:formatCode>
                <c:ptCount val="2"/>
                <c:pt idx="0">
                  <c:v>2.22222222</c:v>
                </c:pt>
                <c:pt idx="1">
                  <c:v>2.22222222</c:v>
                </c:pt>
              </c:numCache>
            </c:numRef>
          </c:xVal>
          <c:yVal>
            <c:numRef>
              <c:f>'Chart Data'!$D$2:$D$3</c:f>
              <c:numCache>
                <c:formatCode>0</c:formatCode>
                <c:ptCount val="2"/>
                <c:pt idx="0">
                  <c:v>8</c:v>
                </c:pt>
                <c:pt idx="1">
                  <c:v>19.55555556</c:v>
                </c:pt>
              </c:numCache>
            </c:numRef>
          </c:yVal>
          <c:smooth val="0"/>
        </c:ser>
        <c:ser>
          <c:idx val="2"/>
          <c:order val="2"/>
          <c:tx>
            <c:v>CS hatch</c:v>
          </c:tx>
          <c:spPr>
            <a:ln xmlns:a="http://schemas.openxmlformats.org/drawingml/2006/main" w="12383">
              <a:solidFill>
                <a:srgbClr val="85B8D6"/>
              </a:solidFill>
            </a:ln>
          </c:spPr>
          <c:marker>
            <c:symbol val="none"/>
          </c:marker>
          <c:xVal>
            <c:numRef>
              <c:f>'Chart Data'!$E$2:$E$3</c:f>
              <c:numCache>
                <c:formatCode>General</c:formatCode>
                <c:ptCount val="2"/>
                <c:pt idx="0">
                  <c:v>4.44444444</c:v>
                </c:pt>
                <c:pt idx="1">
                  <c:v>4.44444444</c:v>
                </c:pt>
              </c:numCache>
            </c:numRef>
          </c:xVal>
          <c:yVal>
            <c:numRef>
              <c:f>'Chart Data'!$F$2:$F$3</c:f>
              <c:numCache>
                <c:formatCode>0</c:formatCode>
                <c:ptCount val="2"/>
                <c:pt idx="0">
                  <c:v>8</c:v>
                </c:pt>
                <c:pt idx="1">
                  <c:v>19.11111111</c:v>
                </c:pt>
              </c:numCache>
            </c:numRef>
          </c:yVal>
          <c:smooth val="0"/>
        </c:ser>
        <c:ser>
          <c:idx val="3"/>
          <c:order val="3"/>
          <c:tx>
            <c:v>CS hatch</c:v>
          </c:tx>
          <c:spPr>
            <a:ln xmlns:a="http://schemas.openxmlformats.org/drawingml/2006/main" w="12383">
              <a:solidFill>
                <a:srgbClr val="85B8D6"/>
              </a:solidFill>
            </a:ln>
          </c:spPr>
          <c:marker>
            <c:symbol val="none"/>
          </c:marker>
          <c:xVal>
            <c:numRef>
              <c:f>'Chart Data'!$G$2:$G$3</c:f>
              <c:numCache>
                <c:formatCode>General</c:formatCode>
                <c:ptCount val="2"/>
                <c:pt idx="0">
                  <c:v>6.66666667</c:v>
                </c:pt>
                <c:pt idx="1">
                  <c:v>6.66666667</c:v>
                </c:pt>
              </c:numCache>
            </c:numRef>
          </c:xVal>
          <c:yVal>
            <c:numRef>
              <c:f>'Chart Data'!$H$2:$H$3</c:f>
              <c:numCache>
                <c:formatCode>0</c:formatCode>
                <c:ptCount val="2"/>
                <c:pt idx="0">
                  <c:v>8</c:v>
                </c:pt>
                <c:pt idx="1">
                  <c:v>18.66666667</c:v>
                </c:pt>
              </c:numCache>
            </c:numRef>
          </c:yVal>
          <c:smooth val="0"/>
        </c:ser>
        <c:ser>
          <c:idx val="4"/>
          <c:order val="4"/>
          <c:tx>
            <c:v>CS hatch</c:v>
          </c:tx>
          <c:spPr>
            <a:ln xmlns:a="http://schemas.openxmlformats.org/drawingml/2006/main" w="12383">
              <a:solidFill>
                <a:srgbClr val="85B8D6"/>
              </a:solidFill>
            </a:ln>
          </c:spPr>
          <c:marker>
            <c:symbol val="none"/>
          </c:marker>
          <c:xVal>
            <c:numRef>
              <c:f>'Chart Data'!$I$2:$I$3</c:f>
              <c:numCache>
                <c:formatCode>General</c:formatCode>
                <c:ptCount val="2"/>
                <c:pt idx="0">
                  <c:v>8.88888889</c:v>
                </c:pt>
                <c:pt idx="1">
                  <c:v>8.88888889</c:v>
                </c:pt>
              </c:numCache>
            </c:numRef>
          </c:xVal>
          <c:yVal>
            <c:numRef>
              <c:f>'Chart Data'!$J$2:$J$3</c:f>
              <c:numCache>
                <c:formatCode>0</c:formatCode>
                <c:ptCount val="2"/>
                <c:pt idx="0">
                  <c:v>8</c:v>
                </c:pt>
                <c:pt idx="1">
                  <c:v>18.22222222</c:v>
                </c:pt>
              </c:numCache>
            </c:numRef>
          </c:yVal>
          <c:smooth val="0"/>
        </c:ser>
        <c:ser>
          <c:idx val="5"/>
          <c:order val="5"/>
          <c:tx>
            <c:v>CS hatch</c:v>
          </c:tx>
          <c:spPr>
            <a:ln xmlns:a="http://schemas.openxmlformats.org/drawingml/2006/main" w="12383">
              <a:solidFill>
                <a:srgbClr val="85B8D6"/>
              </a:solidFill>
            </a:ln>
          </c:spPr>
          <c:marker>
            <c:symbol val="none"/>
          </c:marker>
          <c:xVal>
            <c:numRef>
              <c:f>'Chart Data'!$K$2:$K$3</c:f>
              <c:numCache>
                <c:formatCode>General</c:formatCode>
                <c:ptCount val="2"/>
                <c:pt idx="0">
                  <c:v>11.11111111</c:v>
                </c:pt>
                <c:pt idx="1">
                  <c:v>11.11111111</c:v>
                </c:pt>
              </c:numCache>
            </c:numRef>
          </c:xVal>
          <c:yVal>
            <c:numRef>
              <c:f>'Chart Data'!$L$2:$L$3</c:f>
              <c:numCache>
                <c:formatCode>0</c:formatCode>
                <c:ptCount val="2"/>
                <c:pt idx="0">
                  <c:v>8</c:v>
                </c:pt>
                <c:pt idx="1">
                  <c:v>17.77777778</c:v>
                </c:pt>
              </c:numCache>
            </c:numRef>
          </c:yVal>
          <c:smooth val="0"/>
        </c:ser>
        <c:ser>
          <c:idx val="6"/>
          <c:order val="6"/>
          <c:tx>
            <c:v>CS hatch</c:v>
          </c:tx>
          <c:spPr>
            <a:ln xmlns:a="http://schemas.openxmlformats.org/drawingml/2006/main" w="12383">
              <a:solidFill>
                <a:srgbClr val="85B8D6"/>
              </a:solidFill>
            </a:ln>
          </c:spPr>
          <c:marker>
            <c:symbol val="none"/>
          </c:marker>
          <c:xVal>
            <c:numRef>
              <c:f>'Chart Data'!$M$2:$M$3</c:f>
              <c:numCache>
                <c:formatCode>General</c:formatCode>
                <c:ptCount val="2"/>
                <c:pt idx="0">
                  <c:v>13.33333333</c:v>
                </c:pt>
                <c:pt idx="1">
                  <c:v>13.33333333</c:v>
                </c:pt>
              </c:numCache>
            </c:numRef>
          </c:xVal>
          <c:yVal>
            <c:numRef>
              <c:f>'Chart Data'!$N$2:$N$3</c:f>
              <c:numCache>
                <c:formatCode>0</c:formatCode>
                <c:ptCount val="2"/>
                <c:pt idx="0">
                  <c:v>8</c:v>
                </c:pt>
                <c:pt idx="1">
                  <c:v>17.33333333</c:v>
                </c:pt>
              </c:numCache>
            </c:numRef>
          </c:yVal>
          <c:smooth val="0"/>
        </c:ser>
        <c:ser>
          <c:idx val="7"/>
          <c:order val="7"/>
          <c:tx>
            <c:v>CS hatch</c:v>
          </c:tx>
          <c:spPr>
            <a:ln xmlns:a="http://schemas.openxmlformats.org/drawingml/2006/main" w="12383">
              <a:solidFill>
                <a:srgbClr val="85B8D6"/>
              </a:solidFill>
            </a:ln>
          </c:spPr>
          <c:marker>
            <c:symbol val="none"/>
          </c:marker>
          <c:xVal>
            <c:numRef>
              <c:f>'Chart Data'!$O$2:$O$3</c:f>
              <c:numCache>
                <c:formatCode>General</c:formatCode>
                <c:ptCount val="2"/>
                <c:pt idx="0">
                  <c:v>15.55555556</c:v>
                </c:pt>
                <c:pt idx="1">
                  <c:v>15.55555556</c:v>
                </c:pt>
              </c:numCache>
            </c:numRef>
          </c:xVal>
          <c:yVal>
            <c:numRef>
              <c:f>'Chart Data'!$P$2:$P$3</c:f>
              <c:numCache>
                <c:formatCode>0</c:formatCode>
                <c:ptCount val="2"/>
                <c:pt idx="0">
                  <c:v>8</c:v>
                </c:pt>
                <c:pt idx="1">
                  <c:v>16.88888889</c:v>
                </c:pt>
              </c:numCache>
            </c:numRef>
          </c:yVal>
          <c:smooth val="0"/>
        </c:ser>
        <c:ser>
          <c:idx val="8"/>
          <c:order val="8"/>
          <c:tx>
            <c:v>CS hatch</c:v>
          </c:tx>
          <c:spPr>
            <a:ln xmlns:a="http://schemas.openxmlformats.org/drawingml/2006/main" w="12383">
              <a:solidFill>
                <a:srgbClr val="85B8D6"/>
              </a:solidFill>
            </a:ln>
          </c:spPr>
          <c:marker>
            <c:symbol val="none"/>
          </c:marker>
          <c:xVal>
            <c:numRef>
              <c:f>'Chart Data'!$Q$2:$Q$3</c:f>
              <c:numCache>
                <c:formatCode>General</c:formatCode>
                <c:ptCount val="2"/>
                <c:pt idx="0">
                  <c:v>17.77777778</c:v>
                </c:pt>
                <c:pt idx="1">
                  <c:v>17.77777778</c:v>
                </c:pt>
              </c:numCache>
            </c:numRef>
          </c:xVal>
          <c:yVal>
            <c:numRef>
              <c:f>'Chart Data'!$R$2:$R$3</c:f>
              <c:numCache>
                <c:formatCode>0</c:formatCode>
                <c:ptCount val="2"/>
                <c:pt idx="0">
                  <c:v>8</c:v>
                </c:pt>
                <c:pt idx="1">
                  <c:v>16.44444444</c:v>
                </c:pt>
              </c:numCache>
            </c:numRef>
          </c:yVal>
          <c:smooth val="0"/>
        </c:ser>
        <c:ser>
          <c:idx val="9"/>
          <c:order val="9"/>
          <c:tx>
            <c:v>CS hatch</c:v>
          </c:tx>
          <c:spPr>
            <a:ln xmlns:a="http://schemas.openxmlformats.org/drawingml/2006/main" w="12383">
              <a:solidFill>
                <a:srgbClr val="85B8D6"/>
              </a:solidFill>
            </a:ln>
          </c:spPr>
          <c:marker>
            <c:symbol val="none"/>
          </c:marker>
          <c:xVal>
            <c:numRef>
              <c:f>'Chart Data'!$S$2:$S$3</c:f>
              <c:numCache>
                <c:formatCode>General</c:formatCode>
                <c:ptCount val="2"/>
                <c:pt idx="0">
                  <c:v>20</c:v>
                </c:pt>
                <c:pt idx="1">
                  <c:v>20</c:v>
                </c:pt>
              </c:numCache>
            </c:numRef>
          </c:xVal>
          <c:yVal>
            <c:numRef>
              <c:f>'Chart Data'!$T$2:$T$3</c:f>
              <c:numCache>
                <c:formatCode>0</c:formatCode>
                <c:ptCount val="2"/>
                <c:pt idx="0">
                  <c:v>8</c:v>
                </c:pt>
                <c:pt idx="1">
                  <c:v>16</c:v>
                </c:pt>
              </c:numCache>
            </c:numRef>
          </c:yVal>
          <c:smooth val="0"/>
        </c:ser>
        <c:ser>
          <c:idx val="10"/>
          <c:order val="10"/>
          <c:tx>
            <c:v>CS hatch</c:v>
          </c:tx>
          <c:spPr>
            <a:ln xmlns:a="http://schemas.openxmlformats.org/drawingml/2006/main" w="12383">
              <a:solidFill>
                <a:srgbClr val="85B8D6"/>
              </a:solidFill>
            </a:ln>
          </c:spPr>
          <c:marker>
            <c:symbol val="none"/>
          </c:marker>
          <c:xVal>
            <c:numRef>
              <c:f>'Chart Data'!$U$2:$U$3</c:f>
              <c:numCache>
                <c:formatCode>General</c:formatCode>
                <c:ptCount val="2"/>
                <c:pt idx="0">
                  <c:v>22.22222222</c:v>
                </c:pt>
                <c:pt idx="1">
                  <c:v>22.22222222</c:v>
                </c:pt>
              </c:numCache>
            </c:numRef>
          </c:xVal>
          <c:yVal>
            <c:numRef>
              <c:f>'Chart Data'!$V$2:$V$3</c:f>
              <c:numCache>
                <c:formatCode>0</c:formatCode>
                <c:ptCount val="2"/>
                <c:pt idx="0">
                  <c:v>8</c:v>
                </c:pt>
                <c:pt idx="1">
                  <c:v>15.55555556</c:v>
                </c:pt>
              </c:numCache>
            </c:numRef>
          </c:yVal>
          <c:smooth val="0"/>
        </c:ser>
        <c:ser>
          <c:idx val="11"/>
          <c:order val="11"/>
          <c:tx>
            <c:v>CS hatch</c:v>
          </c:tx>
          <c:spPr>
            <a:ln xmlns:a="http://schemas.openxmlformats.org/drawingml/2006/main" w="12383">
              <a:solidFill>
                <a:srgbClr val="85B8D6"/>
              </a:solidFill>
            </a:ln>
          </c:spPr>
          <c:marker>
            <c:symbol val="none"/>
          </c:marker>
          <c:xVal>
            <c:numRef>
              <c:f>'Chart Data'!$W$2:$W$3</c:f>
              <c:numCache>
                <c:formatCode>General</c:formatCode>
                <c:ptCount val="2"/>
                <c:pt idx="0">
                  <c:v>24.44444444</c:v>
                </c:pt>
                <c:pt idx="1">
                  <c:v>24.44444444</c:v>
                </c:pt>
              </c:numCache>
            </c:numRef>
          </c:xVal>
          <c:yVal>
            <c:numRef>
              <c:f>'Chart Data'!$X$2:$X$3</c:f>
              <c:numCache>
                <c:formatCode>0</c:formatCode>
                <c:ptCount val="2"/>
                <c:pt idx="0">
                  <c:v>8</c:v>
                </c:pt>
                <c:pt idx="1">
                  <c:v>15.11111111</c:v>
                </c:pt>
              </c:numCache>
            </c:numRef>
          </c:yVal>
          <c:smooth val="0"/>
        </c:ser>
        <c:ser>
          <c:idx val="12"/>
          <c:order val="12"/>
          <c:tx>
            <c:v>CS hatch</c:v>
          </c:tx>
          <c:spPr>
            <a:ln xmlns:a="http://schemas.openxmlformats.org/drawingml/2006/main" w="12383">
              <a:solidFill>
                <a:srgbClr val="85B8D6"/>
              </a:solidFill>
            </a:ln>
          </c:spPr>
          <c:marker>
            <c:symbol val="none"/>
          </c:marker>
          <c:xVal>
            <c:numRef>
              <c:f>'Chart Data'!$Y$2:$Y$3</c:f>
              <c:numCache>
                <c:formatCode>General</c:formatCode>
                <c:ptCount val="2"/>
                <c:pt idx="0">
                  <c:v>26.66666667</c:v>
                </c:pt>
                <c:pt idx="1">
                  <c:v>26.66666667</c:v>
                </c:pt>
              </c:numCache>
            </c:numRef>
          </c:xVal>
          <c:yVal>
            <c:numRef>
              <c:f>'Chart Data'!$Z$2:$Z$3</c:f>
              <c:numCache>
                <c:formatCode>0</c:formatCode>
                <c:ptCount val="2"/>
                <c:pt idx="0">
                  <c:v>8</c:v>
                </c:pt>
                <c:pt idx="1">
                  <c:v>14.66666667</c:v>
                </c:pt>
              </c:numCache>
            </c:numRef>
          </c:yVal>
          <c:smooth val="0"/>
        </c:ser>
        <c:ser>
          <c:idx val="13"/>
          <c:order val="13"/>
          <c:tx>
            <c:v>CS hatch</c:v>
          </c:tx>
          <c:spPr>
            <a:ln xmlns:a="http://schemas.openxmlformats.org/drawingml/2006/main" w="12383">
              <a:solidFill>
                <a:srgbClr val="85B8D6"/>
              </a:solidFill>
            </a:ln>
          </c:spPr>
          <c:marker>
            <c:symbol val="none"/>
          </c:marker>
          <c:xVal>
            <c:numRef>
              <c:f>'Chart Data'!$AA$2:$AA$3</c:f>
              <c:numCache>
                <c:formatCode>General</c:formatCode>
                <c:ptCount val="2"/>
                <c:pt idx="0">
                  <c:v>28.88888889</c:v>
                </c:pt>
                <c:pt idx="1">
                  <c:v>28.88888889</c:v>
                </c:pt>
              </c:numCache>
            </c:numRef>
          </c:xVal>
          <c:yVal>
            <c:numRef>
              <c:f>'Chart Data'!$AB$2:$AB$3</c:f>
              <c:numCache>
                <c:formatCode>0</c:formatCode>
                <c:ptCount val="2"/>
                <c:pt idx="0">
                  <c:v>8</c:v>
                </c:pt>
                <c:pt idx="1">
                  <c:v>14.22222222</c:v>
                </c:pt>
              </c:numCache>
            </c:numRef>
          </c:yVal>
          <c:smooth val="0"/>
        </c:ser>
        <c:ser>
          <c:idx val="14"/>
          <c:order val="14"/>
          <c:tx>
            <c:v>CS hatch</c:v>
          </c:tx>
          <c:spPr>
            <a:ln xmlns:a="http://schemas.openxmlformats.org/drawingml/2006/main" w="12383">
              <a:solidFill>
                <a:srgbClr val="85B8D6"/>
              </a:solidFill>
            </a:ln>
          </c:spPr>
          <c:marker>
            <c:symbol val="none"/>
          </c:marker>
          <c:xVal>
            <c:numRef>
              <c:f>'Chart Data'!$AC$2:$AC$3</c:f>
              <c:numCache>
                <c:formatCode>General</c:formatCode>
                <c:ptCount val="2"/>
                <c:pt idx="0">
                  <c:v>31.11111111</c:v>
                </c:pt>
                <c:pt idx="1">
                  <c:v>31.11111111</c:v>
                </c:pt>
              </c:numCache>
            </c:numRef>
          </c:xVal>
          <c:yVal>
            <c:numRef>
              <c:f>'Chart Data'!$AD$2:$AD$3</c:f>
              <c:numCache>
                <c:formatCode>0</c:formatCode>
                <c:ptCount val="2"/>
                <c:pt idx="0">
                  <c:v>8</c:v>
                </c:pt>
                <c:pt idx="1">
                  <c:v>13.77777778</c:v>
                </c:pt>
              </c:numCache>
            </c:numRef>
          </c:yVal>
          <c:smooth val="0"/>
        </c:ser>
        <c:ser>
          <c:idx val="15"/>
          <c:order val="15"/>
          <c:tx>
            <c:v>CS hatch</c:v>
          </c:tx>
          <c:spPr>
            <a:ln xmlns:a="http://schemas.openxmlformats.org/drawingml/2006/main" w="12383">
              <a:solidFill>
                <a:srgbClr val="85B8D6"/>
              </a:solidFill>
            </a:ln>
          </c:spPr>
          <c:marker>
            <c:symbol val="none"/>
          </c:marker>
          <c:xVal>
            <c:numRef>
              <c:f>'Chart Data'!$AE$2:$AE$3</c:f>
              <c:numCache>
                <c:formatCode>General</c:formatCode>
                <c:ptCount val="2"/>
                <c:pt idx="0">
                  <c:v>33.33333333</c:v>
                </c:pt>
                <c:pt idx="1">
                  <c:v>33.33333333</c:v>
                </c:pt>
              </c:numCache>
            </c:numRef>
          </c:xVal>
          <c:yVal>
            <c:numRef>
              <c:f>'Chart Data'!$AF$2:$AF$3</c:f>
              <c:numCache>
                <c:formatCode>0</c:formatCode>
                <c:ptCount val="2"/>
                <c:pt idx="0">
                  <c:v>8</c:v>
                </c:pt>
                <c:pt idx="1">
                  <c:v>13.33333333</c:v>
                </c:pt>
              </c:numCache>
            </c:numRef>
          </c:yVal>
          <c:smooth val="0"/>
        </c:ser>
        <c:ser>
          <c:idx val="16"/>
          <c:order val="16"/>
          <c:tx>
            <c:v>CS hatch</c:v>
          </c:tx>
          <c:spPr>
            <a:ln xmlns:a="http://schemas.openxmlformats.org/drawingml/2006/main" w="12383">
              <a:solidFill>
                <a:srgbClr val="85B8D6"/>
              </a:solidFill>
            </a:ln>
          </c:spPr>
          <c:marker>
            <c:symbol val="none"/>
          </c:marker>
          <c:xVal>
            <c:numRef>
              <c:f>'Chart Data'!$AG$2:$AG$3</c:f>
              <c:numCache>
                <c:formatCode>General</c:formatCode>
                <c:ptCount val="2"/>
                <c:pt idx="0">
                  <c:v>35.55555556</c:v>
                </c:pt>
                <c:pt idx="1">
                  <c:v>35.55555556</c:v>
                </c:pt>
              </c:numCache>
            </c:numRef>
          </c:xVal>
          <c:yVal>
            <c:numRef>
              <c:f>'Chart Data'!$AH$2:$AH$3</c:f>
              <c:numCache>
                <c:formatCode>0</c:formatCode>
                <c:ptCount val="2"/>
                <c:pt idx="0">
                  <c:v>8</c:v>
                </c:pt>
                <c:pt idx="1">
                  <c:v>12.88888889</c:v>
                </c:pt>
              </c:numCache>
            </c:numRef>
          </c:yVal>
          <c:smooth val="0"/>
        </c:ser>
        <c:ser>
          <c:idx val="17"/>
          <c:order val="17"/>
          <c:tx>
            <c:v>CS hatch</c:v>
          </c:tx>
          <c:spPr>
            <a:ln xmlns:a="http://schemas.openxmlformats.org/drawingml/2006/main" w="12383">
              <a:solidFill>
                <a:srgbClr val="85B8D6"/>
              </a:solidFill>
            </a:ln>
          </c:spPr>
          <c:marker>
            <c:symbol val="none"/>
          </c:marker>
          <c:xVal>
            <c:numRef>
              <c:f>'Chart Data'!$AI$2:$AI$3</c:f>
              <c:numCache>
                <c:formatCode>General</c:formatCode>
                <c:ptCount val="2"/>
                <c:pt idx="0">
                  <c:v>37.77777778</c:v>
                </c:pt>
                <c:pt idx="1">
                  <c:v>37.77777778</c:v>
                </c:pt>
              </c:numCache>
            </c:numRef>
          </c:xVal>
          <c:yVal>
            <c:numRef>
              <c:f>'Chart Data'!$AJ$2:$AJ$3</c:f>
              <c:numCache>
                <c:formatCode>0</c:formatCode>
                <c:ptCount val="2"/>
                <c:pt idx="0">
                  <c:v>8</c:v>
                </c:pt>
                <c:pt idx="1">
                  <c:v>12.44444444</c:v>
                </c:pt>
              </c:numCache>
            </c:numRef>
          </c:yVal>
          <c:smooth val="0"/>
        </c:ser>
        <c:ser>
          <c:idx val="18"/>
          <c:order val="18"/>
          <c:tx>
            <c:v>CS hatch</c:v>
          </c:tx>
          <c:spPr>
            <a:ln xmlns:a="http://schemas.openxmlformats.org/drawingml/2006/main" w="12383">
              <a:solidFill>
                <a:srgbClr val="85B8D6"/>
              </a:solidFill>
            </a:ln>
          </c:spPr>
          <c:marker>
            <c:symbol val="none"/>
          </c:marker>
          <c:xVal>
            <c:numRef>
              <c:f>'Chart Data'!$AK$2:$AK$3</c:f>
              <c:numCache>
                <c:formatCode>General</c:formatCode>
                <c:ptCount val="2"/>
                <c:pt idx="0">
                  <c:v>40</c:v>
                </c:pt>
                <c:pt idx="1">
                  <c:v>40</c:v>
                </c:pt>
              </c:numCache>
            </c:numRef>
          </c:xVal>
          <c:yVal>
            <c:numRef>
              <c:f>'Chart Data'!$AL$2:$AL$3</c:f>
              <c:numCache>
                <c:formatCode>0</c:formatCode>
                <c:ptCount val="2"/>
                <c:pt idx="0">
                  <c:v>8</c:v>
                </c:pt>
                <c:pt idx="1">
                  <c:v>12</c:v>
                </c:pt>
              </c:numCache>
            </c:numRef>
          </c:yVal>
          <c:smooth val="0"/>
        </c:ser>
        <c:ser>
          <c:idx val="19"/>
          <c:order val="19"/>
          <c:tx>
            <c:v>CS hatch</c:v>
          </c:tx>
          <c:spPr>
            <a:ln xmlns:a="http://schemas.openxmlformats.org/drawingml/2006/main" w="12383">
              <a:solidFill>
                <a:srgbClr val="85B8D6"/>
              </a:solidFill>
            </a:ln>
          </c:spPr>
          <c:marker>
            <c:symbol val="none"/>
          </c:marker>
          <c:xVal>
            <c:numRef>
              <c:f>'Chart Data'!$AM$2:$AM$3</c:f>
              <c:numCache>
                <c:formatCode>General</c:formatCode>
                <c:ptCount val="2"/>
                <c:pt idx="0">
                  <c:v>42.22222222</c:v>
                </c:pt>
                <c:pt idx="1">
                  <c:v>42.22222222</c:v>
                </c:pt>
              </c:numCache>
            </c:numRef>
          </c:xVal>
          <c:yVal>
            <c:numRef>
              <c:f>'Chart Data'!$AN$2:$AN$3</c:f>
              <c:numCache>
                <c:formatCode>0</c:formatCode>
                <c:ptCount val="2"/>
                <c:pt idx="0">
                  <c:v>8</c:v>
                </c:pt>
                <c:pt idx="1">
                  <c:v>11.55555556</c:v>
                </c:pt>
              </c:numCache>
            </c:numRef>
          </c:yVal>
          <c:smooth val="0"/>
        </c:ser>
        <c:ser>
          <c:idx val="20"/>
          <c:order val="20"/>
          <c:tx>
            <c:v>CS hatch</c:v>
          </c:tx>
          <c:spPr>
            <a:ln xmlns:a="http://schemas.openxmlformats.org/drawingml/2006/main" w="12383">
              <a:solidFill>
                <a:srgbClr val="85B8D6"/>
              </a:solidFill>
            </a:ln>
          </c:spPr>
          <c:marker>
            <c:symbol val="none"/>
          </c:marker>
          <c:xVal>
            <c:numRef>
              <c:f>'Chart Data'!$AO$2:$AO$3</c:f>
              <c:numCache>
                <c:formatCode>General</c:formatCode>
                <c:ptCount val="2"/>
                <c:pt idx="0">
                  <c:v>44.44444444</c:v>
                </c:pt>
                <c:pt idx="1">
                  <c:v>44.44444444</c:v>
                </c:pt>
              </c:numCache>
            </c:numRef>
          </c:xVal>
          <c:yVal>
            <c:numRef>
              <c:f>'Chart Data'!$AP$2:$AP$3</c:f>
              <c:numCache>
                <c:formatCode>0</c:formatCode>
                <c:ptCount val="2"/>
                <c:pt idx="0">
                  <c:v>8</c:v>
                </c:pt>
                <c:pt idx="1">
                  <c:v>11.11111111</c:v>
                </c:pt>
              </c:numCache>
            </c:numRef>
          </c:yVal>
          <c:smooth val="0"/>
        </c:ser>
        <c:ser>
          <c:idx val="21"/>
          <c:order val="21"/>
          <c:tx>
            <c:v>CS hatch</c:v>
          </c:tx>
          <c:spPr>
            <a:ln xmlns:a="http://schemas.openxmlformats.org/drawingml/2006/main" w="12383">
              <a:solidFill>
                <a:srgbClr val="85B8D6"/>
              </a:solidFill>
            </a:ln>
          </c:spPr>
          <c:marker>
            <c:symbol val="none"/>
          </c:marker>
          <c:xVal>
            <c:numRef>
              <c:f>'Chart Data'!$AQ$2:$AQ$3</c:f>
              <c:numCache>
                <c:formatCode>General</c:formatCode>
                <c:ptCount val="2"/>
                <c:pt idx="0">
                  <c:v>46.66666667</c:v>
                </c:pt>
                <c:pt idx="1">
                  <c:v>46.66666667</c:v>
                </c:pt>
              </c:numCache>
            </c:numRef>
          </c:xVal>
          <c:yVal>
            <c:numRef>
              <c:f>'Chart Data'!$AR$2:$AR$3</c:f>
              <c:numCache>
                <c:formatCode>0</c:formatCode>
                <c:ptCount val="2"/>
                <c:pt idx="0">
                  <c:v>8</c:v>
                </c:pt>
                <c:pt idx="1">
                  <c:v>10.66666667</c:v>
                </c:pt>
              </c:numCache>
            </c:numRef>
          </c:yVal>
          <c:smooth val="0"/>
        </c:ser>
        <c:ser>
          <c:idx val="22"/>
          <c:order val="22"/>
          <c:tx>
            <c:v>CS hatch</c:v>
          </c:tx>
          <c:spPr>
            <a:ln xmlns:a="http://schemas.openxmlformats.org/drawingml/2006/main" w="12383">
              <a:solidFill>
                <a:srgbClr val="85B8D6"/>
              </a:solidFill>
            </a:ln>
          </c:spPr>
          <c:marker>
            <c:symbol val="none"/>
          </c:marker>
          <c:xVal>
            <c:numRef>
              <c:f>'Chart Data'!$AS$2:$AS$3</c:f>
              <c:numCache>
                <c:formatCode>General</c:formatCode>
                <c:ptCount val="2"/>
                <c:pt idx="0">
                  <c:v>48.88888889</c:v>
                </c:pt>
                <c:pt idx="1">
                  <c:v>48.88888889</c:v>
                </c:pt>
              </c:numCache>
            </c:numRef>
          </c:xVal>
          <c:yVal>
            <c:numRef>
              <c:f>'Chart Data'!$AT$2:$AT$3</c:f>
              <c:numCache>
                <c:formatCode>0</c:formatCode>
                <c:ptCount val="2"/>
                <c:pt idx="0">
                  <c:v>8</c:v>
                </c:pt>
                <c:pt idx="1">
                  <c:v>10.22222222</c:v>
                </c:pt>
              </c:numCache>
            </c:numRef>
          </c:yVal>
          <c:smooth val="0"/>
        </c:ser>
        <c:ser>
          <c:idx val="23"/>
          <c:order val="23"/>
          <c:tx>
            <c:v>CS hatch</c:v>
          </c:tx>
          <c:spPr>
            <a:ln xmlns:a="http://schemas.openxmlformats.org/drawingml/2006/main" w="12383">
              <a:solidFill>
                <a:srgbClr val="85B8D6"/>
              </a:solidFill>
            </a:ln>
          </c:spPr>
          <c:marker>
            <c:symbol val="none"/>
          </c:marker>
          <c:xVal>
            <c:numRef>
              <c:f>'Chart Data'!$AU$2:$AU$3</c:f>
              <c:numCache>
                <c:formatCode>General</c:formatCode>
                <c:ptCount val="2"/>
                <c:pt idx="0">
                  <c:v>51.11111111</c:v>
                </c:pt>
                <c:pt idx="1">
                  <c:v>51.11111111</c:v>
                </c:pt>
              </c:numCache>
            </c:numRef>
          </c:xVal>
          <c:yVal>
            <c:numRef>
              <c:f>'Chart Data'!$AV$2:$AV$3</c:f>
              <c:numCache>
                <c:formatCode>0</c:formatCode>
                <c:ptCount val="2"/>
                <c:pt idx="0">
                  <c:v>8</c:v>
                </c:pt>
                <c:pt idx="1">
                  <c:v>9.77777778</c:v>
                </c:pt>
              </c:numCache>
            </c:numRef>
          </c:yVal>
          <c:smooth val="0"/>
        </c:ser>
        <c:ser>
          <c:idx val="24"/>
          <c:order val="24"/>
          <c:tx>
            <c:v>CS hatch</c:v>
          </c:tx>
          <c:spPr>
            <a:ln xmlns:a="http://schemas.openxmlformats.org/drawingml/2006/main" w="12383">
              <a:solidFill>
                <a:srgbClr val="85B8D6"/>
              </a:solidFill>
            </a:ln>
          </c:spPr>
          <c:marker>
            <c:symbol val="none"/>
          </c:marker>
          <c:xVal>
            <c:numRef>
              <c:f>'Chart Data'!$AW$2:$AW$3</c:f>
              <c:numCache>
                <c:formatCode>General</c:formatCode>
                <c:ptCount val="2"/>
                <c:pt idx="0">
                  <c:v>53.33333333</c:v>
                </c:pt>
                <c:pt idx="1">
                  <c:v>53.33333333</c:v>
                </c:pt>
              </c:numCache>
            </c:numRef>
          </c:xVal>
          <c:yVal>
            <c:numRef>
              <c:f>'Chart Data'!$AX$2:$AX$3</c:f>
              <c:numCache>
                <c:formatCode>0</c:formatCode>
                <c:ptCount val="2"/>
                <c:pt idx="0">
                  <c:v>8</c:v>
                </c:pt>
                <c:pt idx="1">
                  <c:v>9.33333333</c:v>
                </c:pt>
              </c:numCache>
            </c:numRef>
          </c:yVal>
          <c:smooth val="0"/>
        </c:ser>
        <c:ser>
          <c:idx val="25"/>
          <c:order val="25"/>
          <c:tx>
            <c:v>CS hatch</c:v>
          </c:tx>
          <c:spPr>
            <a:ln xmlns:a="http://schemas.openxmlformats.org/drawingml/2006/main" w="12383">
              <a:solidFill>
                <a:srgbClr val="85B8D6"/>
              </a:solidFill>
            </a:ln>
          </c:spPr>
          <c:marker>
            <c:symbol val="none"/>
          </c:marker>
          <c:xVal>
            <c:numRef>
              <c:f>'Chart Data'!$AY$2:$AY$3</c:f>
              <c:numCache>
                <c:formatCode>General</c:formatCode>
                <c:ptCount val="2"/>
                <c:pt idx="0">
                  <c:v>55.55555556</c:v>
                </c:pt>
                <c:pt idx="1">
                  <c:v>55.55555556</c:v>
                </c:pt>
              </c:numCache>
            </c:numRef>
          </c:xVal>
          <c:yVal>
            <c:numRef>
              <c:f>'Chart Data'!$AZ$2:$AZ$3</c:f>
              <c:numCache>
                <c:formatCode>0</c:formatCode>
                <c:ptCount val="2"/>
                <c:pt idx="0">
                  <c:v>8</c:v>
                </c:pt>
                <c:pt idx="1">
                  <c:v>8.88888889</c:v>
                </c:pt>
              </c:numCache>
            </c:numRef>
          </c:yVal>
          <c:smooth val="0"/>
        </c:ser>
        <c:ser>
          <c:idx val="26"/>
          <c:order val="26"/>
          <c:tx>
            <c:v>CS hatch</c:v>
          </c:tx>
          <c:spPr>
            <a:ln xmlns:a="http://schemas.openxmlformats.org/drawingml/2006/main" w="12383">
              <a:solidFill>
                <a:srgbClr val="85B8D6"/>
              </a:solidFill>
            </a:ln>
          </c:spPr>
          <c:marker>
            <c:symbol val="none"/>
          </c:marker>
          <c:xVal>
            <c:numRef>
              <c:f>'Chart Data'!$BA$2:$BA$3</c:f>
              <c:numCache>
                <c:formatCode>General</c:formatCode>
                <c:ptCount val="2"/>
                <c:pt idx="0">
                  <c:v>57.77777778</c:v>
                </c:pt>
                <c:pt idx="1">
                  <c:v>57.77777778</c:v>
                </c:pt>
              </c:numCache>
            </c:numRef>
          </c:xVal>
          <c:yVal>
            <c:numRef>
              <c:f>'Chart Data'!$BB$2:$BB$3</c:f>
              <c:numCache>
                <c:formatCode>0</c:formatCode>
                <c:ptCount val="2"/>
                <c:pt idx="0">
                  <c:v>8</c:v>
                </c:pt>
                <c:pt idx="1">
                  <c:v>8.44444444</c:v>
                </c:pt>
              </c:numCache>
            </c:numRef>
          </c:yVal>
          <c:smooth val="0"/>
        </c:ser>
        <c:ser>
          <c:idx val="27"/>
          <c:order val="27"/>
          <c:tx>
            <c:v>PS boundary</c:v>
          </c:tx>
          <c:spPr>
            <a:ln xmlns:a="http://schemas.openxmlformats.org/drawingml/2006/main" w="23813">
              <a:solidFill>
                <a:srgbClr val="68B39A"/>
              </a:solidFill>
            </a:ln>
          </c:spPr>
          <c:marker>
            <c:symbol val="none"/>
          </c:marker>
          <c:xVal>
            <c:numRef>
              <c:f>'Chart Data'!$BC$2:$BC$5</c:f>
              <c:numCache>
                <c:formatCode>General</c:formatCode>
                <c:ptCount val="4"/>
                <c:pt idx="0">
                  <c:v>0</c:v>
                </c:pt>
                <c:pt idx="1">
                  <c:v>60</c:v>
                </c:pt>
                <c:pt idx="2">
                  <c:v>0</c:v>
                </c:pt>
                <c:pt idx="3">
                  <c:v>0</c:v>
                </c:pt>
              </c:numCache>
            </c:numRef>
          </c:xVal>
          <c:yVal>
            <c:numRef>
              <c:f>'Chart Data'!$BD$2:$BD$5</c:f>
              <c:numCache>
                <c:formatCode>0</c:formatCode>
                <c:ptCount val="4"/>
                <c:pt idx="0">
                  <c:v>2</c:v>
                </c:pt>
                <c:pt idx="1">
                  <c:v>8</c:v>
                </c:pt>
                <c:pt idx="2">
                  <c:v>8</c:v>
                </c:pt>
                <c:pt idx="3">
                  <c:v>2</c:v>
                </c:pt>
              </c:numCache>
            </c:numRef>
          </c:yVal>
          <c:smooth val="0"/>
        </c:ser>
        <c:ser>
          <c:idx val="28"/>
          <c:order val="28"/>
          <c:tx>
            <c:v>PS hatch</c:v>
          </c:tx>
          <c:spPr>
            <a:ln xmlns:a="http://schemas.openxmlformats.org/drawingml/2006/main" w="12383">
              <a:solidFill>
                <a:srgbClr val="68B39A"/>
              </a:solidFill>
            </a:ln>
          </c:spPr>
          <c:marker>
            <c:symbol val="none"/>
          </c:marker>
          <c:xVal>
            <c:numRef>
              <c:f>'Chart Data'!$BE$2:$BE$3</c:f>
              <c:numCache>
                <c:formatCode>General</c:formatCode>
                <c:ptCount val="2"/>
                <c:pt idx="0">
                  <c:v>2.22222222</c:v>
                </c:pt>
                <c:pt idx="1">
                  <c:v>2.22222222</c:v>
                </c:pt>
              </c:numCache>
            </c:numRef>
          </c:xVal>
          <c:yVal>
            <c:numRef>
              <c:f>'Chart Data'!$BF$2:$BF$3</c:f>
              <c:numCache>
                <c:formatCode>0</c:formatCode>
                <c:ptCount val="2"/>
                <c:pt idx="0">
                  <c:v>2.22222222</c:v>
                </c:pt>
                <c:pt idx="1">
                  <c:v>8</c:v>
                </c:pt>
              </c:numCache>
            </c:numRef>
          </c:yVal>
          <c:smooth val="0"/>
        </c:ser>
        <c:ser>
          <c:idx val="29"/>
          <c:order val="29"/>
          <c:tx>
            <c:v>PS hatch</c:v>
          </c:tx>
          <c:spPr>
            <a:ln xmlns:a="http://schemas.openxmlformats.org/drawingml/2006/main" w="12383">
              <a:solidFill>
                <a:srgbClr val="68B39A"/>
              </a:solidFill>
            </a:ln>
          </c:spPr>
          <c:marker>
            <c:symbol val="none"/>
          </c:marker>
          <c:xVal>
            <c:numRef>
              <c:f>'Chart Data'!$BG$2:$BG$3</c:f>
              <c:numCache>
                <c:formatCode>General</c:formatCode>
                <c:ptCount val="2"/>
                <c:pt idx="0">
                  <c:v>4.44444444</c:v>
                </c:pt>
                <c:pt idx="1">
                  <c:v>4.44444444</c:v>
                </c:pt>
              </c:numCache>
            </c:numRef>
          </c:xVal>
          <c:yVal>
            <c:numRef>
              <c:f>'Chart Data'!$BH$2:$BH$3</c:f>
              <c:numCache>
                <c:formatCode>0</c:formatCode>
                <c:ptCount val="2"/>
                <c:pt idx="0">
                  <c:v>2.44444444</c:v>
                </c:pt>
                <c:pt idx="1">
                  <c:v>8</c:v>
                </c:pt>
              </c:numCache>
            </c:numRef>
          </c:yVal>
          <c:smooth val="0"/>
        </c:ser>
        <c:ser>
          <c:idx val="30"/>
          <c:order val="30"/>
          <c:tx>
            <c:v>PS hatch</c:v>
          </c:tx>
          <c:spPr>
            <a:ln xmlns:a="http://schemas.openxmlformats.org/drawingml/2006/main" w="12383">
              <a:solidFill>
                <a:srgbClr val="68B39A"/>
              </a:solidFill>
            </a:ln>
          </c:spPr>
          <c:marker>
            <c:symbol val="none"/>
          </c:marker>
          <c:xVal>
            <c:numRef>
              <c:f>'Chart Data'!$BI$2:$BI$3</c:f>
              <c:numCache>
                <c:formatCode>General</c:formatCode>
                <c:ptCount val="2"/>
                <c:pt idx="0">
                  <c:v>6.66666667</c:v>
                </c:pt>
                <c:pt idx="1">
                  <c:v>6.66666667</c:v>
                </c:pt>
              </c:numCache>
            </c:numRef>
          </c:xVal>
          <c:yVal>
            <c:numRef>
              <c:f>'Chart Data'!$BJ$2:$BJ$3</c:f>
              <c:numCache>
                <c:formatCode>0</c:formatCode>
                <c:ptCount val="2"/>
                <c:pt idx="0">
                  <c:v>2.66666667</c:v>
                </c:pt>
                <c:pt idx="1">
                  <c:v>8</c:v>
                </c:pt>
              </c:numCache>
            </c:numRef>
          </c:yVal>
          <c:smooth val="0"/>
        </c:ser>
        <c:ser>
          <c:idx val="31"/>
          <c:order val="31"/>
          <c:tx>
            <c:v>PS hatch</c:v>
          </c:tx>
          <c:spPr>
            <a:ln xmlns:a="http://schemas.openxmlformats.org/drawingml/2006/main" w="12383">
              <a:solidFill>
                <a:srgbClr val="68B39A"/>
              </a:solidFill>
            </a:ln>
          </c:spPr>
          <c:marker>
            <c:symbol val="none"/>
          </c:marker>
          <c:xVal>
            <c:numRef>
              <c:f>'Chart Data'!$BK$2:$BK$3</c:f>
              <c:numCache>
                <c:formatCode>General</c:formatCode>
                <c:ptCount val="2"/>
                <c:pt idx="0">
                  <c:v>8.88888889</c:v>
                </c:pt>
                <c:pt idx="1">
                  <c:v>8.88888889</c:v>
                </c:pt>
              </c:numCache>
            </c:numRef>
          </c:xVal>
          <c:yVal>
            <c:numRef>
              <c:f>'Chart Data'!$BL$2:$BL$3</c:f>
              <c:numCache>
                <c:formatCode>0</c:formatCode>
                <c:ptCount val="2"/>
                <c:pt idx="0">
                  <c:v>2.88888889</c:v>
                </c:pt>
                <c:pt idx="1">
                  <c:v>8</c:v>
                </c:pt>
              </c:numCache>
            </c:numRef>
          </c:yVal>
          <c:smooth val="0"/>
        </c:ser>
        <c:ser>
          <c:idx val="32"/>
          <c:order val="32"/>
          <c:tx>
            <c:v>PS hatch</c:v>
          </c:tx>
          <c:spPr>
            <a:ln xmlns:a="http://schemas.openxmlformats.org/drawingml/2006/main" w="12383">
              <a:solidFill>
                <a:srgbClr val="68B39A"/>
              </a:solidFill>
            </a:ln>
          </c:spPr>
          <c:marker>
            <c:symbol val="none"/>
          </c:marker>
          <c:xVal>
            <c:numRef>
              <c:f>'Chart Data'!$BM$2:$BM$3</c:f>
              <c:numCache>
                <c:formatCode>General</c:formatCode>
                <c:ptCount val="2"/>
                <c:pt idx="0">
                  <c:v>11.11111111</c:v>
                </c:pt>
                <c:pt idx="1">
                  <c:v>11.11111111</c:v>
                </c:pt>
              </c:numCache>
            </c:numRef>
          </c:xVal>
          <c:yVal>
            <c:numRef>
              <c:f>'Chart Data'!$BN$2:$BN$3</c:f>
              <c:numCache>
                <c:formatCode>0</c:formatCode>
                <c:ptCount val="2"/>
                <c:pt idx="0">
                  <c:v>3.11111111</c:v>
                </c:pt>
                <c:pt idx="1">
                  <c:v>8</c:v>
                </c:pt>
              </c:numCache>
            </c:numRef>
          </c:yVal>
          <c:smooth val="0"/>
        </c:ser>
        <c:ser>
          <c:idx val="33"/>
          <c:order val="33"/>
          <c:tx>
            <c:v>PS hatch</c:v>
          </c:tx>
          <c:spPr>
            <a:ln xmlns:a="http://schemas.openxmlformats.org/drawingml/2006/main" w="12383">
              <a:solidFill>
                <a:srgbClr val="68B39A"/>
              </a:solidFill>
            </a:ln>
          </c:spPr>
          <c:marker>
            <c:symbol val="none"/>
          </c:marker>
          <c:xVal>
            <c:numRef>
              <c:f>'Chart Data'!$BO$2:$BO$3</c:f>
              <c:numCache>
                <c:formatCode>General</c:formatCode>
                <c:ptCount val="2"/>
                <c:pt idx="0">
                  <c:v>13.33333333</c:v>
                </c:pt>
                <c:pt idx="1">
                  <c:v>13.33333333</c:v>
                </c:pt>
              </c:numCache>
            </c:numRef>
          </c:xVal>
          <c:yVal>
            <c:numRef>
              <c:f>'Chart Data'!$BP$2:$BP$3</c:f>
              <c:numCache>
                <c:formatCode>0</c:formatCode>
                <c:ptCount val="2"/>
                <c:pt idx="0">
                  <c:v>3.33333333</c:v>
                </c:pt>
                <c:pt idx="1">
                  <c:v>8</c:v>
                </c:pt>
              </c:numCache>
            </c:numRef>
          </c:yVal>
          <c:smooth val="0"/>
        </c:ser>
        <c:ser>
          <c:idx val="34"/>
          <c:order val="34"/>
          <c:tx>
            <c:v>PS hatch</c:v>
          </c:tx>
          <c:spPr>
            <a:ln xmlns:a="http://schemas.openxmlformats.org/drawingml/2006/main" w="12383">
              <a:solidFill>
                <a:srgbClr val="68B39A"/>
              </a:solidFill>
            </a:ln>
          </c:spPr>
          <c:marker>
            <c:symbol val="none"/>
          </c:marker>
          <c:xVal>
            <c:numRef>
              <c:f>'Chart Data'!$BQ$2:$BQ$3</c:f>
              <c:numCache>
                <c:formatCode>General</c:formatCode>
                <c:ptCount val="2"/>
                <c:pt idx="0">
                  <c:v>15.55555556</c:v>
                </c:pt>
                <c:pt idx="1">
                  <c:v>15.55555556</c:v>
                </c:pt>
              </c:numCache>
            </c:numRef>
          </c:xVal>
          <c:yVal>
            <c:numRef>
              <c:f>'Chart Data'!$BR$2:$BR$3</c:f>
              <c:numCache>
                <c:formatCode>0</c:formatCode>
                <c:ptCount val="2"/>
                <c:pt idx="0">
                  <c:v>3.55555556</c:v>
                </c:pt>
                <c:pt idx="1">
                  <c:v>8</c:v>
                </c:pt>
              </c:numCache>
            </c:numRef>
          </c:yVal>
          <c:smooth val="0"/>
        </c:ser>
        <c:ser>
          <c:idx val="35"/>
          <c:order val="35"/>
          <c:tx>
            <c:v>PS hatch</c:v>
          </c:tx>
          <c:spPr>
            <a:ln xmlns:a="http://schemas.openxmlformats.org/drawingml/2006/main" w="12383">
              <a:solidFill>
                <a:srgbClr val="68B39A"/>
              </a:solidFill>
            </a:ln>
          </c:spPr>
          <c:marker>
            <c:symbol val="none"/>
          </c:marker>
          <c:xVal>
            <c:numRef>
              <c:f>'Chart Data'!$BS$2:$BS$3</c:f>
              <c:numCache>
                <c:formatCode>General</c:formatCode>
                <c:ptCount val="2"/>
                <c:pt idx="0">
                  <c:v>17.77777778</c:v>
                </c:pt>
                <c:pt idx="1">
                  <c:v>17.77777778</c:v>
                </c:pt>
              </c:numCache>
            </c:numRef>
          </c:xVal>
          <c:yVal>
            <c:numRef>
              <c:f>'Chart Data'!$BT$2:$BT$3</c:f>
              <c:numCache>
                <c:formatCode>0</c:formatCode>
                <c:ptCount val="2"/>
                <c:pt idx="0">
                  <c:v>3.77777778</c:v>
                </c:pt>
                <c:pt idx="1">
                  <c:v>8</c:v>
                </c:pt>
              </c:numCache>
            </c:numRef>
          </c:yVal>
          <c:smooth val="0"/>
        </c:ser>
        <c:ser>
          <c:idx val="36"/>
          <c:order val="36"/>
          <c:tx>
            <c:v>PS hatch</c:v>
          </c:tx>
          <c:spPr>
            <a:ln xmlns:a="http://schemas.openxmlformats.org/drawingml/2006/main" w="12383">
              <a:solidFill>
                <a:srgbClr val="68B39A"/>
              </a:solidFill>
            </a:ln>
          </c:spPr>
          <c:marker>
            <c:symbol val="none"/>
          </c:marker>
          <c:xVal>
            <c:numRef>
              <c:f>'Chart Data'!$BU$2:$BU$3</c:f>
              <c:numCache>
                <c:formatCode>General</c:formatCode>
                <c:ptCount val="2"/>
                <c:pt idx="0">
                  <c:v>20</c:v>
                </c:pt>
                <c:pt idx="1">
                  <c:v>20</c:v>
                </c:pt>
              </c:numCache>
            </c:numRef>
          </c:xVal>
          <c:yVal>
            <c:numRef>
              <c:f>'Chart Data'!$BV$2:$BV$3</c:f>
              <c:numCache>
                <c:formatCode>0</c:formatCode>
                <c:ptCount val="2"/>
                <c:pt idx="0">
                  <c:v>4</c:v>
                </c:pt>
                <c:pt idx="1">
                  <c:v>8</c:v>
                </c:pt>
              </c:numCache>
            </c:numRef>
          </c:yVal>
          <c:smooth val="0"/>
        </c:ser>
        <c:ser>
          <c:idx val="37"/>
          <c:order val="37"/>
          <c:tx>
            <c:v>PS hatch</c:v>
          </c:tx>
          <c:spPr>
            <a:ln xmlns:a="http://schemas.openxmlformats.org/drawingml/2006/main" w="12383">
              <a:solidFill>
                <a:srgbClr val="68B39A"/>
              </a:solidFill>
            </a:ln>
          </c:spPr>
          <c:marker>
            <c:symbol val="none"/>
          </c:marker>
          <c:xVal>
            <c:numRef>
              <c:f>'Chart Data'!$BW$2:$BW$3</c:f>
              <c:numCache>
                <c:formatCode>General</c:formatCode>
                <c:ptCount val="2"/>
                <c:pt idx="0">
                  <c:v>22.22222222</c:v>
                </c:pt>
                <c:pt idx="1">
                  <c:v>22.22222222</c:v>
                </c:pt>
              </c:numCache>
            </c:numRef>
          </c:xVal>
          <c:yVal>
            <c:numRef>
              <c:f>'Chart Data'!$BX$2:$BX$3</c:f>
              <c:numCache>
                <c:formatCode>0</c:formatCode>
                <c:ptCount val="2"/>
                <c:pt idx="0">
                  <c:v>4.22222222</c:v>
                </c:pt>
                <c:pt idx="1">
                  <c:v>8</c:v>
                </c:pt>
              </c:numCache>
            </c:numRef>
          </c:yVal>
          <c:smooth val="0"/>
        </c:ser>
        <c:ser>
          <c:idx val="38"/>
          <c:order val="38"/>
          <c:tx>
            <c:v>PS hatch</c:v>
          </c:tx>
          <c:spPr>
            <a:ln xmlns:a="http://schemas.openxmlformats.org/drawingml/2006/main" w="12383">
              <a:solidFill>
                <a:srgbClr val="68B39A"/>
              </a:solidFill>
            </a:ln>
          </c:spPr>
          <c:marker>
            <c:symbol val="none"/>
          </c:marker>
          <c:xVal>
            <c:numRef>
              <c:f>'Chart Data'!$BY$2:$BY$3</c:f>
              <c:numCache>
                <c:formatCode>General</c:formatCode>
                <c:ptCount val="2"/>
                <c:pt idx="0">
                  <c:v>24.44444444</c:v>
                </c:pt>
                <c:pt idx="1">
                  <c:v>24.44444444</c:v>
                </c:pt>
              </c:numCache>
            </c:numRef>
          </c:xVal>
          <c:yVal>
            <c:numRef>
              <c:f>'Chart Data'!$BZ$2:$BZ$3</c:f>
              <c:numCache>
                <c:formatCode>0</c:formatCode>
                <c:ptCount val="2"/>
                <c:pt idx="0">
                  <c:v>4.44444444</c:v>
                </c:pt>
                <c:pt idx="1">
                  <c:v>8</c:v>
                </c:pt>
              </c:numCache>
            </c:numRef>
          </c:yVal>
          <c:smooth val="0"/>
        </c:ser>
        <c:ser>
          <c:idx val="39"/>
          <c:order val="39"/>
          <c:tx>
            <c:v>PS hatch</c:v>
          </c:tx>
          <c:spPr>
            <a:ln xmlns:a="http://schemas.openxmlformats.org/drawingml/2006/main" w="12383">
              <a:solidFill>
                <a:srgbClr val="68B39A"/>
              </a:solidFill>
            </a:ln>
          </c:spPr>
          <c:marker>
            <c:symbol val="none"/>
          </c:marker>
          <c:xVal>
            <c:numRef>
              <c:f>'Chart Data'!$CA$2:$CA$3</c:f>
              <c:numCache>
                <c:formatCode>General</c:formatCode>
                <c:ptCount val="2"/>
                <c:pt idx="0">
                  <c:v>26.66666667</c:v>
                </c:pt>
                <c:pt idx="1">
                  <c:v>26.66666667</c:v>
                </c:pt>
              </c:numCache>
            </c:numRef>
          </c:xVal>
          <c:yVal>
            <c:numRef>
              <c:f>'Chart Data'!$CB$2:$CB$3</c:f>
              <c:numCache>
                <c:formatCode>0</c:formatCode>
                <c:ptCount val="2"/>
                <c:pt idx="0">
                  <c:v>4.66666667</c:v>
                </c:pt>
                <c:pt idx="1">
                  <c:v>8</c:v>
                </c:pt>
              </c:numCache>
            </c:numRef>
          </c:yVal>
          <c:smooth val="0"/>
        </c:ser>
        <c:ser>
          <c:idx val="40"/>
          <c:order val="40"/>
          <c:tx>
            <c:v>PS hatch</c:v>
          </c:tx>
          <c:spPr>
            <a:ln xmlns:a="http://schemas.openxmlformats.org/drawingml/2006/main" w="12383">
              <a:solidFill>
                <a:srgbClr val="68B39A"/>
              </a:solidFill>
            </a:ln>
          </c:spPr>
          <c:marker>
            <c:symbol val="none"/>
          </c:marker>
          <c:xVal>
            <c:numRef>
              <c:f>'Chart Data'!$CC$2:$CC$3</c:f>
              <c:numCache>
                <c:formatCode>General</c:formatCode>
                <c:ptCount val="2"/>
                <c:pt idx="0">
                  <c:v>28.88888889</c:v>
                </c:pt>
                <c:pt idx="1">
                  <c:v>28.88888889</c:v>
                </c:pt>
              </c:numCache>
            </c:numRef>
          </c:xVal>
          <c:yVal>
            <c:numRef>
              <c:f>'Chart Data'!$CD$2:$CD$3</c:f>
              <c:numCache>
                <c:formatCode>0</c:formatCode>
                <c:ptCount val="2"/>
                <c:pt idx="0">
                  <c:v>4.88888889</c:v>
                </c:pt>
                <c:pt idx="1">
                  <c:v>8</c:v>
                </c:pt>
              </c:numCache>
            </c:numRef>
          </c:yVal>
          <c:smooth val="0"/>
        </c:ser>
        <c:ser>
          <c:idx val="41"/>
          <c:order val="41"/>
          <c:tx>
            <c:v>PS hatch</c:v>
          </c:tx>
          <c:spPr>
            <a:ln xmlns:a="http://schemas.openxmlformats.org/drawingml/2006/main" w="12383">
              <a:solidFill>
                <a:srgbClr val="68B39A"/>
              </a:solidFill>
            </a:ln>
          </c:spPr>
          <c:marker>
            <c:symbol val="none"/>
          </c:marker>
          <c:xVal>
            <c:numRef>
              <c:f>'Chart Data'!$CE$2:$CE$3</c:f>
              <c:numCache>
                <c:formatCode>General</c:formatCode>
                <c:ptCount val="2"/>
                <c:pt idx="0">
                  <c:v>31.11111111</c:v>
                </c:pt>
                <c:pt idx="1">
                  <c:v>31.11111111</c:v>
                </c:pt>
              </c:numCache>
            </c:numRef>
          </c:xVal>
          <c:yVal>
            <c:numRef>
              <c:f>'Chart Data'!$CF$2:$CF$3</c:f>
              <c:numCache>
                <c:formatCode>0</c:formatCode>
                <c:ptCount val="2"/>
                <c:pt idx="0">
                  <c:v>5.11111111</c:v>
                </c:pt>
                <c:pt idx="1">
                  <c:v>8</c:v>
                </c:pt>
              </c:numCache>
            </c:numRef>
          </c:yVal>
          <c:smooth val="0"/>
        </c:ser>
        <c:ser>
          <c:idx val="42"/>
          <c:order val="42"/>
          <c:tx>
            <c:v>PS hatch</c:v>
          </c:tx>
          <c:spPr>
            <a:ln xmlns:a="http://schemas.openxmlformats.org/drawingml/2006/main" w="12383">
              <a:solidFill>
                <a:srgbClr val="68B39A"/>
              </a:solidFill>
            </a:ln>
          </c:spPr>
          <c:marker>
            <c:symbol val="none"/>
          </c:marker>
          <c:xVal>
            <c:numRef>
              <c:f>'Chart Data'!$CG$2:$CG$3</c:f>
              <c:numCache>
                <c:formatCode>General</c:formatCode>
                <c:ptCount val="2"/>
                <c:pt idx="0">
                  <c:v>33.33333333</c:v>
                </c:pt>
                <c:pt idx="1">
                  <c:v>33.33333333</c:v>
                </c:pt>
              </c:numCache>
            </c:numRef>
          </c:xVal>
          <c:yVal>
            <c:numRef>
              <c:f>'Chart Data'!$CH$2:$CH$3</c:f>
              <c:numCache>
                <c:formatCode>0</c:formatCode>
                <c:ptCount val="2"/>
                <c:pt idx="0">
                  <c:v>5.33333333</c:v>
                </c:pt>
                <c:pt idx="1">
                  <c:v>8</c:v>
                </c:pt>
              </c:numCache>
            </c:numRef>
          </c:yVal>
          <c:smooth val="0"/>
        </c:ser>
        <c:ser>
          <c:idx val="43"/>
          <c:order val="43"/>
          <c:tx>
            <c:v>PS hatch</c:v>
          </c:tx>
          <c:spPr>
            <a:ln xmlns:a="http://schemas.openxmlformats.org/drawingml/2006/main" w="12383">
              <a:solidFill>
                <a:srgbClr val="68B39A"/>
              </a:solidFill>
            </a:ln>
          </c:spPr>
          <c:marker>
            <c:symbol val="none"/>
          </c:marker>
          <c:xVal>
            <c:numRef>
              <c:f>'Chart Data'!$CI$2:$CI$3</c:f>
              <c:numCache>
                <c:formatCode>General</c:formatCode>
                <c:ptCount val="2"/>
                <c:pt idx="0">
                  <c:v>35.55555556</c:v>
                </c:pt>
                <c:pt idx="1">
                  <c:v>35.55555556</c:v>
                </c:pt>
              </c:numCache>
            </c:numRef>
          </c:xVal>
          <c:yVal>
            <c:numRef>
              <c:f>'Chart Data'!$CJ$2:$CJ$3</c:f>
              <c:numCache>
                <c:formatCode>0</c:formatCode>
                <c:ptCount val="2"/>
                <c:pt idx="0">
                  <c:v>5.55555556</c:v>
                </c:pt>
                <c:pt idx="1">
                  <c:v>8</c:v>
                </c:pt>
              </c:numCache>
            </c:numRef>
          </c:yVal>
          <c:smooth val="0"/>
        </c:ser>
        <c:ser>
          <c:idx val="44"/>
          <c:order val="44"/>
          <c:tx>
            <c:v>PS hatch</c:v>
          </c:tx>
          <c:spPr>
            <a:ln xmlns:a="http://schemas.openxmlformats.org/drawingml/2006/main" w="12383">
              <a:solidFill>
                <a:srgbClr val="68B39A"/>
              </a:solidFill>
            </a:ln>
          </c:spPr>
          <c:marker>
            <c:symbol val="none"/>
          </c:marker>
          <c:xVal>
            <c:numRef>
              <c:f>'Chart Data'!$CK$2:$CK$3</c:f>
              <c:numCache>
                <c:formatCode>General</c:formatCode>
                <c:ptCount val="2"/>
                <c:pt idx="0">
                  <c:v>37.77777778</c:v>
                </c:pt>
                <c:pt idx="1">
                  <c:v>37.77777778</c:v>
                </c:pt>
              </c:numCache>
            </c:numRef>
          </c:xVal>
          <c:yVal>
            <c:numRef>
              <c:f>'Chart Data'!$CL$2:$CL$3</c:f>
              <c:numCache>
                <c:formatCode>0</c:formatCode>
                <c:ptCount val="2"/>
                <c:pt idx="0">
                  <c:v>5.77777778</c:v>
                </c:pt>
                <c:pt idx="1">
                  <c:v>8</c:v>
                </c:pt>
              </c:numCache>
            </c:numRef>
          </c:yVal>
          <c:smooth val="0"/>
        </c:ser>
        <c:ser>
          <c:idx val="45"/>
          <c:order val="45"/>
          <c:tx>
            <c:v>PS hatch</c:v>
          </c:tx>
          <c:spPr>
            <a:ln xmlns:a="http://schemas.openxmlformats.org/drawingml/2006/main" w="12383">
              <a:solidFill>
                <a:srgbClr val="68B39A"/>
              </a:solidFill>
            </a:ln>
          </c:spPr>
          <c:marker>
            <c:symbol val="none"/>
          </c:marker>
          <c:xVal>
            <c:numRef>
              <c:f>'Chart Data'!$CM$2:$CM$3</c:f>
              <c:numCache>
                <c:formatCode>General</c:formatCode>
                <c:ptCount val="2"/>
                <c:pt idx="0">
                  <c:v>40</c:v>
                </c:pt>
                <c:pt idx="1">
                  <c:v>40</c:v>
                </c:pt>
              </c:numCache>
            </c:numRef>
          </c:xVal>
          <c:yVal>
            <c:numRef>
              <c:f>'Chart Data'!$CN$2:$CN$3</c:f>
              <c:numCache>
                <c:formatCode>0</c:formatCode>
                <c:ptCount val="2"/>
                <c:pt idx="0">
                  <c:v>6</c:v>
                </c:pt>
                <c:pt idx="1">
                  <c:v>8</c:v>
                </c:pt>
              </c:numCache>
            </c:numRef>
          </c:yVal>
          <c:smooth val="0"/>
        </c:ser>
        <c:ser>
          <c:idx val="46"/>
          <c:order val="46"/>
          <c:tx>
            <c:v>PS hatch</c:v>
          </c:tx>
          <c:spPr>
            <a:ln xmlns:a="http://schemas.openxmlformats.org/drawingml/2006/main" w="12383">
              <a:solidFill>
                <a:srgbClr val="68B39A"/>
              </a:solidFill>
            </a:ln>
          </c:spPr>
          <c:marker>
            <c:symbol val="none"/>
          </c:marker>
          <c:xVal>
            <c:numRef>
              <c:f>'Chart Data'!$CO$2:$CO$3</c:f>
              <c:numCache>
                <c:formatCode>General</c:formatCode>
                <c:ptCount val="2"/>
                <c:pt idx="0">
                  <c:v>42.22222222</c:v>
                </c:pt>
                <c:pt idx="1">
                  <c:v>42.22222222</c:v>
                </c:pt>
              </c:numCache>
            </c:numRef>
          </c:xVal>
          <c:yVal>
            <c:numRef>
              <c:f>'Chart Data'!$CP$2:$CP$3</c:f>
              <c:numCache>
                <c:formatCode>0</c:formatCode>
                <c:ptCount val="2"/>
                <c:pt idx="0">
                  <c:v>6.22222222</c:v>
                </c:pt>
                <c:pt idx="1">
                  <c:v>8</c:v>
                </c:pt>
              </c:numCache>
            </c:numRef>
          </c:yVal>
          <c:smooth val="0"/>
        </c:ser>
        <c:ser>
          <c:idx val="47"/>
          <c:order val="47"/>
          <c:tx>
            <c:v>PS hatch</c:v>
          </c:tx>
          <c:spPr>
            <a:ln xmlns:a="http://schemas.openxmlformats.org/drawingml/2006/main" w="12383">
              <a:solidFill>
                <a:srgbClr val="68B39A"/>
              </a:solidFill>
            </a:ln>
          </c:spPr>
          <c:marker>
            <c:symbol val="none"/>
          </c:marker>
          <c:xVal>
            <c:numRef>
              <c:f>'Chart Data'!$CQ$2:$CQ$3</c:f>
              <c:numCache>
                <c:formatCode>General</c:formatCode>
                <c:ptCount val="2"/>
                <c:pt idx="0">
                  <c:v>44.44444444</c:v>
                </c:pt>
                <c:pt idx="1">
                  <c:v>44.44444444</c:v>
                </c:pt>
              </c:numCache>
            </c:numRef>
          </c:xVal>
          <c:yVal>
            <c:numRef>
              <c:f>'Chart Data'!$CR$2:$CR$3</c:f>
              <c:numCache>
                <c:formatCode>0</c:formatCode>
                <c:ptCount val="2"/>
                <c:pt idx="0">
                  <c:v>6.44444444</c:v>
                </c:pt>
                <c:pt idx="1">
                  <c:v>8</c:v>
                </c:pt>
              </c:numCache>
            </c:numRef>
          </c:yVal>
          <c:smooth val="0"/>
        </c:ser>
        <c:ser>
          <c:idx val="48"/>
          <c:order val="48"/>
          <c:tx>
            <c:v>PS hatch</c:v>
          </c:tx>
          <c:spPr>
            <a:ln xmlns:a="http://schemas.openxmlformats.org/drawingml/2006/main" w="12383">
              <a:solidFill>
                <a:srgbClr val="68B39A"/>
              </a:solidFill>
            </a:ln>
          </c:spPr>
          <c:marker>
            <c:symbol val="none"/>
          </c:marker>
          <c:xVal>
            <c:numRef>
              <c:f>'Chart Data'!$CS$2:$CS$3</c:f>
              <c:numCache>
                <c:formatCode>General</c:formatCode>
                <c:ptCount val="2"/>
                <c:pt idx="0">
                  <c:v>46.66666667</c:v>
                </c:pt>
                <c:pt idx="1">
                  <c:v>46.66666667</c:v>
                </c:pt>
              </c:numCache>
            </c:numRef>
          </c:xVal>
          <c:yVal>
            <c:numRef>
              <c:f>'Chart Data'!$CT$2:$CT$3</c:f>
              <c:numCache>
                <c:formatCode>0</c:formatCode>
                <c:ptCount val="2"/>
                <c:pt idx="0">
                  <c:v>6.66666667</c:v>
                </c:pt>
                <c:pt idx="1">
                  <c:v>8</c:v>
                </c:pt>
              </c:numCache>
            </c:numRef>
          </c:yVal>
          <c:smooth val="0"/>
        </c:ser>
        <c:ser>
          <c:idx val="49"/>
          <c:order val="49"/>
          <c:tx>
            <c:v>PS hatch</c:v>
          </c:tx>
          <c:spPr>
            <a:ln xmlns:a="http://schemas.openxmlformats.org/drawingml/2006/main" w="12383">
              <a:solidFill>
                <a:srgbClr val="68B39A"/>
              </a:solidFill>
            </a:ln>
          </c:spPr>
          <c:marker>
            <c:symbol val="none"/>
          </c:marker>
          <c:xVal>
            <c:numRef>
              <c:f>'Chart Data'!$CU$2:$CU$3</c:f>
              <c:numCache>
                <c:formatCode>General</c:formatCode>
                <c:ptCount val="2"/>
                <c:pt idx="0">
                  <c:v>48.88888889</c:v>
                </c:pt>
                <c:pt idx="1">
                  <c:v>48.88888889</c:v>
                </c:pt>
              </c:numCache>
            </c:numRef>
          </c:xVal>
          <c:yVal>
            <c:numRef>
              <c:f>'Chart Data'!$CV$2:$CV$3</c:f>
              <c:numCache>
                <c:formatCode>0</c:formatCode>
                <c:ptCount val="2"/>
                <c:pt idx="0">
                  <c:v>6.88888889</c:v>
                </c:pt>
                <c:pt idx="1">
                  <c:v>8</c:v>
                </c:pt>
              </c:numCache>
            </c:numRef>
          </c:yVal>
          <c:smooth val="0"/>
        </c:ser>
        <c:ser>
          <c:idx val="50"/>
          <c:order val="50"/>
          <c:tx>
            <c:v>PS hatch</c:v>
          </c:tx>
          <c:spPr>
            <a:ln xmlns:a="http://schemas.openxmlformats.org/drawingml/2006/main" w="12383">
              <a:solidFill>
                <a:srgbClr val="68B39A"/>
              </a:solidFill>
            </a:ln>
          </c:spPr>
          <c:marker>
            <c:symbol val="none"/>
          </c:marker>
          <c:xVal>
            <c:numRef>
              <c:f>'Chart Data'!$CW$2:$CW$3</c:f>
              <c:numCache>
                <c:formatCode>General</c:formatCode>
                <c:ptCount val="2"/>
                <c:pt idx="0">
                  <c:v>51.11111111</c:v>
                </c:pt>
                <c:pt idx="1">
                  <c:v>51.11111111</c:v>
                </c:pt>
              </c:numCache>
            </c:numRef>
          </c:xVal>
          <c:yVal>
            <c:numRef>
              <c:f>'Chart Data'!$CX$2:$CX$3</c:f>
              <c:numCache>
                <c:formatCode>0</c:formatCode>
                <c:ptCount val="2"/>
                <c:pt idx="0">
                  <c:v>7.11111111</c:v>
                </c:pt>
                <c:pt idx="1">
                  <c:v>8</c:v>
                </c:pt>
              </c:numCache>
            </c:numRef>
          </c:yVal>
          <c:smooth val="0"/>
        </c:ser>
        <c:ser>
          <c:idx val="51"/>
          <c:order val="51"/>
          <c:tx>
            <c:v>PS hatch</c:v>
          </c:tx>
          <c:spPr>
            <a:ln xmlns:a="http://schemas.openxmlformats.org/drawingml/2006/main" w="12383">
              <a:solidFill>
                <a:srgbClr val="68B39A"/>
              </a:solidFill>
            </a:ln>
          </c:spPr>
          <c:marker>
            <c:symbol val="none"/>
          </c:marker>
          <c:xVal>
            <c:numRef>
              <c:f>'Chart Data'!$CY$2:$CY$3</c:f>
              <c:numCache>
                <c:formatCode>General</c:formatCode>
                <c:ptCount val="2"/>
                <c:pt idx="0">
                  <c:v>53.33333333</c:v>
                </c:pt>
                <c:pt idx="1">
                  <c:v>53.33333333</c:v>
                </c:pt>
              </c:numCache>
            </c:numRef>
          </c:xVal>
          <c:yVal>
            <c:numRef>
              <c:f>'Chart Data'!$CZ$2:$CZ$3</c:f>
              <c:numCache>
                <c:formatCode>0</c:formatCode>
                <c:ptCount val="2"/>
                <c:pt idx="0">
                  <c:v>7.33333333</c:v>
                </c:pt>
                <c:pt idx="1">
                  <c:v>8</c:v>
                </c:pt>
              </c:numCache>
            </c:numRef>
          </c:yVal>
          <c:smooth val="0"/>
        </c:ser>
        <c:ser>
          <c:idx val="52"/>
          <c:order val="52"/>
          <c:tx>
            <c:v>PS hatch</c:v>
          </c:tx>
          <c:spPr>
            <a:ln xmlns:a="http://schemas.openxmlformats.org/drawingml/2006/main" w="12383">
              <a:solidFill>
                <a:srgbClr val="68B39A"/>
              </a:solidFill>
            </a:ln>
          </c:spPr>
          <c:marker>
            <c:symbol val="none"/>
          </c:marker>
          <c:xVal>
            <c:numRef>
              <c:f>'Chart Data'!$DA$2:$DA$3</c:f>
              <c:numCache>
                <c:formatCode>General</c:formatCode>
                <c:ptCount val="2"/>
                <c:pt idx="0">
                  <c:v>55.55555556</c:v>
                </c:pt>
                <c:pt idx="1">
                  <c:v>55.55555556</c:v>
                </c:pt>
              </c:numCache>
            </c:numRef>
          </c:xVal>
          <c:yVal>
            <c:numRef>
              <c:f>'Chart Data'!$DB$2:$DB$3</c:f>
              <c:numCache>
                <c:formatCode>0</c:formatCode>
                <c:ptCount val="2"/>
                <c:pt idx="0">
                  <c:v>7.55555556</c:v>
                </c:pt>
                <c:pt idx="1">
                  <c:v>8</c:v>
                </c:pt>
              </c:numCache>
            </c:numRef>
          </c:yVal>
          <c:smooth val="0"/>
        </c:ser>
        <c:ser>
          <c:idx val="53"/>
          <c:order val="53"/>
          <c:tx>
            <c:v>PS hatch</c:v>
          </c:tx>
          <c:spPr>
            <a:ln xmlns:a="http://schemas.openxmlformats.org/drawingml/2006/main" w="12383">
              <a:solidFill>
                <a:srgbClr val="68B39A"/>
              </a:solidFill>
            </a:ln>
          </c:spPr>
          <c:marker>
            <c:symbol val="none"/>
          </c:marker>
          <c:xVal>
            <c:numRef>
              <c:f>'Chart Data'!$DC$2:$DC$3</c:f>
              <c:numCache>
                <c:formatCode>General</c:formatCode>
                <c:ptCount val="2"/>
                <c:pt idx="0">
                  <c:v>57.77777778</c:v>
                </c:pt>
                <c:pt idx="1">
                  <c:v>57.77777778</c:v>
                </c:pt>
              </c:numCache>
            </c:numRef>
          </c:xVal>
          <c:yVal>
            <c:numRef>
              <c:f>'Chart Data'!$DD$2:$DD$3</c:f>
              <c:numCache>
                <c:formatCode>0</c:formatCode>
                <c:ptCount val="2"/>
                <c:pt idx="0">
                  <c:v>7.77777778</c:v>
                </c:pt>
                <c:pt idx="1">
                  <c:v>8</c:v>
                </c:pt>
              </c:numCache>
            </c:numRef>
          </c:yVal>
          <c:smooth val="0"/>
        </c:ser>
        <c:ser>
          <c:idx val="54"/>
          <c:order val="54"/>
          <c:tx>
            <c:v>guide Q</c:v>
          </c:tx>
          <c:spPr>
            <a:ln xmlns:a="http://schemas.openxmlformats.org/drawingml/2006/main" w="14288">
              <a:solidFill>
                <a:srgbClr val="445B6B"/>
              </a:solidFill>
            </a:ln>
          </c:spPr>
          <c:marker>
            <c:symbol val="none"/>
          </c:marker>
          <c:xVal>
            <c:numRef>
              <c:f>'Chart Data'!$DE$2:$DE$3</c:f>
              <c:numCache>
                <c:formatCode>General</c:formatCode>
                <c:ptCount val="2"/>
                <c:pt idx="0">
                  <c:v>60</c:v>
                </c:pt>
                <c:pt idx="1">
                  <c:v>60</c:v>
                </c:pt>
              </c:numCache>
            </c:numRef>
          </c:xVal>
          <c:yVal>
            <c:numRef>
              <c:f>'Chart Data'!$DF$2:$DF$3</c:f>
              <c:numCache>
                <c:formatCode>0</c:formatCode>
                <c:ptCount val="2"/>
                <c:pt idx="0">
                  <c:v>0</c:v>
                </c:pt>
                <c:pt idx="1">
                  <c:v>8</c:v>
                </c:pt>
              </c:numCache>
            </c:numRef>
          </c:yVal>
          <c:smooth val="0"/>
        </c:ser>
        <c:ser>
          <c:idx val="55"/>
          <c:order val="55"/>
          <c:tx>
            <c:v>guide Pc</c:v>
          </c:tx>
          <c:spPr>
            <a:ln xmlns:a="http://schemas.openxmlformats.org/drawingml/2006/main" w="14288">
              <a:solidFill>
                <a:srgbClr val="445B6B"/>
              </a:solidFill>
            </a:ln>
          </c:spPr>
          <c:marker>
            <c:symbol val="none"/>
          </c:marker>
          <c:xVal>
            <c:numRef>
              <c:f>'Chart Data'!$DG$2:$DG$3</c:f>
              <c:numCache>
                <c:formatCode>General</c:formatCode>
                <c:ptCount val="2"/>
                <c:pt idx="0">
                  <c:v>0</c:v>
                </c:pt>
                <c:pt idx="1">
                  <c:v>60</c:v>
                </c:pt>
              </c:numCache>
            </c:numRef>
          </c:xVal>
          <c:yVal>
            <c:numRef>
              <c:f>'Chart Data'!$DH$2:$DH$3</c:f>
              <c:numCache>
                <c:formatCode>0</c:formatCode>
                <c:ptCount val="2"/>
                <c:pt idx="0">
                  <c:v>8</c:v>
                </c:pt>
                <c:pt idx="1">
                  <c:v>8</c:v>
                </c:pt>
              </c:numCache>
            </c:numRef>
          </c:yVal>
          <c:smooth val="0"/>
        </c:ser>
        <c:ser>
          <c:idx val="56"/>
          <c:order val="56"/>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Data'!$DI$2:$DI$3</c:f>
              <c:numCache>
                <c:formatCode>General</c:formatCode>
                <c:ptCount val="2"/>
                <c:pt idx="0">
                  <c:v>0</c:v>
                </c:pt>
                <c:pt idx="1">
                  <c:v>100</c:v>
                </c:pt>
              </c:numCache>
            </c:numRef>
          </c:xVal>
          <c:yVal>
            <c:numRef>
              <c:f>'Chart Data'!$DJ$2:$DJ$3</c:f>
              <c:numCache>
                <c:formatCode>0</c:formatCode>
                <c:ptCount val="2"/>
                <c:pt idx="0">
                  <c:v>20</c:v>
                </c:pt>
                <c:pt idx="1">
                  <c:v>0</c:v>
                </c:pt>
              </c:numCache>
            </c:numRef>
          </c:yVal>
          <c:smooth val="0"/>
        </c:ser>
        <c:ser>
          <c:idx val="57"/>
          <c:order val="57"/>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Data'!$DK$2:$DK$3</c:f>
              <c:numCache>
                <c:formatCode>General</c:formatCode>
                <c:ptCount val="2"/>
                <c:pt idx="0">
                  <c:v>0</c:v>
                </c:pt>
                <c:pt idx="1">
                  <c:v>100</c:v>
                </c:pt>
              </c:numCache>
            </c:numRef>
          </c:xVal>
          <c:yVal>
            <c:numRef>
              <c:f>'Chart Data'!$DL$2:$DL$3</c:f>
              <c:numCache>
                <c:formatCode>0</c:formatCode>
                <c:ptCount val="2"/>
                <c:pt idx="0">
                  <c:v>2</c:v>
                </c:pt>
                <c:pt idx="1">
                  <c:v>12</c:v>
                </c:pt>
              </c:numCache>
            </c:numRef>
          </c:yVal>
          <c:smooth val="0"/>
        </c:ser>
        <c:ser>
          <c:idx val="58"/>
          <c:order val="58"/>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CS</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Data'!$DM$2:$DM$2</c:f>
              <c:numCache>
                <c:formatCode>General</c:formatCode>
                <c:ptCount val="1"/>
                <c:pt idx="0">
                  <c:v>14.4</c:v>
                </c:pt>
              </c:numCache>
            </c:numRef>
          </c:xVal>
          <c:yVal>
            <c:numRef>
              <c:f>'Chart Data'!$DN$2:$DN$2</c:f>
              <c:numCache>
                <c:formatCode>0</c:formatCode>
                <c:ptCount val="1"/>
                <c:pt idx="0">
                  <c:v>12.2</c:v>
                </c:pt>
              </c:numCache>
            </c:numRef>
          </c:yVal>
          <c:smooth val="0"/>
        </c:ser>
        <c:ser>
          <c:idx val="59"/>
          <c:order val="59"/>
          <c:tx>
            <c:v>PS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PS</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Data'!$DO$2:$DO$2</c:f>
              <c:numCache>
                <c:formatCode>General</c:formatCode>
                <c:ptCount val="1"/>
                <c:pt idx="0">
                  <c:v>14.4</c:v>
                </c:pt>
              </c:numCache>
            </c:numRef>
          </c:xVal>
          <c:yVal>
            <c:numRef>
              <c:f>'Chart Data'!$DP$2:$DP$2</c:f>
              <c:numCache>
                <c:formatCode>0</c:formatCode>
                <c:ptCount val="1"/>
                <c:pt idx="0">
                  <c:v>6.08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
        <c:ser>
          <c:idx val="0"/>
          <c:order val="0"/>
          <c:tx>
            <c:v>CS boundary</c:v>
          </c:tx>
          <c:spPr>
            <a:ln xmlns:a="http://schemas.openxmlformats.org/drawingml/2006/main" w="23813">
              <a:solidFill>
                <a:srgbClr val="85B8D6"/>
              </a:solidFill>
            </a:ln>
          </c:spPr>
          <c:marker>
            <c:symbol val="none"/>
          </c:marker>
          <c:xVal>
            <c:numRef>
              <c:f>'Chart Data'!$A$2:$A$5</c:f>
              <c:numCache>
                <c:formatCode>General</c:formatCode>
                <c:ptCount val="4"/>
                <c:pt idx="0">
                  <c:v>0</c:v>
                </c:pt>
                <c:pt idx="1">
                  <c:v>50</c:v>
                </c:pt>
                <c:pt idx="2">
                  <c:v>0</c:v>
                </c:pt>
                <c:pt idx="3">
                  <c:v>0</c:v>
                </c:pt>
              </c:numCache>
            </c:numRef>
          </c:xVal>
          <c:yVal>
            <c:numRef>
              <c:f>'Chart Data'!$B$2:$B$5</c:f>
              <c:numCache>
                <c:formatCode>0</c:formatCode>
                <c:ptCount val="4"/>
                <c:pt idx="0">
                  <c:v>10</c:v>
                </c:pt>
                <c:pt idx="1">
                  <c:v>10</c:v>
                </c:pt>
                <c:pt idx="2">
                  <c:v>20</c:v>
                </c:pt>
                <c:pt idx="3">
                  <c:v>10</c:v>
                </c:pt>
              </c:numCache>
            </c:numRef>
          </c:yVal>
          <c:smooth val="0"/>
        </c:ser>
        <c:ser>
          <c:idx val="1"/>
          <c:order val="1"/>
          <c:tx>
            <c:v>CS hatch</c:v>
          </c:tx>
          <c:spPr>
            <a:ln xmlns:a="http://schemas.openxmlformats.org/drawingml/2006/main" w="12383">
              <a:solidFill>
                <a:srgbClr val="85B8D6"/>
              </a:solidFill>
            </a:ln>
          </c:spPr>
          <c:marker>
            <c:symbol val="none"/>
          </c:marker>
          <c:xVal>
            <c:numRef>
              <c:f>'Chart Data'!$C$2:$C$3</c:f>
              <c:numCache>
                <c:formatCode>General</c:formatCode>
                <c:ptCount val="2"/>
                <c:pt idx="0">
                  <c:v>2.22222222</c:v>
                </c:pt>
                <c:pt idx="1">
                  <c:v>2.22222222</c:v>
                </c:pt>
              </c:numCache>
            </c:numRef>
          </c:xVal>
          <c:yVal>
            <c:numRef>
              <c:f>'Chart Data'!$D$2:$D$3</c:f>
              <c:numCache>
                <c:formatCode>0</c:formatCode>
                <c:ptCount val="2"/>
                <c:pt idx="0">
                  <c:v>10</c:v>
                </c:pt>
                <c:pt idx="1">
                  <c:v>19.55555556</c:v>
                </c:pt>
              </c:numCache>
            </c:numRef>
          </c:yVal>
          <c:smooth val="0"/>
        </c:ser>
        <c:ser>
          <c:idx val="2"/>
          <c:order val="2"/>
          <c:tx>
            <c:v>CS hatch</c:v>
          </c:tx>
          <c:spPr>
            <a:ln xmlns:a="http://schemas.openxmlformats.org/drawingml/2006/main" w="12383">
              <a:solidFill>
                <a:srgbClr val="85B8D6"/>
              </a:solidFill>
            </a:ln>
          </c:spPr>
          <c:marker>
            <c:symbol val="none"/>
          </c:marker>
          <c:xVal>
            <c:numRef>
              <c:f>'Chart Data'!$E$2:$E$3</c:f>
              <c:numCache>
                <c:formatCode>General</c:formatCode>
                <c:ptCount val="2"/>
                <c:pt idx="0">
                  <c:v>4.44444444</c:v>
                </c:pt>
                <c:pt idx="1">
                  <c:v>4.44444444</c:v>
                </c:pt>
              </c:numCache>
            </c:numRef>
          </c:xVal>
          <c:yVal>
            <c:numRef>
              <c:f>'Chart Data'!$F$2:$F$3</c:f>
              <c:numCache>
                <c:formatCode>0</c:formatCode>
                <c:ptCount val="2"/>
                <c:pt idx="0">
                  <c:v>10</c:v>
                </c:pt>
                <c:pt idx="1">
                  <c:v>19.11111111</c:v>
                </c:pt>
              </c:numCache>
            </c:numRef>
          </c:yVal>
          <c:smooth val="0"/>
        </c:ser>
        <c:ser>
          <c:idx val="3"/>
          <c:order val="3"/>
          <c:tx>
            <c:v>CS hatch</c:v>
          </c:tx>
          <c:spPr>
            <a:ln xmlns:a="http://schemas.openxmlformats.org/drawingml/2006/main" w="12383">
              <a:solidFill>
                <a:srgbClr val="85B8D6"/>
              </a:solidFill>
            </a:ln>
          </c:spPr>
          <c:marker>
            <c:symbol val="none"/>
          </c:marker>
          <c:xVal>
            <c:numRef>
              <c:f>'Chart Data'!$G$2:$G$3</c:f>
              <c:numCache>
                <c:formatCode>General</c:formatCode>
                <c:ptCount val="2"/>
                <c:pt idx="0">
                  <c:v>6.66666667</c:v>
                </c:pt>
                <c:pt idx="1">
                  <c:v>6.66666667</c:v>
                </c:pt>
              </c:numCache>
            </c:numRef>
          </c:xVal>
          <c:yVal>
            <c:numRef>
              <c:f>'Chart Data'!$H$2:$H$3</c:f>
              <c:numCache>
                <c:formatCode>0</c:formatCode>
                <c:ptCount val="2"/>
                <c:pt idx="0">
                  <c:v>10</c:v>
                </c:pt>
                <c:pt idx="1">
                  <c:v>18.66666667</c:v>
                </c:pt>
              </c:numCache>
            </c:numRef>
          </c:yVal>
          <c:smooth val="0"/>
        </c:ser>
        <c:ser>
          <c:idx val="4"/>
          <c:order val="4"/>
          <c:tx>
            <c:v>CS hatch</c:v>
          </c:tx>
          <c:spPr>
            <a:ln xmlns:a="http://schemas.openxmlformats.org/drawingml/2006/main" w="12383">
              <a:solidFill>
                <a:srgbClr val="85B8D6"/>
              </a:solidFill>
            </a:ln>
          </c:spPr>
          <c:marker>
            <c:symbol val="none"/>
          </c:marker>
          <c:xVal>
            <c:numRef>
              <c:f>'Chart Data'!$I$2:$I$3</c:f>
              <c:numCache>
                <c:formatCode>General</c:formatCode>
                <c:ptCount val="2"/>
                <c:pt idx="0">
                  <c:v>8.88888889</c:v>
                </c:pt>
                <c:pt idx="1">
                  <c:v>8.88888889</c:v>
                </c:pt>
              </c:numCache>
            </c:numRef>
          </c:xVal>
          <c:yVal>
            <c:numRef>
              <c:f>'Chart Data'!$J$2:$J$3</c:f>
              <c:numCache>
                <c:formatCode>0</c:formatCode>
                <c:ptCount val="2"/>
                <c:pt idx="0">
                  <c:v>10</c:v>
                </c:pt>
                <c:pt idx="1">
                  <c:v>18.22222222</c:v>
                </c:pt>
              </c:numCache>
            </c:numRef>
          </c:yVal>
          <c:smooth val="0"/>
        </c:ser>
        <c:ser>
          <c:idx val="5"/>
          <c:order val="5"/>
          <c:tx>
            <c:v>CS hatch</c:v>
          </c:tx>
          <c:spPr>
            <a:ln xmlns:a="http://schemas.openxmlformats.org/drawingml/2006/main" w="12383">
              <a:solidFill>
                <a:srgbClr val="85B8D6"/>
              </a:solidFill>
            </a:ln>
          </c:spPr>
          <c:marker>
            <c:symbol val="none"/>
          </c:marker>
          <c:xVal>
            <c:numRef>
              <c:f>'Chart Data'!$K$2:$K$3</c:f>
              <c:numCache>
                <c:formatCode>General</c:formatCode>
                <c:ptCount val="2"/>
                <c:pt idx="0">
                  <c:v>11.11111111</c:v>
                </c:pt>
                <c:pt idx="1">
                  <c:v>11.11111111</c:v>
                </c:pt>
              </c:numCache>
            </c:numRef>
          </c:xVal>
          <c:yVal>
            <c:numRef>
              <c:f>'Chart Data'!$L$2:$L$3</c:f>
              <c:numCache>
                <c:formatCode>0</c:formatCode>
                <c:ptCount val="2"/>
                <c:pt idx="0">
                  <c:v>10</c:v>
                </c:pt>
                <c:pt idx="1">
                  <c:v>17.77777778</c:v>
                </c:pt>
              </c:numCache>
            </c:numRef>
          </c:yVal>
          <c:smooth val="0"/>
        </c:ser>
        <c:ser>
          <c:idx val="6"/>
          <c:order val="6"/>
          <c:tx>
            <c:v>CS hatch</c:v>
          </c:tx>
          <c:spPr>
            <a:ln xmlns:a="http://schemas.openxmlformats.org/drawingml/2006/main" w="12383">
              <a:solidFill>
                <a:srgbClr val="85B8D6"/>
              </a:solidFill>
            </a:ln>
          </c:spPr>
          <c:marker>
            <c:symbol val="none"/>
          </c:marker>
          <c:xVal>
            <c:numRef>
              <c:f>'Chart Data'!$M$2:$M$3</c:f>
              <c:numCache>
                <c:formatCode>General</c:formatCode>
                <c:ptCount val="2"/>
                <c:pt idx="0">
                  <c:v>13.33333333</c:v>
                </c:pt>
                <c:pt idx="1">
                  <c:v>13.33333333</c:v>
                </c:pt>
              </c:numCache>
            </c:numRef>
          </c:xVal>
          <c:yVal>
            <c:numRef>
              <c:f>'Chart Data'!$N$2:$N$3</c:f>
              <c:numCache>
                <c:formatCode>0</c:formatCode>
                <c:ptCount val="2"/>
                <c:pt idx="0">
                  <c:v>10</c:v>
                </c:pt>
                <c:pt idx="1">
                  <c:v>17.33333333</c:v>
                </c:pt>
              </c:numCache>
            </c:numRef>
          </c:yVal>
          <c:smooth val="0"/>
        </c:ser>
        <c:ser>
          <c:idx val="7"/>
          <c:order val="7"/>
          <c:tx>
            <c:v>CS hatch</c:v>
          </c:tx>
          <c:spPr>
            <a:ln xmlns:a="http://schemas.openxmlformats.org/drawingml/2006/main" w="12383">
              <a:solidFill>
                <a:srgbClr val="85B8D6"/>
              </a:solidFill>
            </a:ln>
          </c:spPr>
          <c:marker>
            <c:symbol val="none"/>
          </c:marker>
          <c:xVal>
            <c:numRef>
              <c:f>'Chart Data'!$O$2:$O$3</c:f>
              <c:numCache>
                <c:formatCode>General</c:formatCode>
                <c:ptCount val="2"/>
                <c:pt idx="0">
                  <c:v>15.55555556</c:v>
                </c:pt>
                <c:pt idx="1">
                  <c:v>15.55555556</c:v>
                </c:pt>
              </c:numCache>
            </c:numRef>
          </c:xVal>
          <c:yVal>
            <c:numRef>
              <c:f>'Chart Data'!$P$2:$P$3</c:f>
              <c:numCache>
                <c:formatCode>0</c:formatCode>
                <c:ptCount val="2"/>
                <c:pt idx="0">
                  <c:v>10</c:v>
                </c:pt>
                <c:pt idx="1">
                  <c:v>16.88888889</c:v>
                </c:pt>
              </c:numCache>
            </c:numRef>
          </c:yVal>
          <c:smooth val="0"/>
        </c:ser>
        <c:ser>
          <c:idx val="8"/>
          <c:order val="8"/>
          <c:tx>
            <c:v>CS hatch</c:v>
          </c:tx>
          <c:spPr>
            <a:ln xmlns:a="http://schemas.openxmlformats.org/drawingml/2006/main" w="12383">
              <a:solidFill>
                <a:srgbClr val="85B8D6"/>
              </a:solidFill>
            </a:ln>
          </c:spPr>
          <c:marker>
            <c:symbol val="none"/>
          </c:marker>
          <c:xVal>
            <c:numRef>
              <c:f>'Chart Data'!$Q$2:$Q$3</c:f>
              <c:numCache>
                <c:formatCode>General</c:formatCode>
                <c:ptCount val="2"/>
                <c:pt idx="0">
                  <c:v>17.77777778</c:v>
                </c:pt>
                <c:pt idx="1">
                  <c:v>17.77777778</c:v>
                </c:pt>
              </c:numCache>
            </c:numRef>
          </c:xVal>
          <c:yVal>
            <c:numRef>
              <c:f>'Chart Data'!$R$2:$R$3</c:f>
              <c:numCache>
                <c:formatCode>0</c:formatCode>
                <c:ptCount val="2"/>
                <c:pt idx="0">
                  <c:v>10</c:v>
                </c:pt>
                <c:pt idx="1">
                  <c:v>16.44444444</c:v>
                </c:pt>
              </c:numCache>
            </c:numRef>
          </c:yVal>
          <c:smooth val="0"/>
        </c:ser>
        <c:ser>
          <c:idx val="9"/>
          <c:order val="9"/>
          <c:tx>
            <c:v>CS hatch</c:v>
          </c:tx>
          <c:spPr>
            <a:ln xmlns:a="http://schemas.openxmlformats.org/drawingml/2006/main" w="12383">
              <a:solidFill>
                <a:srgbClr val="85B8D6"/>
              </a:solidFill>
            </a:ln>
          </c:spPr>
          <c:marker>
            <c:symbol val="none"/>
          </c:marker>
          <c:xVal>
            <c:numRef>
              <c:f>'Chart Data'!$S$2:$S$3</c:f>
              <c:numCache>
                <c:formatCode>General</c:formatCode>
                <c:ptCount val="2"/>
                <c:pt idx="0">
                  <c:v>20</c:v>
                </c:pt>
                <c:pt idx="1">
                  <c:v>20</c:v>
                </c:pt>
              </c:numCache>
            </c:numRef>
          </c:xVal>
          <c:yVal>
            <c:numRef>
              <c:f>'Chart Data'!$T$2:$T$3</c:f>
              <c:numCache>
                <c:formatCode>0</c:formatCode>
                <c:ptCount val="2"/>
                <c:pt idx="0">
                  <c:v>10</c:v>
                </c:pt>
                <c:pt idx="1">
                  <c:v>16</c:v>
                </c:pt>
              </c:numCache>
            </c:numRef>
          </c:yVal>
          <c:smooth val="0"/>
        </c:ser>
        <c:ser>
          <c:idx val="10"/>
          <c:order val="10"/>
          <c:tx>
            <c:v>CS hatch</c:v>
          </c:tx>
          <c:spPr>
            <a:ln xmlns:a="http://schemas.openxmlformats.org/drawingml/2006/main" w="12383">
              <a:solidFill>
                <a:srgbClr val="85B8D6"/>
              </a:solidFill>
            </a:ln>
          </c:spPr>
          <c:marker>
            <c:symbol val="none"/>
          </c:marker>
          <c:xVal>
            <c:numRef>
              <c:f>'Chart Data'!$U$2:$U$3</c:f>
              <c:numCache>
                <c:formatCode>General</c:formatCode>
                <c:ptCount val="2"/>
                <c:pt idx="0">
                  <c:v>22.22222222</c:v>
                </c:pt>
                <c:pt idx="1">
                  <c:v>22.22222222</c:v>
                </c:pt>
              </c:numCache>
            </c:numRef>
          </c:xVal>
          <c:yVal>
            <c:numRef>
              <c:f>'Chart Data'!$V$2:$V$3</c:f>
              <c:numCache>
                <c:formatCode>0</c:formatCode>
                <c:ptCount val="2"/>
                <c:pt idx="0">
                  <c:v>10</c:v>
                </c:pt>
                <c:pt idx="1">
                  <c:v>15.55555556</c:v>
                </c:pt>
              </c:numCache>
            </c:numRef>
          </c:yVal>
          <c:smooth val="0"/>
        </c:ser>
        <c:ser>
          <c:idx val="11"/>
          <c:order val="11"/>
          <c:tx>
            <c:v>CS hatch</c:v>
          </c:tx>
          <c:spPr>
            <a:ln xmlns:a="http://schemas.openxmlformats.org/drawingml/2006/main" w="12383">
              <a:solidFill>
                <a:srgbClr val="85B8D6"/>
              </a:solidFill>
            </a:ln>
          </c:spPr>
          <c:marker>
            <c:symbol val="none"/>
          </c:marker>
          <c:xVal>
            <c:numRef>
              <c:f>'Chart Data'!$W$2:$W$3</c:f>
              <c:numCache>
                <c:formatCode>General</c:formatCode>
                <c:ptCount val="2"/>
                <c:pt idx="0">
                  <c:v>24.44444444</c:v>
                </c:pt>
                <c:pt idx="1">
                  <c:v>24.44444444</c:v>
                </c:pt>
              </c:numCache>
            </c:numRef>
          </c:xVal>
          <c:yVal>
            <c:numRef>
              <c:f>'Chart Data'!$X$2:$X$3</c:f>
              <c:numCache>
                <c:formatCode>0</c:formatCode>
                <c:ptCount val="2"/>
                <c:pt idx="0">
                  <c:v>10</c:v>
                </c:pt>
                <c:pt idx="1">
                  <c:v>15.11111111</c:v>
                </c:pt>
              </c:numCache>
            </c:numRef>
          </c:yVal>
          <c:smooth val="0"/>
        </c:ser>
        <c:ser>
          <c:idx val="12"/>
          <c:order val="12"/>
          <c:tx>
            <c:v>CS hatch</c:v>
          </c:tx>
          <c:spPr>
            <a:ln xmlns:a="http://schemas.openxmlformats.org/drawingml/2006/main" w="12383">
              <a:solidFill>
                <a:srgbClr val="85B8D6"/>
              </a:solidFill>
            </a:ln>
          </c:spPr>
          <c:marker>
            <c:symbol val="none"/>
          </c:marker>
          <c:xVal>
            <c:numRef>
              <c:f>'Chart Data'!$Y$2:$Y$3</c:f>
              <c:numCache>
                <c:formatCode>General</c:formatCode>
                <c:ptCount val="2"/>
                <c:pt idx="0">
                  <c:v>26.66666667</c:v>
                </c:pt>
                <c:pt idx="1">
                  <c:v>26.66666667</c:v>
                </c:pt>
              </c:numCache>
            </c:numRef>
          </c:xVal>
          <c:yVal>
            <c:numRef>
              <c:f>'Chart Data'!$Z$2:$Z$3</c:f>
              <c:numCache>
                <c:formatCode>0</c:formatCode>
                <c:ptCount val="2"/>
                <c:pt idx="0">
                  <c:v>10</c:v>
                </c:pt>
                <c:pt idx="1">
                  <c:v>14.66666667</c:v>
                </c:pt>
              </c:numCache>
            </c:numRef>
          </c:yVal>
          <c:smooth val="0"/>
        </c:ser>
        <c:ser>
          <c:idx val="13"/>
          <c:order val="13"/>
          <c:tx>
            <c:v>CS hatch</c:v>
          </c:tx>
          <c:spPr>
            <a:ln xmlns:a="http://schemas.openxmlformats.org/drawingml/2006/main" w="12383">
              <a:solidFill>
                <a:srgbClr val="85B8D6"/>
              </a:solidFill>
            </a:ln>
          </c:spPr>
          <c:marker>
            <c:symbol val="none"/>
          </c:marker>
          <c:xVal>
            <c:numRef>
              <c:f>'Chart Data'!$AA$2:$AA$3</c:f>
              <c:numCache>
                <c:formatCode>General</c:formatCode>
                <c:ptCount val="2"/>
                <c:pt idx="0">
                  <c:v>28.88888889</c:v>
                </c:pt>
                <c:pt idx="1">
                  <c:v>28.88888889</c:v>
                </c:pt>
              </c:numCache>
            </c:numRef>
          </c:xVal>
          <c:yVal>
            <c:numRef>
              <c:f>'Chart Data'!$AB$2:$AB$3</c:f>
              <c:numCache>
                <c:formatCode>0</c:formatCode>
                <c:ptCount val="2"/>
                <c:pt idx="0">
                  <c:v>10</c:v>
                </c:pt>
                <c:pt idx="1">
                  <c:v>14.22222222</c:v>
                </c:pt>
              </c:numCache>
            </c:numRef>
          </c:yVal>
          <c:smooth val="0"/>
        </c:ser>
        <c:ser>
          <c:idx val="14"/>
          <c:order val="14"/>
          <c:tx>
            <c:v>CS hatch</c:v>
          </c:tx>
          <c:spPr>
            <a:ln xmlns:a="http://schemas.openxmlformats.org/drawingml/2006/main" w="12383">
              <a:solidFill>
                <a:srgbClr val="85B8D6"/>
              </a:solidFill>
            </a:ln>
          </c:spPr>
          <c:marker>
            <c:symbol val="none"/>
          </c:marker>
          <c:xVal>
            <c:numRef>
              <c:f>'Chart Data'!$AC$2:$AC$3</c:f>
              <c:numCache>
                <c:formatCode>General</c:formatCode>
                <c:ptCount val="2"/>
                <c:pt idx="0">
                  <c:v>31.11111111</c:v>
                </c:pt>
                <c:pt idx="1">
                  <c:v>31.11111111</c:v>
                </c:pt>
              </c:numCache>
            </c:numRef>
          </c:xVal>
          <c:yVal>
            <c:numRef>
              <c:f>'Chart Data'!$AD$2:$AD$3</c:f>
              <c:numCache>
                <c:formatCode>0</c:formatCode>
                <c:ptCount val="2"/>
                <c:pt idx="0">
                  <c:v>10</c:v>
                </c:pt>
                <c:pt idx="1">
                  <c:v>13.77777778</c:v>
                </c:pt>
              </c:numCache>
            </c:numRef>
          </c:yVal>
          <c:smooth val="0"/>
        </c:ser>
        <c:ser>
          <c:idx val="15"/>
          <c:order val="15"/>
          <c:tx>
            <c:v>CS hatch</c:v>
          </c:tx>
          <c:spPr>
            <a:ln xmlns:a="http://schemas.openxmlformats.org/drawingml/2006/main" w="12383">
              <a:solidFill>
                <a:srgbClr val="85B8D6"/>
              </a:solidFill>
            </a:ln>
          </c:spPr>
          <c:marker>
            <c:symbol val="none"/>
          </c:marker>
          <c:xVal>
            <c:numRef>
              <c:f>'Chart Data'!$AE$2:$AE$3</c:f>
              <c:numCache>
                <c:formatCode>General</c:formatCode>
                <c:ptCount val="2"/>
                <c:pt idx="0">
                  <c:v>33.33333333</c:v>
                </c:pt>
                <c:pt idx="1">
                  <c:v>33.33333333</c:v>
                </c:pt>
              </c:numCache>
            </c:numRef>
          </c:xVal>
          <c:yVal>
            <c:numRef>
              <c:f>'Chart Data'!$AF$2:$AF$3</c:f>
              <c:numCache>
                <c:formatCode>0</c:formatCode>
                <c:ptCount val="2"/>
                <c:pt idx="0">
                  <c:v>10</c:v>
                </c:pt>
                <c:pt idx="1">
                  <c:v>13.33333333</c:v>
                </c:pt>
              </c:numCache>
            </c:numRef>
          </c:yVal>
          <c:smooth val="0"/>
        </c:ser>
        <c:ser>
          <c:idx val="16"/>
          <c:order val="16"/>
          <c:tx>
            <c:v>CS hatch</c:v>
          </c:tx>
          <c:spPr>
            <a:ln xmlns:a="http://schemas.openxmlformats.org/drawingml/2006/main" w="12383">
              <a:solidFill>
                <a:srgbClr val="85B8D6"/>
              </a:solidFill>
            </a:ln>
          </c:spPr>
          <c:marker>
            <c:symbol val="none"/>
          </c:marker>
          <c:xVal>
            <c:numRef>
              <c:f>'Chart Data'!$AG$2:$AG$3</c:f>
              <c:numCache>
                <c:formatCode>General</c:formatCode>
                <c:ptCount val="2"/>
                <c:pt idx="0">
                  <c:v>35.55555556</c:v>
                </c:pt>
                <c:pt idx="1">
                  <c:v>35.55555556</c:v>
                </c:pt>
              </c:numCache>
            </c:numRef>
          </c:xVal>
          <c:yVal>
            <c:numRef>
              <c:f>'Chart Data'!$AH$2:$AH$3</c:f>
              <c:numCache>
                <c:formatCode>0</c:formatCode>
                <c:ptCount val="2"/>
                <c:pt idx="0">
                  <c:v>10</c:v>
                </c:pt>
                <c:pt idx="1">
                  <c:v>12.88888889</c:v>
                </c:pt>
              </c:numCache>
            </c:numRef>
          </c:yVal>
          <c:smooth val="0"/>
        </c:ser>
        <c:ser>
          <c:idx val="17"/>
          <c:order val="17"/>
          <c:tx>
            <c:v>CS hatch</c:v>
          </c:tx>
          <c:spPr>
            <a:ln xmlns:a="http://schemas.openxmlformats.org/drawingml/2006/main" w="12383">
              <a:solidFill>
                <a:srgbClr val="85B8D6"/>
              </a:solidFill>
            </a:ln>
          </c:spPr>
          <c:marker>
            <c:symbol val="none"/>
          </c:marker>
          <c:xVal>
            <c:numRef>
              <c:f>'Chart Data'!$AI$2:$AI$3</c:f>
              <c:numCache>
                <c:formatCode>General</c:formatCode>
                <c:ptCount val="2"/>
                <c:pt idx="0">
                  <c:v>37.77777778</c:v>
                </c:pt>
                <c:pt idx="1">
                  <c:v>37.77777778</c:v>
                </c:pt>
              </c:numCache>
            </c:numRef>
          </c:xVal>
          <c:yVal>
            <c:numRef>
              <c:f>'Chart Data'!$AJ$2:$AJ$3</c:f>
              <c:numCache>
                <c:formatCode>0</c:formatCode>
                <c:ptCount val="2"/>
                <c:pt idx="0">
                  <c:v>10</c:v>
                </c:pt>
                <c:pt idx="1">
                  <c:v>12.44444444</c:v>
                </c:pt>
              </c:numCache>
            </c:numRef>
          </c:yVal>
          <c:smooth val="0"/>
        </c:ser>
        <c:ser>
          <c:idx val="18"/>
          <c:order val="18"/>
          <c:tx>
            <c:v>CS hatch</c:v>
          </c:tx>
          <c:spPr>
            <a:ln xmlns:a="http://schemas.openxmlformats.org/drawingml/2006/main" w="12383">
              <a:solidFill>
                <a:srgbClr val="85B8D6"/>
              </a:solidFill>
            </a:ln>
          </c:spPr>
          <c:marker>
            <c:symbol val="none"/>
          </c:marker>
          <c:xVal>
            <c:numRef>
              <c:f>'Chart Data'!$AK$2:$AK$3</c:f>
              <c:numCache>
                <c:formatCode>General</c:formatCode>
                <c:ptCount val="2"/>
                <c:pt idx="0">
                  <c:v>40</c:v>
                </c:pt>
                <c:pt idx="1">
                  <c:v>40</c:v>
                </c:pt>
              </c:numCache>
            </c:numRef>
          </c:xVal>
          <c:yVal>
            <c:numRef>
              <c:f>'Chart Data'!$AL$2:$AL$3</c:f>
              <c:numCache>
                <c:formatCode>0</c:formatCode>
                <c:ptCount val="2"/>
                <c:pt idx="0">
                  <c:v>10</c:v>
                </c:pt>
                <c:pt idx="1">
                  <c:v>12</c:v>
                </c:pt>
              </c:numCache>
            </c:numRef>
          </c:yVal>
          <c:smooth val="0"/>
        </c:ser>
        <c:ser>
          <c:idx val="19"/>
          <c:order val="19"/>
          <c:tx>
            <c:v>CS hatch</c:v>
          </c:tx>
          <c:spPr>
            <a:ln xmlns:a="http://schemas.openxmlformats.org/drawingml/2006/main" w="12383">
              <a:solidFill>
                <a:srgbClr val="85B8D6"/>
              </a:solidFill>
            </a:ln>
          </c:spPr>
          <c:marker>
            <c:symbol val="none"/>
          </c:marker>
          <c:xVal>
            <c:numRef>
              <c:f>'Chart Data'!$AM$2:$AM$3</c:f>
              <c:numCache>
                <c:formatCode>General</c:formatCode>
                <c:ptCount val="2"/>
                <c:pt idx="0">
                  <c:v>42.22222222</c:v>
                </c:pt>
                <c:pt idx="1">
                  <c:v>42.22222222</c:v>
                </c:pt>
              </c:numCache>
            </c:numRef>
          </c:xVal>
          <c:yVal>
            <c:numRef>
              <c:f>'Chart Data'!$AN$2:$AN$3</c:f>
              <c:numCache>
                <c:formatCode>0</c:formatCode>
                <c:ptCount val="2"/>
                <c:pt idx="0">
                  <c:v>10</c:v>
                </c:pt>
                <c:pt idx="1">
                  <c:v>11.55555556</c:v>
                </c:pt>
              </c:numCache>
            </c:numRef>
          </c:yVal>
          <c:smooth val="0"/>
        </c:ser>
        <c:ser>
          <c:idx val="20"/>
          <c:order val="20"/>
          <c:tx>
            <c:v>CS hatch</c:v>
          </c:tx>
          <c:spPr>
            <a:ln xmlns:a="http://schemas.openxmlformats.org/drawingml/2006/main" w="12383">
              <a:solidFill>
                <a:srgbClr val="85B8D6"/>
              </a:solidFill>
            </a:ln>
          </c:spPr>
          <c:marker>
            <c:symbol val="none"/>
          </c:marker>
          <c:xVal>
            <c:numRef>
              <c:f>'Chart Data'!$AO$2:$AO$3</c:f>
              <c:numCache>
                <c:formatCode>General</c:formatCode>
                <c:ptCount val="2"/>
                <c:pt idx="0">
                  <c:v>44.44444444</c:v>
                </c:pt>
                <c:pt idx="1">
                  <c:v>44.44444444</c:v>
                </c:pt>
              </c:numCache>
            </c:numRef>
          </c:xVal>
          <c:yVal>
            <c:numRef>
              <c:f>'Chart Data'!$AP$2:$AP$3</c:f>
              <c:numCache>
                <c:formatCode>0</c:formatCode>
                <c:ptCount val="2"/>
                <c:pt idx="0">
                  <c:v>10</c:v>
                </c:pt>
                <c:pt idx="1">
                  <c:v>11.11111111</c:v>
                </c:pt>
              </c:numCache>
            </c:numRef>
          </c:yVal>
          <c:smooth val="0"/>
        </c:ser>
        <c:ser>
          <c:idx val="21"/>
          <c:order val="21"/>
          <c:tx>
            <c:v>CS hatch</c:v>
          </c:tx>
          <c:spPr>
            <a:ln xmlns:a="http://schemas.openxmlformats.org/drawingml/2006/main" w="12383">
              <a:solidFill>
                <a:srgbClr val="85B8D6"/>
              </a:solidFill>
            </a:ln>
          </c:spPr>
          <c:marker>
            <c:symbol val="none"/>
          </c:marker>
          <c:xVal>
            <c:numRef>
              <c:f>'Chart Data'!$AQ$2:$AQ$3</c:f>
              <c:numCache>
                <c:formatCode>General</c:formatCode>
                <c:ptCount val="2"/>
                <c:pt idx="0">
                  <c:v>46.66666667</c:v>
                </c:pt>
                <c:pt idx="1">
                  <c:v>46.66666667</c:v>
                </c:pt>
              </c:numCache>
            </c:numRef>
          </c:xVal>
          <c:yVal>
            <c:numRef>
              <c:f>'Chart Data'!$AR$2:$AR$3</c:f>
              <c:numCache>
                <c:formatCode>0</c:formatCode>
                <c:ptCount val="2"/>
                <c:pt idx="0">
                  <c:v>10</c:v>
                </c:pt>
                <c:pt idx="1">
                  <c:v>10.66666667</c:v>
                </c:pt>
              </c:numCache>
            </c:numRef>
          </c:yVal>
          <c:smooth val="0"/>
        </c:ser>
        <c:ser>
          <c:idx val="22"/>
          <c:order val="22"/>
          <c:tx>
            <c:v>CS hatch</c:v>
          </c:tx>
          <c:spPr>
            <a:ln xmlns:a="http://schemas.openxmlformats.org/drawingml/2006/main" w="12383">
              <a:solidFill>
                <a:srgbClr val="85B8D6"/>
              </a:solidFill>
            </a:ln>
          </c:spPr>
          <c:marker>
            <c:symbol val="none"/>
          </c:marker>
          <c:xVal>
            <c:numRef>
              <c:f>'Chart Data'!$AS$2:$AS$3</c:f>
              <c:numCache>
                <c:formatCode>General</c:formatCode>
                <c:ptCount val="2"/>
                <c:pt idx="0">
                  <c:v>48.88888889</c:v>
                </c:pt>
                <c:pt idx="1">
                  <c:v>48.88888889</c:v>
                </c:pt>
              </c:numCache>
            </c:numRef>
          </c:xVal>
          <c:yVal>
            <c:numRef>
              <c:f>'Chart Data'!$AT$2:$AT$3</c:f>
              <c:numCache>
                <c:formatCode>0</c:formatCode>
                <c:ptCount val="2"/>
                <c:pt idx="0">
                  <c:v>10</c:v>
                </c:pt>
                <c:pt idx="1">
                  <c:v>10.22222222</c:v>
                </c:pt>
              </c:numCache>
            </c:numRef>
          </c:yVal>
          <c:smooth val="0"/>
        </c:ser>
        <c:ser>
          <c:idx val="23"/>
          <c:order val="23"/>
          <c:tx>
            <c:v>PS boundary</c:v>
          </c:tx>
          <c:spPr>
            <a:ln xmlns:a="http://schemas.openxmlformats.org/drawingml/2006/main" w="23813">
              <a:solidFill>
                <a:srgbClr val="68B39A"/>
              </a:solidFill>
            </a:ln>
          </c:spPr>
          <c:marker>
            <c:symbol val="none"/>
          </c:marker>
          <c:xVal>
            <c:numRef>
              <c:f>'Chart Data'!$AU$2:$AU$5</c:f>
              <c:numCache>
                <c:formatCode>General</c:formatCode>
                <c:ptCount val="4"/>
                <c:pt idx="0">
                  <c:v>0</c:v>
                </c:pt>
                <c:pt idx="1">
                  <c:v>50</c:v>
                </c:pt>
                <c:pt idx="2">
                  <c:v>0</c:v>
                </c:pt>
                <c:pt idx="3">
                  <c:v>0</c:v>
                </c:pt>
              </c:numCache>
            </c:numRef>
          </c:xVal>
          <c:yVal>
            <c:numRef>
              <c:f>'Chart Data'!$AV$2:$AV$5</c:f>
              <c:numCache>
                <c:formatCode>0</c:formatCode>
                <c:ptCount val="4"/>
                <c:pt idx="0">
                  <c:v>2</c:v>
                </c:pt>
                <c:pt idx="1">
                  <c:v>7</c:v>
                </c:pt>
                <c:pt idx="2">
                  <c:v>7</c:v>
                </c:pt>
                <c:pt idx="3">
                  <c:v>2</c:v>
                </c:pt>
              </c:numCache>
            </c:numRef>
          </c:yVal>
          <c:smooth val="0"/>
        </c:ser>
        <c:ser>
          <c:idx val="24"/>
          <c:order val="24"/>
          <c:tx>
            <c:v>PS hatch</c:v>
          </c:tx>
          <c:spPr>
            <a:ln xmlns:a="http://schemas.openxmlformats.org/drawingml/2006/main" w="12383">
              <a:solidFill>
                <a:srgbClr val="68B39A"/>
              </a:solidFill>
            </a:ln>
          </c:spPr>
          <c:marker>
            <c:symbol val="none"/>
          </c:marker>
          <c:xVal>
            <c:numRef>
              <c:f>'Chart Data'!$AW$2:$AW$3</c:f>
              <c:numCache>
                <c:formatCode>General</c:formatCode>
                <c:ptCount val="2"/>
                <c:pt idx="0">
                  <c:v>2.22222222</c:v>
                </c:pt>
                <c:pt idx="1">
                  <c:v>2.22222222</c:v>
                </c:pt>
              </c:numCache>
            </c:numRef>
          </c:xVal>
          <c:yVal>
            <c:numRef>
              <c:f>'Chart Data'!$AX$2:$AX$3</c:f>
              <c:numCache>
                <c:formatCode>0</c:formatCode>
                <c:ptCount val="2"/>
                <c:pt idx="0">
                  <c:v>2.22222222</c:v>
                </c:pt>
                <c:pt idx="1">
                  <c:v>7</c:v>
                </c:pt>
              </c:numCache>
            </c:numRef>
          </c:yVal>
          <c:smooth val="0"/>
        </c:ser>
        <c:ser>
          <c:idx val="25"/>
          <c:order val="25"/>
          <c:tx>
            <c:v>PS hatch</c:v>
          </c:tx>
          <c:spPr>
            <a:ln xmlns:a="http://schemas.openxmlformats.org/drawingml/2006/main" w="12383">
              <a:solidFill>
                <a:srgbClr val="68B39A"/>
              </a:solidFill>
            </a:ln>
          </c:spPr>
          <c:marker>
            <c:symbol val="none"/>
          </c:marker>
          <c:xVal>
            <c:numRef>
              <c:f>'Chart Data'!$AY$2:$AY$3</c:f>
              <c:numCache>
                <c:formatCode>General</c:formatCode>
                <c:ptCount val="2"/>
                <c:pt idx="0">
                  <c:v>4.44444444</c:v>
                </c:pt>
                <c:pt idx="1">
                  <c:v>4.44444444</c:v>
                </c:pt>
              </c:numCache>
            </c:numRef>
          </c:xVal>
          <c:yVal>
            <c:numRef>
              <c:f>'Chart Data'!$AZ$2:$AZ$3</c:f>
              <c:numCache>
                <c:formatCode>0</c:formatCode>
                <c:ptCount val="2"/>
                <c:pt idx="0">
                  <c:v>2.44444444</c:v>
                </c:pt>
                <c:pt idx="1">
                  <c:v>7</c:v>
                </c:pt>
              </c:numCache>
            </c:numRef>
          </c:yVal>
          <c:smooth val="0"/>
        </c:ser>
        <c:ser>
          <c:idx val="26"/>
          <c:order val="26"/>
          <c:tx>
            <c:v>PS hatch</c:v>
          </c:tx>
          <c:spPr>
            <a:ln xmlns:a="http://schemas.openxmlformats.org/drawingml/2006/main" w="12383">
              <a:solidFill>
                <a:srgbClr val="68B39A"/>
              </a:solidFill>
            </a:ln>
          </c:spPr>
          <c:marker>
            <c:symbol val="none"/>
          </c:marker>
          <c:xVal>
            <c:numRef>
              <c:f>'Chart Data'!$BA$2:$BA$3</c:f>
              <c:numCache>
                <c:formatCode>General</c:formatCode>
                <c:ptCount val="2"/>
                <c:pt idx="0">
                  <c:v>6.66666667</c:v>
                </c:pt>
                <c:pt idx="1">
                  <c:v>6.66666667</c:v>
                </c:pt>
              </c:numCache>
            </c:numRef>
          </c:xVal>
          <c:yVal>
            <c:numRef>
              <c:f>'Chart Data'!$BB$2:$BB$3</c:f>
              <c:numCache>
                <c:formatCode>0</c:formatCode>
                <c:ptCount val="2"/>
                <c:pt idx="0">
                  <c:v>2.66666667</c:v>
                </c:pt>
                <c:pt idx="1">
                  <c:v>7</c:v>
                </c:pt>
              </c:numCache>
            </c:numRef>
          </c:yVal>
          <c:smooth val="0"/>
        </c:ser>
        <c:ser>
          <c:idx val="27"/>
          <c:order val="27"/>
          <c:tx>
            <c:v>PS hatch</c:v>
          </c:tx>
          <c:spPr>
            <a:ln xmlns:a="http://schemas.openxmlformats.org/drawingml/2006/main" w="12383">
              <a:solidFill>
                <a:srgbClr val="68B39A"/>
              </a:solidFill>
            </a:ln>
          </c:spPr>
          <c:marker>
            <c:symbol val="none"/>
          </c:marker>
          <c:xVal>
            <c:numRef>
              <c:f>'Chart Data'!$BC$2:$BC$3</c:f>
              <c:numCache>
                <c:formatCode>General</c:formatCode>
                <c:ptCount val="2"/>
                <c:pt idx="0">
                  <c:v>8.88888889</c:v>
                </c:pt>
                <c:pt idx="1">
                  <c:v>8.88888889</c:v>
                </c:pt>
              </c:numCache>
            </c:numRef>
          </c:xVal>
          <c:yVal>
            <c:numRef>
              <c:f>'Chart Data'!$BD$2:$BD$3</c:f>
              <c:numCache>
                <c:formatCode>0</c:formatCode>
                <c:ptCount val="2"/>
                <c:pt idx="0">
                  <c:v>2.88888889</c:v>
                </c:pt>
                <c:pt idx="1">
                  <c:v>7</c:v>
                </c:pt>
              </c:numCache>
            </c:numRef>
          </c:yVal>
          <c:smooth val="0"/>
        </c:ser>
        <c:ser>
          <c:idx val="28"/>
          <c:order val="28"/>
          <c:tx>
            <c:v>PS hatch</c:v>
          </c:tx>
          <c:spPr>
            <a:ln xmlns:a="http://schemas.openxmlformats.org/drawingml/2006/main" w="12383">
              <a:solidFill>
                <a:srgbClr val="68B39A"/>
              </a:solidFill>
            </a:ln>
          </c:spPr>
          <c:marker>
            <c:symbol val="none"/>
          </c:marker>
          <c:xVal>
            <c:numRef>
              <c:f>'Chart Data'!$BE$2:$BE$3</c:f>
              <c:numCache>
                <c:formatCode>General</c:formatCode>
                <c:ptCount val="2"/>
                <c:pt idx="0">
                  <c:v>11.11111111</c:v>
                </c:pt>
                <c:pt idx="1">
                  <c:v>11.11111111</c:v>
                </c:pt>
              </c:numCache>
            </c:numRef>
          </c:xVal>
          <c:yVal>
            <c:numRef>
              <c:f>'Chart Data'!$BF$2:$BF$3</c:f>
              <c:numCache>
                <c:formatCode>0</c:formatCode>
                <c:ptCount val="2"/>
                <c:pt idx="0">
                  <c:v>3.11111111</c:v>
                </c:pt>
                <c:pt idx="1">
                  <c:v>7</c:v>
                </c:pt>
              </c:numCache>
            </c:numRef>
          </c:yVal>
          <c:smooth val="0"/>
        </c:ser>
        <c:ser>
          <c:idx val="29"/>
          <c:order val="29"/>
          <c:tx>
            <c:v>PS hatch</c:v>
          </c:tx>
          <c:spPr>
            <a:ln xmlns:a="http://schemas.openxmlformats.org/drawingml/2006/main" w="12383">
              <a:solidFill>
                <a:srgbClr val="68B39A"/>
              </a:solidFill>
            </a:ln>
          </c:spPr>
          <c:marker>
            <c:symbol val="none"/>
          </c:marker>
          <c:xVal>
            <c:numRef>
              <c:f>'Chart Data'!$BG$2:$BG$3</c:f>
              <c:numCache>
                <c:formatCode>General</c:formatCode>
                <c:ptCount val="2"/>
                <c:pt idx="0">
                  <c:v>13.33333333</c:v>
                </c:pt>
                <c:pt idx="1">
                  <c:v>13.33333333</c:v>
                </c:pt>
              </c:numCache>
            </c:numRef>
          </c:xVal>
          <c:yVal>
            <c:numRef>
              <c:f>'Chart Data'!$BH$2:$BH$3</c:f>
              <c:numCache>
                <c:formatCode>0</c:formatCode>
                <c:ptCount val="2"/>
                <c:pt idx="0">
                  <c:v>3.33333333</c:v>
                </c:pt>
                <c:pt idx="1">
                  <c:v>7</c:v>
                </c:pt>
              </c:numCache>
            </c:numRef>
          </c:yVal>
          <c:smooth val="0"/>
        </c:ser>
        <c:ser>
          <c:idx val="30"/>
          <c:order val="30"/>
          <c:tx>
            <c:v>PS hatch</c:v>
          </c:tx>
          <c:spPr>
            <a:ln xmlns:a="http://schemas.openxmlformats.org/drawingml/2006/main" w="12383">
              <a:solidFill>
                <a:srgbClr val="68B39A"/>
              </a:solidFill>
            </a:ln>
          </c:spPr>
          <c:marker>
            <c:symbol val="none"/>
          </c:marker>
          <c:xVal>
            <c:numRef>
              <c:f>'Chart Data'!$BI$2:$BI$3</c:f>
              <c:numCache>
                <c:formatCode>General</c:formatCode>
                <c:ptCount val="2"/>
                <c:pt idx="0">
                  <c:v>15.55555556</c:v>
                </c:pt>
                <c:pt idx="1">
                  <c:v>15.55555556</c:v>
                </c:pt>
              </c:numCache>
            </c:numRef>
          </c:xVal>
          <c:yVal>
            <c:numRef>
              <c:f>'Chart Data'!$BJ$2:$BJ$3</c:f>
              <c:numCache>
                <c:formatCode>0</c:formatCode>
                <c:ptCount val="2"/>
                <c:pt idx="0">
                  <c:v>3.55555556</c:v>
                </c:pt>
                <c:pt idx="1">
                  <c:v>7</c:v>
                </c:pt>
              </c:numCache>
            </c:numRef>
          </c:yVal>
          <c:smooth val="0"/>
        </c:ser>
        <c:ser>
          <c:idx val="31"/>
          <c:order val="31"/>
          <c:tx>
            <c:v>PS hatch</c:v>
          </c:tx>
          <c:spPr>
            <a:ln xmlns:a="http://schemas.openxmlformats.org/drawingml/2006/main" w="12383">
              <a:solidFill>
                <a:srgbClr val="68B39A"/>
              </a:solidFill>
            </a:ln>
          </c:spPr>
          <c:marker>
            <c:symbol val="none"/>
          </c:marker>
          <c:xVal>
            <c:numRef>
              <c:f>'Chart Data'!$BK$2:$BK$3</c:f>
              <c:numCache>
                <c:formatCode>General</c:formatCode>
                <c:ptCount val="2"/>
                <c:pt idx="0">
                  <c:v>17.77777778</c:v>
                </c:pt>
                <c:pt idx="1">
                  <c:v>17.77777778</c:v>
                </c:pt>
              </c:numCache>
            </c:numRef>
          </c:xVal>
          <c:yVal>
            <c:numRef>
              <c:f>'Chart Data'!$BL$2:$BL$3</c:f>
              <c:numCache>
                <c:formatCode>0</c:formatCode>
                <c:ptCount val="2"/>
                <c:pt idx="0">
                  <c:v>3.77777778</c:v>
                </c:pt>
                <c:pt idx="1">
                  <c:v>7</c:v>
                </c:pt>
              </c:numCache>
            </c:numRef>
          </c:yVal>
          <c:smooth val="0"/>
        </c:ser>
        <c:ser>
          <c:idx val="32"/>
          <c:order val="32"/>
          <c:tx>
            <c:v>PS hatch</c:v>
          </c:tx>
          <c:spPr>
            <a:ln xmlns:a="http://schemas.openxmlformats.org/drawingml/2006/main" w="12383">
              <a:solidFill>
                <a:srgbClr val="68B39A"/>
              </a:solidFill>
            </a:ln>
          </c:spPr>
          <c:marker>
            <c:symbol val="none"/>
          </c:marker>
          <c:xVal>
            <c:numRef>
              <c:f>'Chart Data'!$BM$2:$BM$3</c:f>
              <c:numCache>
                <c:formatCode>General</c:formatCode>
                <c:ptCount val="2"/>
                <c:pt idx="0">
                  <c:v>20</c:v>
                </c:pt>
                <c:pt idx="1">
                  <c:v>20</c:v>
                </c:pt>
              </c:numCache>
            </c:numRef>
          </c:xVal>
          <c:yVal>
            <c:numRef>
              <c:f>'Chart Data'!$BN$2:$BN$3</c:f>
              <c:numCache>
                <c:formatCode>0</c:formatCode>
                <c:ptCount val="2"/>
                <c:pt idx="0">
                  <c:v>4</c:v>
                </c:pt>
                <c:pt idx="1">
                  <c:v>7</c:v>
                </c:pt>
              </c:numCache>
            </c:numRef>
          </c:yVal>
          <c:smooth val="0"/>
        </c:ser>
        <c:ser>
          <c:idx val="33"/>
          <c:order val="33"/>
          <c:tx>
            <c:v>PS hatch</c:v>
          </c:tx>
          <c:spPr>
            <a:ln xmlns:a="http://schemas.openxmlformats.org/drawingml/2006/main" w="12383">
              <a:solidFill>
                <a:srgbClr val="68B39A"/>
              </a:solidFill>
            </a:ln>
          </c:spPr>
          <c:marker>
            <c:symbol val="none"/>
          </c:marker>
          <c:xVal>
            <c:numRef>
              <c:f>'Chart Data'!$BO$2:$BO$3</c:f>
              <c:numCache>
                <c:formatCode>General</c:formatCode>
                <c:ptCount val="2"/>
                <c:pt idx="0">
                  <c:v>22.22222222</c:v>
                </c:pt>
                <c:pt idx="1">
                  <c:v>22.22222222</c:v>
                </c:pt>
              </c:numCache>
            </c:numRef>
          </c:xVal>
          <c:yVal>
            <c:numRef>
              <c:f>'Chart Data'!$BP$2:$BP$3</c:f>
              <c:numCache>
                <c:formatCode>0</c:formatCode>
                <c:ptCount val="2"/>
                <c:pt idx="0">
                  <c:v>4.22222222</c:v>
                </c:pt>
                <c:pt idx="1">
                  <c:v>7</c:v>
                </c:pt>
              </c:numCache>
            </c:numRef>
          </c:yVal>
          <c:smooth val="0"/>
        </c:ser>
        <c:ser>
          <c:idx val="34"/>
          <c:order val="34"/>
          <c:tx>
            <c:v>PS hatch</c:v>
          </c:tx>
          <c:spPr>
            <a:ln xmlns:a="http://schemas.openxmlformats.org/drawingml/2006/main" w="12383">
              <a:solidFill>
                <a:srgbClr val="68B39A"/>
              </a:solidFill>
            </a:ln>
          </c:spPr>
          <c:marker>
            <c:symbol val="none"/>
          </c:marker>
          <c:xVal>
            <c:numRef>
              <c:f>'Chart Data'!$BQ$2:$BQ$3</c:f>
              <c:numCache>
                <c:formatCode>General</c:formatCode>
                <c:ptCount val="2"/>
                <c:pt idx="0">
                  <c:v>24.44444444</c:v>
                </c:pt>
                <c:pt idx="1">
                  <c:v>24.44444444</c:v>
                </c:pt>
              </c:numCache>
            </c:numRef>
          </c:xVal>
          <c:yVal>
            <c:numRef>
              <c:f>'Chart Data'!$BR$2:$BR$3</c:f>
              <c:numCache>
                <c:formatCode>0</c:formatCode>
                <c:ptCount val="2"/>
                <c:pt idx="0">
                  <c:v>4.44444444</c:v>
                </c:pt>
                <c:pt idx="1">
                  <c:v>7</c:v>
                </c:pt>
              </c:numCache>
            </c:numRef>
          </c:yVal>
          <c:smooth val="0"/>
        </c:ser>
        <c:ser>
          <c:idx val="35"/>
          <c:order val="35"/>
          <c:tx>
            <c:v>PS hatch</c:v>
          </c:tx>
          <c:spPr>
            <a:ln xmlns:a="http://schemas.openxmlformats.org/drawingml/2006/main" w="12383">
              <a:solidFill>
                <a:srgbClr val="68B39A"/>
              </a:solidFill>
            </a:ln>
          </c:spPr>
          <c:marker>
            <c:symbol val="none"/>
          </c:marker>
          <c:xVal>
            <c:numRef>
              <c:f>'Chart Data'!$BS$2:$BS$3</c:f>
              <c:numCache>
                <c:formatCode>General</c:formatCode>
                <c:ptCount val="2"/>
                <c:pt idx="0">
                  <c:v>26.66666667</c:v>
                </c:pt>
                <c:pt idx="1">
                  <c:v>26.66666667</c:v>
                </c:pt>
              </c:numCache>
            </c:numRef>
          </c:xVal>
          <c:yVal>
            <c:numRef>
              <c:f>'Chart Data'!$BT$2:$BT$3</c:f>
              <c:numCache>
                <c:formatCode>0</c:formatCode>
                <c:ptCount val="2"/>
                <c:pt idx="0">
                  <c:v>4.66666667</c:v>
                </c:pt>
                <c:pt idx="1">
                  <c:v>7</c:v>
                </c:pt>
              </c:numCache>
            </c:numRef>
          </c:yVal>
          <c:smooth val="0"/>
        </c:ser>
        <c:ser>
          <c:idx val="36"/>
          <c:order val="36"/>
          <c:tx>
            <c:v>PS hatch</c:v>
          </c:tx>
          <c:spPr>
            <a:ln xmlns:a="http://schemas.openxmlformats.org/drawingml/2006/main" w="12383">
              <a:solidFill>
                <a:srgbClr val="68B39A"/>
              </a:solidFill>
            </a:ln>
          </c:spPr>
          <c:marker>
            <c:symbol val="none"/>
          </c:marker>
          <c:xVal>
            <c:numRef>
              <c:f>'Chart Data'!$BU$2:$BU$3</c:f>
              <c:numCache>
                <c:formatCode>General</c:formatCode>
                <c:ptCount val="2"/>
                <c:pt idx="0">
                  <c:v>28.88888889</c:v>
                </c:pt>
                <c:pt idx="1">
                  <c:v>28.88888889</c:v>
                </c:pt>
              </c:numCache>
            </c:numRef>
          </c:xVal>
          <c:yVal>
            <c:numRef>
              <c:f>'Chart Data'!$BV$2:$BV$3</c:f>
              <c:numCache>
                <c:formatCode>0</c:formatCode>
                <c:ptCount val="2"/>
                <c:pt idx="0">
                  <c:v>4.88888889</c:v>
                </c:pt>
                <c:pt idx="1">
                  <c:v>7</c:v>
                </c:pt>
              </c:numCache>
            </c:numRef>
          </c:yVal>
          <c:smooth val="0"/>
        </c:ser>
        <c:ser>
          <c:idx val="37"/>
          <c:order val="37"/>
          <c:tx>
            <c:v>PS hatch</c:v>
          </c:tx>
          <c:spPr>
            <a:ln xmlns:a="http://schemas.openxmlformats.org/drawingml/2006/main" w="12383">
              <a:solidFill>
                <a:srgbClr val="68B39A"/>
              </a:solidFill>
            </a:ln>
          </c:spPr>
          <c:marker>
            <c:symbol val="none"/>
          </c:marker>
          <c:xVal>
            <c:numRef>
              <c:f>'Chart Data'!$BW$2:$BW$3</c:f>
              <c:numCache>
                <c:formatCode>General</c:formatCode>
                <c:ptCount val="2"/>
                <c:pt idx="0">
                  <c:v>31.11111111</c:v>
                </c:pt>
                <c:pt idx="1">
                  <c:v>31.11111111</c:v>
                </c:pt>
              </c:numCache>
            </c:numRef>
          </c:xVal>
          <c:yVal>
            <c:numRef>
              <c:f>'Chart Data'!$BX$2:$BX$3</c:f>
              <c:numCache>
                <c:formatCode>0</c:formatCode>
                <c:ptCount val="2"/>
                <c:pt idx="0">
                  <c:v>5.11111111</c:v>
                </c:pt>
                <c:pt idx="1">
                  <c:v>7</c:v>
                </c:pt>
              </c:numCache>
            </c:numRef>
          </c:yVal>
          <c:smooth val="0"/>
        </c:ser>
        <c:ser>
          <c:idx val="38"/>
          <c:order val="38"/>
          <c:tx>
            <c:v>PS hatch</c:v>
          </c:tx>
          <c:spPr>
            <a:ln xmlns:a="http://schemas.openxmlformats.org/drawingml/2006/main" w="12383">
              <a:solidFill>
                <a:srgbClr val="68B39A"/>
              </a:solidFill>
            </a:ln>
          </c:spPr>
          <c:marker>
            <c:symbol val="none"/>
          </c:marker>
          <c:xVal>
            <c:numRef>
              <c:f>'Chart Data'!$BY$2:$BY$3</c:f>
              <c:numCache>
                <c:formatCode>General</c:formatCode>
                <c:ptCount val="2"/>
                <c:pt idx="0">
                  <c:v>33.33333333</c:v>
                </c:pt>
                <c:pt idx="1">
                  <c:v>33.33333333</c:v>
                </c:pt>
              </c:numCache>
            </c:numRef>
          </c:xVal>
          <c:yVal>
            <c:numRef>
              <c:f>'Chart Data'!$BZ$2:$BZ$3</c:f>
              <c:numCache>
                <c:formatCode>0</c:formatCode>
                <c:ptCount val="2"/>
                <c:pt idx="0">
                  <c:v>5.33333333</c:v>
                </c:pt>
                <c:pt idx="1">
                  <c:v>7</c:v>
                </c:pt>
              </c:numCache>
            </c:numRef>
          </c:yVal>
          <c:smooth val="0"/>
        </c:ser>
        <c:ser>
          <c:idx val="39"/>
          <c:order val="39"/>
          <c:tx>
            <c:v>PS hatch</c:v>
          </c:tx>
          <c:spPr>
            <a:ln xmlns:a="http://schemas.openxmlformats.org/drawingml/2006/main" w="12383">
              <a:solidFill>
                <a:srgbClr val="68B39A"/>
              </a:solidFill>
            </a:ln>
          </c:spPr>
          <c:marker>
            <c:symbol val="none"/>
          </c:marker>
          <c:xVal>
            <c:numRef>
              <c:f>'Chart Data'!$CA$2:$CA$3</c:f>
              <c:numCache>
                <c:formatCode>General</c:formatCode>
                <c:ptCount val="2"/>
                <c:pt idx="0">
                  <c:v>35.55555556</c:v>
                </c:pt>
                <c:pt idx="1">
                  <c:v>35.55555556</c:v>
                </c:pt>
              </c:numCache>
            </c:numRef>
          </c:xVal>
          <c:yVal>
            <c:numRef>
              <c:f>'Chart Data'!$CB$2:$CB$3</c:f>
              <c:numCache>
                <c:formatCode>0</c:formatCode>
                <c:ptCount val="2"/>
                <c:pt idx="0">
                  <c:v>5.55555556</c:v>
                </c:pt>
                <c:pt idx="1">
                  <c:v>7</c:v>
                </c:pt>
              </c:numCache>
            </c:numRef>
          </c:yVal>
          <c:smooth val="0"/>
        </c:ser>
        <c:ser>
          <c:idx val="40"/>
          <c:order val="40"/>
          <c:tx>
            <c:v>PS hatch</c:v>
          </c:tx>
          <c:spPr>
            <a:ln xmlns:a="http://schemas.openxmlformats.org/drawingml/2006/main" w="12383">
              <a:solidFill>
                <a:srgbClr val="68B39A"/>
              </a:solidFill>
            </a:ln>
          </c:spPr>
          <c:marker>
            <c:symbol val="none"/>
          </c:marker>
          <c:xVal>
            <c:numRef>
              <c:f>'Chart Data'!$CC$2:$CC$3</c:f>
              <c:numCache>
                <c:formatCode>General</c:formatCode>
                <c:ptCount val="2"/>
                <c:pt idx="0">
                  <c:v>37.77777778</c:v>
                </c:pt>
                <c:pt idx="1">
                  <c:v>37.77777778</c:v>
                </c:pt>
              </c:numCache>
            </c:numRef>
          </c:xVal>
          <c:yVal>
            <c:numRef>
              <c:f>'Chart Data'!$CD$2:$CD$3</c:f>
              <c:numCache>
                <c:formatCode>0</c:formatCode>
                <c:ptCount val="2"/>
                <c:pt idx="0">
                  <c:v>5.77777778</c:v>
                </c:pt>
                <c:pt idx="1">
                  <c:v>7</c:v>
                </c:pt>
              </c:numCache>
            </c:numRef>
          </c:yVal>
          <c:smooth val="0"/>
        </c:ser>
        <c:ser>
          <c:idx val="41"/>
          <c:order val="41"/>
          <c:tx>
            <c:v>PS hatch</c:v>
          </c:tx>
          <c:spPr>
            <a:ln xmlns:a="http://schemas.openxmlformats.org/drawingml/2006/main" w="12383">
              <a:solidFill>
                <a:srgbClr val="68B39A"/>
              </a:solidFill>
            </a:ln>
          </c:spPr>
          <c:marker>
            <c:symbol val="none"/>
          </c:marker>
          <c:xVal>
            <c:numRef>
              <c:f>'Chart Data'!$CE$2:$CE$3</c:f>
              <c:numCache>
                <c:formatCode>General</c:formatCode>
                <c:ptCount val="2"/>
                <c:pt idx="0">
                  <c:v>40</c:v>
                </c:pt>
                <c:pt idx="1">
                  <c:v>40</c:v>
                </c:pt>
              </c:numCache>
            </c:numRef>
          </c:xVal>
          <c:yVal>
            <c:numRef>
              <c:f>'Chart Data'!$CF$2:$CF$3</c:f>
              <c:numCache>
                <c:formatCode>0</c:formatCode>
                <c:ptCount val="2"/>
                <c:pt idx="0">
                  <c:v>6</c:v>
                </c:pt>
                <c:pt idx="1">
                  <c:v>7</c:v>
                </c:pt>
              </c:numCache>
            </c:numRef>
          </c:yVal>
          <c:smooth val="0"/>
        </c:ser>
        <c:ser>
          <c:idx val="42"/>
          <c:order val="42"/>
          <c:tx>
            <c:v>PS hatch</c:v>
          </c:tx>
          <c:spPr>
            <a:ln xmlns:a="http://schemas.openxmlformats.org/drawingml/2006/main" w="12383">
              <a:solidFill>
                <a:srgbClr val="68B39A"/>
              </a:solidFill>
            </a:ln>
          </c:spPr>
          <c:marker>
            <c:symbol val="none"/>
          </c:marker>
          <c:xVal>
            <c:numRef>
              <c:f>'Chart Data'!$CG$2:$CG$3</c:f>
              <c:numCache>
                <c:formatCode>General</c:formatCode>
                <c:ptCount val="2"/>
                <c:pt idx="0">
                  <c:v>42.22222222</c:v>
                </c:pt>
                <c:pt idx="1">
                  <c:v>42.22222222</c:v>
                </c:pt>
              </c:numCache>
            </c:numRef>
          </c:xVal>
          <c:yVal>
            <c:numRef>
              <c:f>'Chart Data'!$CH$2:$CH$3</c:f>
              <c:numCache>
                <c:formatCode>0</c:formatCode>
                <c:ptCount val="2"/>
                <c:pt idx="0">
                  <c:v>6.22222222</c:v>
                </c:pt>
                <c:pt idx="1">
                  <c:v>7</c:v>
                </c:pt>
              </c:numCache>
            </c:numRef>
          </c:yVal>
          <c:smooth val="0"/>
        </c:ser>
        <c:ser>
          <c:idx val="43"/>
          <c:order val="43"/>
          <c:tx>
            <c:v>PS hatch</c:v>
          </c:tx>
          <c:spPr>
            <a:ln xmlns:a="http://schemas.openxmlformats.org/drawingml/2006/main" w="12383">
              <a:solidFill>
                <a:srgbClr val="68B39A"/>
              </a:solidFill>
            </a:ln>
          </c:spPr>
          <c:marker>
            <c:symbol val="none"/>
          </c:marker>
          <c:xVal>
            <c:numRef>
              <c:f>'Chart Data'!$CI$2:$CI$3</c:f>
              <c:numCache>
                <c:formatCode>General</c:formatCode>
                <c:ptCount val="2"/>
                <c:pt idx="0">
                  <c:v>44.44444444</c:v>
                </c:pt>
                <c:pt idx="1">
                  <c:v>44.44444444</c:v>
                </c:pt>
              </c:numCache>
            </c:numRef>
          </c:xVal>
          <c:yVal>
            <c:numRef>
              <c:f>'Chart Data'!$CJ$2:$CJ$3</c:f>
              <c:numCache>
                <c:formatCode>0</c:formatCode>
                <c:ptCount val="2"/>
                <c:pt idx="0">
                  <c:v>6.44444444</c:v>
                </c:pt>
                <c:pt idx="1">
                  <c:v>7</c:v>
                </c:pt>
              </c:numCache>
            </c:numRef>
          </c:yVal>
          <c:smooth val="0"/>
        </c:ser>
        <c:ser>
          <c:idx val="44"/>
          <c:order val="44"/>
          <c:tx>
            <c:v>PS hatch</c:v>
          </c:tx>
          <c:spPr>
            <a:ln xmlns:a="http://schemas.openxmlformats.org/drawingml/2006/main" w="12383">
              <a:solidFill>
                <a:srgbClr val="68B39A"/>
              </a:solidFill>
            </a:ln>
          </c:spPr>
          <c:marker>
            <c:symbol val="none"/>
          </c:marker>
          <c:xVal>
            <c:numRef>
              <c:f>'Chart Data'!$CK$2:$CK$3</c:f>
              <c:numCache>
                <c:formatCode>General</c:formatCode>
                <c:ptCount val="2"/>
                <c:pt idx="0">
                  <c:v>46.66666667</c:v>
                </c:pt>
                <c:pt idx="1">
                  <c:v>46.66666667</c:v>
                </c:pt>
              </c:numCache>
            </c:numRef>
          </c:xVal>
          <c:yVal>
            <c:numRef>
              <c:f>'Chart Data'!$CL$2:$CL$3</c:f>
              <c:numCache>
                <c:formatCode>0</c:formatCode>
                <c:ptCount val="2"/>
                <c:pt idx="0">
                  <c:v>6.66666667</c:v>
                </c:pt>
                <c:pt idx="1">
                  <c:v>7</c:v>
                </c:pt>
              </c:numCache>
            </c:numRef>
          </c:yVal>
          <c:smooth val="0"/>
        </c:ser>
        <c:ser>
          <c:idx val="45"/>
          <c:order val="45"/>
          <c:tx>
            <c:v>PS hatch</c:v>
          </c:tx>
          <c:spPr>
            <a:ln xmlns:a="http://schemas.openxmlformats.org/drawingml/2006/main" w="12383">
              <a:solidFill>
                <a:srgbClr val="68B39A"/>
              </a:solidFill>
            </a:ln>
          </c:spPr>
          <c:marker>
            <c:symbol val="none"/>
          </c:marker>
          <c:xVal>
            <c:numRef>
              <c:f>'Chart Data'!$CM$2:$CM$3</c:f>
              <c:numCache>
                <c:formatCode>General</c:formatCode>
                <c:ptCount val="2"/>
                <c:pt idx="0">
                  <c:v>48.88888889</c:v>
                </c:pt>
                <c:pt idx="1">
                  <c:v>48.88888889</c:v>
                </c:pt>
              </c:numCache>
            </c:numRef>
          </c:xVal>
          <c:yVal>
            <c:numRef>
              <c:f>'Chart Data'!$CN$2:$CN$3</c:f>
              <c:numCache>
                <c:formatCode>0</c:formatCode>
                <c:ptCount val="2"/>
                <c:pt idx="0">
                  <c:v>6.88888889</c:v>
                </c:pt>
                <c:pt idx="1">
                  <c:v>7</c:v>
                </c:pt>
              </c:numCache>
            </c:numRef>
          </c:yVal>
          <c:smooth val="0"/>
        </c:ser>
        <c:ser>
          <c:idx val="46"/>
          <c:order val="46"/>
          <c:tx>
            <c:v>guide Q</c:v>
          </c:tx>
          <c:spPr>
            <a:ln xmlns:a="http://schemas.openxmlformats.org/drawingml/2006/main" w="14288">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Qt = 50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Data'!$CO$2:$CO$3</c:f>
              <c:numCache>
                <c:formatCode>General</c:formatCode>
                <c:ptCount val="2"/>
                <c:pt idx="0">
                  <c:v>50</c:v>
                </c:pt>
                <c:pt idx="1">
                  <c:v>50</c:v>
                </c:pt>
              </c:numCache>
            </c:numRef>
          </c:xVal>
          <c:yVal>
            <c:numRef>
              <c:f>'Chart Data'!$CP$2:$CP$3</c:f>
              <c:numCache>
                <c:formatCode>0</c:formatCode>
                <c:ptCount val="2"/>
                <c:pt idx="0">
                  <c:v>0</c:v>
                </c:pt>
                <c:pt idx="1">
                  <c:v>10</c:v>
                </c:pt>
              </c:numCache>
            </c:numRef>
          </c:yVal>
          <c:smooth val="0"/>
        </c:ser>
        <c:ser>
          <c:idx val="47"/>
          <c:order val="47"/>
          <c:tx>
            <c:v>guide Pc</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Pc = 10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Data'!$CQ$2:$CQ$3</c:f>
              <c:numCache>
                <c:formatCode>General</c:formatCode>
                <c:ptCount val="2"/>
                <c:pt idx="0">
                  <c:v>0</c:v>
                </c:pt>
                <c:pt idx="1">
                  <c:v>50</c:v>
                </c:pt>
              </c:numCache>
            </c:numRef>
          </c:xVal>
          <c:yVal>
            <c:numRef>
              <c:f>'Chart Data'!$CR$2:$CR$3</c:f>
              <c:numCache>
                <c:formatCode>0</c:formatCode>
                <c:ptCount val="2"/>
                <c:pt idx="0">
                  <c:v>10</c:v>
                </c:pt>
                <c:pt idx="1">
                  <c:v>10</c:v>
                </c:pt>
              </c:numCache>
            </c:numRef>
          </c:yVal>
          <c:smooth val="0"/>
        </c:ser>
        <c:ser>
          <c:idx val="48"/>
          <c:order val="48"/>
          <c:tx>
            <c:v>guide Pp</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Pp = 7</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Data'!$CS$2:$CS$3</c:f>
              <c:numCache>
                <c:formatCode>General</c:formatCode>
                <c:ptCount val="2"/>
                <c:pt idx="0">
                  <c:v>0</c:v>
                </c:pt>
                <c:pt idx="1">
                  <c:v>50</c:v>
                </c:pt>
              </c:numCache>
            </c:numRef>
          </c:xVal>
          <c:yVal>
            <c:numRef>
              <c:f>'Chart Data'!$CT$2:$CT$3</c:f>
              <c:numCache>
                <c:formatCode>0</c:formatCode>
                <c:ptCount val="2"/>
                <c:pt idx="0">
                  <c:v>7</c:v>
                </c:pt>
                <c:pt idx="1">
                  <c:v>7</c:v>
                </c:pt>
              </c:numCache>
            </c:numRef>
          </c:yVal>
          <c:smooth val="0"/>
        </c:ser>
        <c:ser>
          <c:idx val="49"/>
          <c:order val="49"/>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Data'!$CU$2:$CU$3</c:f>
              <c:numCache>
                <c:formatCode>General</c:formatCode>
                <c:ptCount val="2"/>
                <c:pt idx="0">
                  <c:v>0</c:v>
                </c:pt>
                <c:pt idx="1">
                  <c:v>100</c:v>
                </c:pt>
              </c:numCache>
            </c:numRef>
          </c:xVal>
          <c:yVal>
            <c:numRef>
              <c:f>'Chart Data'!$CV$2:$CV$3</c:f>
              <c:numCache>
                <c:formatCode>0</c:formatCode>
                <c:ptCount val="2"/>
                <c:pt idx="0">
                  <c:v>20</c:v>
                </c:pt>
                <c:pt idx="1">
                  <c:v>0</c:v>
                </c:pt>
              </c:numCache>
            </c:numRef>
          </c:yVal>
          <c:smooth val="0"/>
        </c:ser>
        <c:ser>
          <c:idx val="50"/>
          <c:order val="50"/>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Data'!$CW$2:$CW$3</c:f>
              <c:numCache>
                <c:formatCode>General</c:formatCode>
                <c:ptCount val="2"/>
                <c:pt idx="0">
                  <c:v>0</c:v>
                </c:pt>
                <c:pt idx="1">
                  <c:v>100</c:v>
                </c:pt>
              </c:numCache>
            </c:numRef>
          </c:xVal>
          <c:yVal>
            <c:numRef>
              <c:f>'Chart Data'!$CX$2:$CX$3</c:f>
              <c:numCache>
                <c:formatCode>0</c:formatCode>
                <c:ptCount val="2"/>
                <c:pt idx="0">
                  <c:v>2</c:v>
                </c:pt>
                <c:pt idx="1">
                  <c:v>12</c:v>
                </c:pt>
              </c:numCache>
            </c:numRef>
          </c:yVal>
          <c:smooth val="0"/>
        </c:ser>
        <c:ser>
          <c:idx val="51"/>
          <c:order val="51"/>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CS</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Data'!$CY$2:$CY$2</c:f>
              <c:numCache>
                <c:formatCode>General</c:formatCode>
                <c:ptCount val="1"/>
                <c:pt idx="0">
                  <c:v>12</c:v>
                </c:pt>
              </c:numCache>
            </c:numRef>
          </c:xVal>
          <c:yVal>
            <c:numRef>
              <c:f>'Chart Data'!$CZ$2:$CZ$2</c:f>
              <c:numCache>
                <c:formatCode>0</c:formatCode>
                <c:ptCount val="1"/>
                <c:pt idx="0">
                  <c:v>13.5</c:v>
                </c:pt>
              </c:numCache>
            </c:numRef>
          </c:yVal>
          <c:smooth val="0"/>
        </c:ser>
        <c:ser>
          <c:idx val="52"/>
          <c:order val="52"/>
          <c:tx>
            <c:v>PS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PS</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Data'!$DA$2:$DA$2</c:f>
              <c:numCache>
                <c:formatCode>General</c:formatCode>
                <c:ptCount val="1"/>
                <c:pt idx="0">
                  <c:v>12</c:v>
                </c:pt>
              </c:numCache>
            </c:numRef>
          </c:xVal>
          <c:yVal>
            <c:numRef>
              <c:f>'Chart Data'!$DB$2:$DB$2</c:f>
              <c:numCache>
                <c:formatCode>0</c:formatCode>
                <c:ptCount val="1"/>
                <c:pt idx="0">
                  <c:v>5.4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
        <c:ser>
          <c:idx val="0"/>
          <c:order val="0"/>
          <c:tx>
            <c:v>O boundary</c:v>
          </c:tx>
          <c:spPr>
            <a:ln xmlns:a="http://schemas.openxmlformats.org/drawingml/2006/main" w="23813">
              <a:solidFill>
                <a:srgbClr val="C48D28"/>
              </a:solidFill>
            </a:ln>
          </c:spPr>
          <c:marker>
            <c:symbol val="none"/>
          </c:marker>
          <c:xVal>
            <c:numRef>
              <c:f>'Chart Data'!$A$2:$A$6</c:f>
              <c:numCache>
                <c:formatCode>General</c:formatCode>
                <c:ptCount val="5"/>
                <c:pt idx="0">
                  <c:v>0</c:v>
                </c:pt>
                <c:pt idx="1">
                  <c:v>50</c:v>
                </c:pt>
                <c:pt idx="2">
                  <c:v>50</c:v>
                </c:pt>
                <c:pt idx="3">
                  <c:v>0</c:v>
                </c:pt>
                <c:pt idx="4">
                  <c:v>0</c:v>
                </c:pt>
              </c:numCache>
            </c:numRef>
          </c:xVal>
          <c:yVal>
            <c:numRef>
              <c:f>'Chart Data'!$B$2:$B$6</c:f>
              <c:numCache>
                <c:formatCode>0</c:formatCode>
                <c:ptCount val="5"/>
                <c:pt idx="0">
                  <c:v>7</c:v>
                </c:pt>
                <c:pt idx="1">
                  <c:v>7</c:v>
                </c:pt>
                <c:pt idx="2">
                  <c:v>10</c:v>
                </c:pt>
                <c:pt idx="3">
                  <c:v>10</c:v>
                </c:pt>
                <c:pt idx="4">
                  <c:v>7</c:v>
                </c:pt>
              </c:numCache>
            </c:numRef>
          </c:yVal>
          <c:smooth val="0"/>
        </c:ser>
        <c:ser>
          <c:idx val="1"/>
          <c:order val="1"/>
          <c:tx>
            <c:v>O hatch</c:v>
          </c:tx>
          <c:spPr>
            <a:ln xmlns:a="http://schemas.openxmlformats.org/drawingml/2006/main" w="12383">
              <a:solidFill>
                <a:srgbClr val="C48D28"/>
              </a:solidFill>
            </a:ln>
          </c:spPr>
          <c:marker>
            <c:symbol val="none"/>
          </c:marker>
          <c:xVal>
            <c:numRef>
              <c:f>'Chart Data'!$C$2:$C$3</c:f>
              <c:numCache>
                <c:formatCode>General</c:formatCode>
                <c:ptCount val="2"/>
                <c:pt idx="0">
                  <c:v>2.22222222</c:v>
                </c:pt>
                <c:pt idx="1">
                  <c:v>2.22222222</c:v>
                </c:pt>
              </c:numCache>
            </c:numRef>
          </c:xVal>
          <c:yVal>
            <c:numRef>
              <c:f>'Chart Data'!$D$2:$D$3</c:f>
              <c:numCache>
                <c:formatCode>0</c:formatCode>
                <c:ptCount val="2"/>
                <c:pt idx="0">
                  <c:v>7</c:v>
                </c:pt>
                <c:pt idx="1">
                  <c:v>10</c:v>
                </c:pt>
              </c:numCache>
            </c:numRef>
          </c:yVal>
          <c:smooth val="0"/>
        </c:ser>
        <c:ser>
          <c:idx val="2"/>
          <c:order val="2"/>
          <c:tx>
            <c:v>O hatch</c:v>
          </c:tx>
          <c:spPr>
            <a:ln xmlns:a="http://schemas.openxmlformats.org/drawingml/2006/main" w="12383">
              <a:solidFill>
                <a:srgbClr val="C48D28"/>
              </a:solidFill>
            </a:ln>
          </c:spPr>
          <c:marker>
            <c:symbol val="none"/>
          </c:marker>
          <c:xVal>
            <c:numRef>
              <c:f>'Chart Data'!$E$2:$E$3</c:f>
              <c:numCache>
                <c:formatCode>General</c:formatCode>
                <c:ptCount val="2"/>
                <c:pt idx="0">
                  <c:v>4.44444444</c:v>
                </c:pt>
                <c:pt idx="1">
                  <c:v>4.44444444</c:v>
                </c:pt>
              </c:numCache>
            </c:numRef>
          </c:xVal>
          <c:yVal>
            <c:numRef>
              <c:f>'Chart Data'!$F$2:$F$3</c:f>
              <c:numCache>
                <c:formatCode>0</c:formatCode>
                <c:ptCount val="2"/>
                <c:pt idx="0">
                  <c:v>7</c:v>
                </c:pt>
                <c:pt idx="1">
                  <c:v>10</c:v>
                </c:pt>
              </c:numCache>
            </c:numRef>
          </c:yVal>
          <c:smooth val="0"/>
        </c:ser>
        <c:ser>
          <c:idx val="3"/>
          <c:order val="3"/>
          <c:tx>
            <c:v>O hatch</c:v>
          </c:tx>
          <c:spPr>
            <a:ln xmlns:a="http://schemas.openxmlformats.org/drawingml/2006/main" w="12383">
              <a:solidFill>
                <a:srgbClr val="C48D28"/>
              </a:solidFill>
            </a:ln>
          </c:spPr>
          <c:marker>
            <c:symbol val="none"/>
          </c:marker>
          <c:xVal>
            <c:numRef>
              <c:f>'Chart Data'!$G$2:$G$3</c:f>
              <c:numCache>
                <c:formatCode>General</c:formatCode>
                <c:ptCount val="2"/>
                <c:pt idx="0">
                  <c:v>6.66666667</c:v>
                </c:pt>
                <c:pt idx="1">
                  <c:v>6.66666667</c:v>
                </c:pt>
              </c:numCache>
            </c:numRef>
          </c:xVal>
          <c:yVal>
            <c:numRef>
              <c:f>'Chart Data'!$H$2:$H$3</c:f>
              <c:numCache>
                <c:formatCode>0</c:formatCode>
                <c:ptCount val="2"/>
                <c:pt idx="0">
                  <c:v>7</c:v>
                </c:pt>
                <c:pt idx="1">
                  <c:v>10</c:v>
                </c:pt>
              </c:numCache>
            </c:numRef>
          </c:yVal>
          <c:smooth val="0"/>
        </c:ser>
        <c:ser>
          <c:idx val="4"/>
          <c:order val="4"/>
          <c:tx>
            <c:v>O hatch</c:v>
          </c:tx>
          <c:spPr>
            <a:ln xmlns:a="http://schemas.openxmlformats.org/drawingml/2006/main" w="12383">
              <a:solidFill>
                <a:srgbClr val="C48D28"/>
              </a:solidFill>
            </a:ln>
          </c:spPr>
          <c:marker>
            <c:symbol val="none"/>
          </c:marker>
          <c:xVal>
            <c:numRef>
              <c:f>'Chart Data'!$I$2:$I$3</c:f>
              <c:numCache>
                <c:formatCode>General</c:formatCode>
                <c:ptCount val="2"/>
                <c:pt idx="0">
                  <c:v>8.88888889</c:v>
                </c:pt>
                <c:pt idx="1">
                  <c:v>8.88888889</c:v>
                </c:pt>
              </c:numCache>
            </c:numRef>
          </c:xVal>
          <c:yVal>
            <c:numRef>
              <c:f>'Chart Data'!$J$2:$J$3</c:f>
              <c:numCache>
                <c:formatCode>0</c:formatCode>
                <c:ptCount val="2"/>
                <c:pt idx="0">
                  <c:v>7</c:v>
                </c:pt>
                <c:pt idx="1">
                  <c:v>10</c:v>
                </c:pt>
              </c:numCache>
            </c:numRef>
          </c:yVal>
          <c:smooth val="0"/>
        </c:ser>
        <c:ser>
          <c:idx val="5"/>
          <c:order val="5"/>
          <c:tx>
            <c:v>O hatch</c:v>
          </c:tx>
          <c:spPr>
            <a:ln xmlns:a="http://schemas.openxmlformats.org/drawingml/2006/main" w="12383">
              <a:solidFill>
                <a:srgbClr val="C48D28"/>
              </a:solidFill>
            </a:ln>
          </c:spPr>
          <c:marker>
            <c:symbol val="none"/>
          </c:marker>
          <c:xVal>
            <c:numRef>
              <c:f>'Chart Data'!$K$2:$K$3</c:f>
              <c:numCache>
                <c:formatCode>General</c:formatCode>
                <c:ptCount val="2"/>
                <c:pt idx="0">
                  <c:v>11.11111111</c:v>
                </c:pt>
                <c:pt idx="1">
                  <c:v>11.11111111</c:v>
                </c:pt>
              </c:numCache>
            </c:numRef>
          </c:xVal>
          <c:yVal>
            <c:numRef>
              <c:f>'Chart Data'!$L$2:$L$3</c:f>
              <c:numCache>
                <c:formatCode>0</c:formatCode>
                <c:ptCount val="2"/>
                <c:pt idx="0">
                  <c:v>7</c:v>
                </c:pt>
                <c:pt idx="1">
                  <c:v>10</c:v>
                </c:pt>
              </c:numCache>
            </c:numRef>
          </c:yVal>
          <c:smooth val="0"/>
        </c:ser>
        <c:ser>
          <c:idx val="6"/>
          <c:order val="6"/>
          <c:tx>
            <c:v>O hatch</c:v>
          </c:tx>
          <c:spPr>
            <a:ln xmlns:a="http://schemas.openxmlformats.org/drawingml/2006/main" w="12383">
              <a:solidFill>
                <a:srgbClr val="C48D28"/>
              </a:solidFill>
            </a:ln>
          </c:spPr>
          <c:marker>
            <c:symbol val="none"/>
          </c:marker>
          <c:xVal>
            <c:numRef>
              <c:f>'Chart Data'!$M$2:$M$3</c:f>
              <c:numCache>
                <c:formatCode>General</c:formatCode>
                <c:ptCount val="2"/>
                <c:pt idx="0">
                  <c:v>13.33333333</c:v>
                </c:pt>
                <c:pt idx="1">
                  <c:v>13.33333333</c:v>
                </c:pt>
              </c:numCache>
            </c:numRef>
          </c:xVal>
          <c:yVal>
            <c:numRef>
              <c:f>'Chart Data'!$N$2:$N$3</c:f>
              <c:numCache>
                <c:formatCode>0</c:formatCode>
                <c:ptCount val="2"/>
                <c:pt idx="0">
                  <c:v>7</c:v>
                </c:pt>
                <c:pt idx="1">
                  <c:v>10</c:v>
                </c:pt>
              </c:numCache>
            </c:numRef>
          </c:yVal>
          <c:smooth val="0"/>
        </c:ser>
        <c:ser>
          <c:idx val="7"/>
          <c:order val="7"/>
          <c:tx>
            <c:v>O hatch</c:v>
          </c:tx>
          <c:spPr>
            <a:ln xmlns:a="http://schemas.openxmlformats.org/drawingml/2006/main" w="12383">
              <a:solidFill>
                <a:srgbClr val="C48D28"/>
              </a:solidFill>
            </a:ln>
          </c:spPr>
          <c:marker>
            <c:symbol val="none"/>
          </c:marker>
          <c:xVal>
            <c:numRef>
              <c:f>'Chart Data'!$O$2:$O$3</c:f>
              <c:numCache>
                <c:formatCode>General</c:formatCode>
                <c:ptCount val="2"/>
                <c:pt idx="0">
                  <c:v>15.55555556</c:v>
                </c:pt>
                <c:pt idx="1">
                  <c:v>15.55555556</c:v>
                </c:pt>
              </c:numCache>
            </c:numRef>
          </c:xVal>
          <c:yVal>
            <c:numRef>
              <c:f>'Chart Data'!$P$2:$P$3</c:f>
              <c:numCache>
                <c:formatCode>0</c:formatCode>
                <c:ptCount val="2"/>
                <c:pt idx="0">
                  <c:v>7</c:v>
                </c:pt>
                <c:pt idx="1">
                  <c:v>10</c:v>
                </c:pt>
              </c:numCache>
            </c:numRef>
          </c:yVal>
          <c:smooth val="0"/>
        </c:ser>
        <c:ser>
          <c:idx val="8"/>
          <c:order val="8"/>
          <c:tx>
            <c:v>O hatch</c:v>
          </c:tx>
          <c:spPr>
            <a:ln xmlns:a="http://schemas.openxmlformats.org/drawingml/2006/main" w="12383">
              <a:solidFill>
                <a:srgbClr val="C48D28"/>
              </a:solidFill>
            </a:ln>
          </c:spPr>
          <c:marker>
            <c:symbol val="none"/>
          </c:marker>
          <c:xVal>
            <c:numRef>
              <c:f>'Chart Data'!$Q$2:$Q$3</c:f>
              <c:numCache>
                <c:formatCode>General</c:formatCode>
                <c:ptCount val="2"/>
                <c:pt idx="0">
                  <c:v>17.77777778</c:v>
                </c:pt>
                <c:pt idx="1">
                  <c:v>17.77777778</c:v>
                </c:pt>
              </c:numCache>
            </c:numRef>
          </c:xVal>
          <c:yVal>
            <c:numRef>
              <c:f>'Chart Data'!$R$2:$R$3</c:f>
              <c:numCache>
                <c:formatCode>0</c:formatCode>
                <c:ptCount val="2"/>
                <c:pt idx="0">
                  <c:v>7</c:v>
                </c:pt>
                <c:pt idx="1">
                  <c:v>10</c:v>
                </c:pt>
              </c:numCache>
            </c:numRef>
          </c:yVal>
          <c:smooth val="0"/>
        </c:ser>
        <c:ser>
          <c:idx val="9"/>
          <c:order val="9"/>
          <c:tx>
            <c:v>O hatch</c:v>
          </c:tx>
          <c:spPr>
            <a:ln xmlns:a="http://schemas.openxmlformats.org/drawingml/2006/main" w="12383">
              <a:solidFill>
                <a:srgbClr val="C48D28"/>
              </a:solidFill>
            </a:ln>
          </c:spPr>
          <c:marker>
            <c:symbol val="none"/>
          </c:marker>
          <c:xVal>
            <c:numRef>
              <c:f>'Chart Data'!$S$2:$S$3</c:f>
              <c:numCache>
                <c:formatCode>General</c:formatCode>
                <c:ptCount val="2"/>
                <c:pt idx="0">
                  <c:v>20</c:v>
                </c:pt>
                <c:pt idx="1">
                  <c:v>20</c:v>
                </c:pt>
              </c:numCache>
            </c:numRef>
          </c:xVal>
          <c:yVal>
            <c:numRef>
              <c:f>'Chart Data'!$T$2:$T$3</c:f>
              <c:numCache>
                <c:formatCode>0</c:formatCode>
                <c:ptCount val="2"/>
                <c:pt idx="0">
                  <c:v>7</c:v>
                </c:pt>
                <c:pt idx="1">
                  <c:v>10</c:v>
                </c:pt>
              </c:numCache>
            </c:numRef>
          </c:yVal>
          <c:smooth val="0"/>
        </c:ser>
        <c:ser>
          <c:idx val="10"/>
          <c:order val="10"/>
          <c:tx>
            <c:v>O hatch</c:v>
          </c:tx>
          <c:spPr>
            <a:ln xmlns:a="http://schemas.openxmlformats.org/drawingml/2006/main" w="12383">
              <a:solidFill>
                <a:srgbClr val="C48D28"/>
              </a:solidFill>
            </a:ln>
          </c:spPr>
          <c:marker>
            <c:symbol val="none"/>
          </c:marker>
          <c:xVal>
            <c:numRef>
              <c:f>'Chart Data'!$U$2:$U$3</c:f>
              <c:numCache>
                <c:formatCode>General</c:formatCode>
                <c:ptCount val="2"/>
                <c:pt idx="0">
                  <c:v>22.22222222</c:v>
                </c:pt>
                <c:pt idx="1">
                  <c:v>22.22222222</c:v>
                </c:pt>
              </c:numCache>
            </c:numRef>
          </c:xVal>
          <c:yVal>
            <c:numRef>
              <c:f>'Chart Data'!$V$2:$V$3</c:f>
              <c:numCache>
                <c:formatCode>0</c:formatCode>
                <c:ptCount val="2"/>
                <c:pt idx="0">
                  <c:v>7</c:v>
                </c:pt>
                <c:pt idx="1">
                  <c:v>10</c:v>
                </c:pt>
              </c:numCache>
            </c:numRef>
          </c:yVal>
          <c:smooth val="0"/>
        </c:ser>
        <c:ser>
          <c:idx val="11"/>
          <c:order val="11"/>
          <c:tx>
            <c:v>O hatch</c:v>
          </c:tx>
          <c:spPr>
            <a:ln xmlns:a="http://schemas.openxmlformats.org/drawingml/2006/main" w="12383">
              <a:solidFill>
                <a:srgbClr val="C48D28"/>
              </a:solidFill>
            </a:ln>
          </c:spPr>
          <c:marker>
            <c:symbol val="none"/>
          </c:marker>
          <c:xVal>
            <c:numRef>
              <c:f>'Chart Data'!$W$2:$W$3</c:f>
              <c:numCache>
                <c:formatCode>General</c:formatCode>
                <c:ptCount val="2"/>
                <c:pt idx="0">
                  <c:v>24.44444444</c:v>
                </c:pt>
                <c:pt idx="1">
                  <c:v>24.44444444</c:v>
                </c:pt>
              </c:numCache>
            </c:numRef>
          </c:xVal>
          <c:yVal>
            <c:numRef>
              <c:f>'Chart Data'!$X$2:$X$3</c:f>
              <c:numCache>
                <c:formatCode>0</c:formatCode>
                <c:ptCount val="2"/>
                <c:pt idx="0">
                  <c:v>7</c:v>
                </c:pt>
                <c:pt idx="1">
                  <c:v>10</c:v>
                </c:pt>
              </c:numCache>
            </c:numRef>
          </c:yVal>
          <c:smooth val="0"/>
        </c:ser>
        <c:ser>
          <c:idx val="12"/>
          <c:order val="12"/>
          <c:tx>
            <c:v>O hatch</c:v>
          </c:tx>
          <c:spPr>
            <a:ln xmlns:a="http://schemas.openxmlformats.org/drawingml/2006/main" w="12383">
              <a:solidFill>
                <a:srgbClr val="C48D28"/>
              </a:solidFill>
            </a:ln>
          </c:spPr>
          <c:marker>
            <c:symbol val="none"/>
          </c:marker>
          <c:xVal>
            <c:numRef>
              <c:f>'Chart Data'!$Y$2:$Y$3</c:f>
              <c:numCache>
                <c:formatCode>General</c:formatCode>
                <c:ptCount val="2"/>
                <c:pt idx="0">
                  <c:v>26.66666667</c:v>
                </c:pt>
                <c:pt idx="1">
                  <c:v>26.66666667</c:v>
                </c:pt>
              </c:numCache>
            </c:numRef>
          </c:xVal>
          <c:yVal>
            <c:numRef>
              <c:f>'Chart Data'!$Z$2:$Z$3</c:f>
              <c:numCache>
                <c:formatCode>0</c:formatCode>
                <c:ptCount val="2"/>
                <c:pt idx="0">
                  <c:v>7</c:v>
                </c:pt>
                <c:pt idx="1">
                  <c:v>10</c:v>
                </c:pt>
              </c:numCache>
            </c:numRef>
          </c:yVal>
          <c:smooth val="0"/>
        </c:ser>
        <c:ser>
          <c:idx val="13"/>
          <c:order val="13"/>
          <c:tx>
            <c:v>O hatch</c:v>
          </c:tx>
          <c:spPr>
            <a:ln xmlns:a="http://schemas.openxmlformats.org/drawingml/2006/main" w="12383">
              <a:solidFill>
                <a:srgbClr val="C48D28"/>
              </a:solidFill>
            </a:ln>
          </c:spPr>
          <c:marker>
            <c:symbol val="none"/>
          </c:marker>
          <c:xVal>
            <c:numRef>
              <c:f>'Chart Data'!$AA$2:$AA$3</c:f>
              <c:numCache>
                <c:formatCode>General</c:formatCode>
                <c:ptCount val="2"/>
                <c:pt idx="0">
                  <c:v>28.88888889</c:v>
                </c:pt>
                <c:pt idx="1">
                  <c:v>28.88888889</c:v>
                </c:pt>
              </c:numCache>
            </c:numRef>
          </c:xVal>
          <c:yVal>
            <c:numRef>
              <c:f>'Chart Data'!$AB$2:$AB$3</c:f>
              <c:numCache>
                <c:formatCode>0</c:formatCode>
                <c:ptCount val="2"/>
                <c:pt idx="0">
                  <c:v>7</c:v>
                </c:pt>
                <c:pt idx="1">
                  <c:v>10</c:v>
                </c:pt>
              </c:numCache>
            </c:numRef>
          </c:yVal>
          <c:smooth val="0"/>
        </c:ser>
        <c:ser>
          <c:idx val="14"/>
          <c:order val="14"/>
          <c:tx>
            <c:v>O hatch</c:v>
          </c:tx>
          <c:spPr>
            <a:ln xmlns:a="http://schemas.openxmlformats.org/drawingml/2006/main" w="12383">
              <a:solidFill>
                <a:srgbClr val="C48D28"/>
              </a:solidFill>
            </a:ln>
          </c:spPr>
          <c:marker>
            <c:symbol val="none"/>
          </c:marker>
          <c:xVal>
            <c:numRef>
              <c:f>'Chart Data'!$AC$2:$AC$3</c:f>
              <c:numCache>
                <c:formatCode>General</c:formatCode>
                <c:ptCount val="2"/>
                <c:pt idx="0">
                  <c:v>31.11111111</c:v>
                </c:pt>
                <c:pt idx="1">
                  <c:v>31.11111111</c:v>
                </c:pt>
              </c:numCache>
            </c:numRef>
          </c:xVal>
          <c:yVal>
            <c:numRef>
              <c:f>'Chart Data'!$AD$2:$AD$3</c:f>
              <c:numCache>
                <c:formatCode>0</c:formatCode>
                <c:ptCount val="2"/>
                <c:pt idx="0">
                  <c:v>7</c:v>
                </c:pt>
                <c:pt idx="1">
                  <c:v>10</c:v>
                </c:pt>
              </c:numCache>
            </c:numRef>
          </c:yVal>
          <c:smooth val="0"/>
        </c:ser>
        <c:ser>
          <c:idx val="15"/>
          <c:order val="15"/>
          <c:tx>
            <c:v>O hatch</c:v>
          </c:tx>
          <c:spPr>
            <a:ln xmlns:a="http://schemas.openxmlformats.org/drawingml/2006/main" w="12383">
              <a:solidFill>
                <a:srgbClr val="C48D28"/>
              </a:solidFill>
            </a:ln>
          </c:spPr>
          <c:marker>
            <c:symbol val="none"/>
          </c:marker>
          <c:xVal>
            <c:numRef>
              <c:f>'Chart Data'!$AE$2:$AE$3</c:f>
              <c:numCache>
                <c:formatCode>General</c:formatCode>
                <c:ptCount val="2"/>
                <c:pt idx="0">
                  <c:v>33.33333333</c:v>
                </c:pt>
                <c:pt idx="1">
                  <c:v>33.33333333</c:v>
                </c:pt>
              </c:numCache>
            </c:numRef>
          </c:xVal>
          <c:yVal>
            <c:numRef>
              <c:f>'Chart Data'!$AF$2:$AF$3</c:f>
              <c:numCache>
                <c:formatCode>0</c:formatCode>
                <c:ptCount val="2"/>
                <c:pt idx="0">
                  <c:v>7</c:v>
                </c:pt>
                <c:pt idx="1">
                  <c:v>10</c:v>
                </c:pt>
              </c:numCache>
            </c:numRef>
          </c:yVal>
          <c:smooth val="0"/>
        </c:ser>
        <c:ser>
          <c:idx val="16"/>
          <c:order val="16"/>
          <c:tx>
            <c:v>O hatch</c:v>
          </c:tx>
          <c:spPr>
            <a:ln xmlns:a="http://schemas.openxmlformats.org/drawingml/2006/main" w="12383">
              <a:solidFill>
                <a:srgbClr val="C48D28"/>
              </a:solidFill>
            </a:ln>
          </c:spPr>
          <c:marker>
            <c:symbol val="none"/>
          </c:marker>
          <c:xVal>
            <c:numRef>
              <c:f>'Chart Data'!$AG$2:$AG$3</c:f>
              <c:numCache>
                <c:formatCode>General</c:formatCode>
                <c:ptCount val="2"/>
                <c:pt idx="0">
                  <c:v>35.55555556</c:v>
                </c:pt>
                <c:pt idx="1">
                  <c:v>35.55555556</c:v>
                </c:pt>
              </c:numCache>
            </c:numRef>
          </c:xVal>
          <c:yVal>
            <c:numRef>
              <c:f>'Chart Data'!$AH$2:$AH$3</c:f>
              <c:numCache>
                <c:formatCode>0</c:formatCode>
                <c:ptCount val="2"/>
                <c:pt idx="0">
                  <c:v>7</c:v>
                </c:pt>
                <c:pt idx="1">
                  <c:v>10</c:v>
                </c:pt>
              </c:numCache>
            </c:numRef>
          </c:yVal>
          <c:smooth val="0"/>
        </c:ser>
        <c:ser>
          <c:idx val="17"/>
          <c:order val="17"/>
          <c:tx>
            <c:v>O hatch</c:v>
          </c:tx>
          <c:spPr>
            <a:ln xmlns:a="http://schemas.openxmlformats.org/drawingml/2006/main" w="12383">
              <a:solidFill>
                <a:srgbClr val="C48D28"/>
              </a:solidFill>
            </a:ln>
          </c:spPr>
          <c:marker>
            <c:symbol val="none"/>
          </c:marker>
          <c:xVal>
            <c:numRef>
              <c:f>'Chart Data'!$AI$2:$AI$3</c:f>
              <c:numCache>
                <c:formatCode>General</c:formatCode>
                <c:ptCount val="2"/>
                <c:pt idx="0">
                  <c:v>37.77777778</c:v>
                </c:pt>
                <c:pt idx="1">
                  <c:v>37.77777778</c:v>
                </c:pt>
              </c:numCache>
            </c:numRef>
          </c:xVal>
          <c:yVal>
            <c:numRef>
              <c:f>'Chart Data'!$AJ$2:$AJ$3</c:f>
              <c:numCache>
                <c:formatCode>0</c:formatCode>
                <c:ptCount val="2"/>
                <c:pt idx="0">
                  <c:v>7</c:v>
                </c:pt>
                <c:pt idx="1">
                  <c:v>10</c:v>
                </c:pt>
              </c:numCache>
            </c:numRef>
          </c:yVal>
          <c:smooth val="0"/>
        </c:ser>
        <c:ser>
          <c:idx val="18"/>
          <c:order val="18"/>
          <c:tx>
            <c:v>O hatch</c:v>
          </c:tx>
          <c:spPr>
            <a:ln xmlns:a="http://schemas.openxmlformats.org/drawingml/2006/main" w="12383">
              <a:solidFill>
                <a:srgbClr val="C48D28"/>
              </a:solidFill>
            </a:ln>
          </c:spPr>
          <c:marker>
            <c:symbol val="none"/>
          </c:marker>
          <c:xVal>
            <c:numRef>
              <c:f>'Chart Data'!$AK$2:$AK$3</c:f>
              <c:numCache>
                <c:formatCode>General</c:formatCode>
                <c:ptCount val="2"/>
                <c:pt idx="0">
                  <c:v>40</c:v>
                </c:pt>
                <c:pt idx="1">
                  <c:v>40</c:v>
                </c:pt>
              </c:numCache>
            </c:numRef>
          </c:xVal>
          <c:yVal>
            <c:numRef>
              <c:f>'Chart Data'!$AL$2:$AL$3</c:f>
              <c:numCache>
                <c:formatCode>0</c:formatCode>
                <c:ptCount val="2"/>
                <c:pt idx="0">
                  <c:v>7</c:v>
                </c:pt>
                <c:pt idx="1">
                  <c:v>10</c:v>
                </c:pt>
              </c:numCache>
            </c:numRef>
          </c:yVal>
          <c:smooth val="0"/>
        </c:ser>
        <c:ser>
          <c:idx val="19"/>
          <c:order val="19"/>
          <c:tx>
            <c:v>O hatch</c:v>
          </c:tx>
          <c:spPr>
            <a:ln xmlns:a="http://schemas.openxmlformats.org/drawingml/2006/main" w="12383">
              <a:solidFill>
                <a:srgbClr val="C48D28"/>
              </a:solidFill>
            </a:ln>
          </c:spPr>
          <c:marker>
            <c:symbol val="none"/>
          </c:marker>
          <c:xVal>
            <c:numRef>
              <c:f>'Chart Data'!$AM$2:$AM$3</c:f>
              <c:numCache>
                <c:formatCode>General</c:formatCode>
                <c:ptCount val="2"/>
                <c:pt idx="0">
                  <c:v>42.22222222</c:v>
                </c:pt>
                <c:pt idx="1">
                  <c:v>42.22222222</c:v>
                </c:pt>
              </c:numCache>
            </c:numRef>
          </c:xVal>
          <c:yVal>
            <c:numRef>
              <c:f>'Chart Data'!$AN$2:$AN$3</c:f>
              <c:numCache>
                <c:formatCode>0</c:formatCode>
                <c:ptCount val="2"/>
                <c:pt idx="0">
                  <c:v>7</c:v>
                </c:pt>
                <c:pt idx="1">
                  <c:v>10</c:v>
                </c:pt>
              </c:numCache>
            </c:numRef>
          </c:yVal>
          <c:smooth val="0"/>
        </c:ser>
        <c:ser>
          <c:idx val="20"/>
          <c:order val="20"/>
          <c:tx>
            <c:v>O hatch</c:v>
          </c:tx>
          <c:spPr>
            <a:ln xmlns:a="http://schemas.openxmlformats.org/drawingml/2006/main" w="12383">
              <a:solidFill>
                <a:srgbClr val="C48D28"/>
              </a:solidFill>
            </a:ln>
          </c:spPr>
          <c:marker>
            <c:symbol val="none"/>
          </c:marker>
          <c:xVal>
            <c:numRef>
              <c:f>'Chart Data'!$AO$2:$AO$3</c:f>
              <c:numCache>
                <c:formatCode>General</c:formatCode>
                <c:ptCount val="2"/>
                <c:pt idx="0">
                  <c:v>44.44444444</c:v>
                </c:pt>
                <c:pt idx="1">
                  <c:v>44.44444444</c:v>
                </c:pt>
              </c:numCache>
            </c:numRef>
          </c:xVal>
          <c:yVal>
            <c:numRef>
              <c:f>'Chart Data'!$AP$2:$AP$3</c:f>
              <c:numCache>
                <c:formatCode>0</c:formatCode>
                <c:ptCount val="2"/>
                <c:pt idx="0">
                  <c:v>7</c:v>
                </c:pt>
                <c:pt idx="1">
                  <c:v>10</c:v>
                </c:pt>
              </c:numCache>
            </c:numRef>
          </c:yVal>
          <c:smooth val="0"/>
        </c:ser>
        <c:ser>
          <c:idx val="21"/>
          <c:order val="21"/>
          <c:tx>
            <c:v>O hatch</c:v>
          </c:tx>
          <c:spPr>
            <a:ln xmlns:a="http://schemas.openxmlformats.org/drawingml/2006/main" w="12383">
              <a:solidFill>
                <a:srgbClr val="C48D28"/>
              </a:solidFill>
            </a:ln>
          </c:spPr>
          <c:marker>
            <c:symbol val="none"/>
          </c:marker>
          <c:xVal>
            <c:numRef>
              <c:f>'Chart Data'!$AQ$2:$AQ$3</c:f>
              <c:numCache>
                <c:formatCode>General</c:formatCode>
                <c:ptCount val="2"/>
                <c:pt idx="0">
                  <c:v>46.66666667</c:v>
                </c:pt>
                <c:pt idx="1">
                  <c:v>46.66666667</c:v>
                </c:pt>
              </c:numCache>
            </c:numRef>
          </c:xVal>
          <c:yVal>
            <c:numRef>
              <c:f>'Chart Data'!$AR$2:$AR$3</c:f>
              <c:numCache>
                <c:formatCode>0</c:formatCode>
                <c:ptCount val="2"/>
                <c:pt idx="0">
                  <c:v>7</c:v>
                </c:pt>
                <c:pt idx="1">
                  <c:v>10</c:v>
                </c:pt>
              </c:numCache>
            </c:numRef>
          </c:yVal>
          <c:smooth val="0"/>
        </c:ser>
        <c:ser>
          <c:idx val="22"/>
          <c:order val="22"/>
          <c:tx>
            <c:v>O hatch</c:v>
          </c:tx>
          <c:spPr>
            <a:ln xmlns:a="http://schemas.openxmlformats.org/drawingml/2006/main" w="12383">
              <a:solidFill>
                <a:srgbClr val="C48D28"/>
              </a:solidFill>
            </a:ln>
          </c:spPr>
          <c:marker>
            <c:symbol val="none"/>
          </c:marker>
          <c:xVal>
            <c:numRef>
              <c:f>'Chart Data'!$AS$2:$AS$3</c:f>
              <c:numCache>
                <c:formatCode>General</c:formatCode>
                <c:ptCount val="2"/>
                <c:pt idx="0">
                  <c:v>48.88888889</c:v>
                </c:pt>
                <c:pt idx="1">
                  <c:v>48.88888889</c:v>
                </c:pt>
              </c:numCache>
            </c:numRef>
          </c:xVal>
          <c:yVal>
            <c:numRef>
              <c:f>'Chart Data'!$AT$2:$AT$3</c:f>
              <c:numCache>
                <c:formatCode>0</c:formatCode>
                <c:ptCount val="2"/>
                <c:pt idx="0">
                  <c:v>7</c:v>
                </c:pt>
                <c:pt idx="1">
                  <c:v>10</c:v>
                </c:pt>
              </c:numCache>
            </c:numRef>
          </c:yVal>
          <c:smooth val="0"/>
        </c:ser>
        <c:ser>
          <c:idx val="23"/>
          <c:order val="23"/>
          <c:tx>
            <c:v>guide Q</c:v>
          </c:tx>
          <c:spPr>
            <a:ln xmlns:a="http://schemas.openxmlformats.org/drawingml/2006/main" w="14288">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Qt = 50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Data'!$AU$2:$AU$3</c:f>
              <c:numCache>
                <c:formatCode>General</c:formatCode>
                <c:ptCount val="2"/>
                <c:pt idx="0">
                  <c:v>50</c:v>
                </c:pt>
                <c:pt idx="1">
                  <c:v>50</c:v>
                </c:pt>
              </c:numCache>
            </c:numRef>
          </c:xVal>
          <c:yVal>
            <c:numRef>
              <c:f>'Chart Data'!$AV$2:$AV$3</c:f>
              <c:numCache>
                <c:formatCode>0</c:formatCode>
                <c:ptCount val="2"/>
                <c:pt idx="0">
                  <c:v>0</c:v>
                </c:pt>
                <c:pt idx="1">
                  <c:v>10</c:v>
                </c:pt>
              </c:numCache>
            </c:numRef>
          </c:yVal>
          <c:smooth val="0"/>
        </c:ser>
        <c:ser>
          <c:idx val="24"/>
          <c:order val="24"/>
          <c:tx>
            <c:v>guide Pc</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Pc = 10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Data'!$AW$2:$AW$3</c:f>
              <c:numCache>
                <c:formatCode>General</c:formatCode>
                <c:ptCount val="2"/>
                <c:pt idx="0">
                  <c:v>0</c:v>
                </c:pt>
                <c:pt idx="1">
                  <c:v>50</c:v>
                </c:pt>
              </c:numCache>
            </c:numRef>
          </c:xVal>
          <c:yVal>
            <c:numRef>
              <c:f>'Chart Data'!$AX$2:$AX$3</c:f>
              <c:numCache>
                <c:formatCode>0</c:formatCode>
                <c:ptCount val="2"/>
                <c:pt idx="0">
                  <c:v>10</c:v>
                </c:pt>
                <c:pt idx="1">
                  <c:v>10</c:v>
                </c:pt>
              </c:numCache>
            </c:numRef>
          </c:yVal>
          <c:smooth val="0"/>
        </c:ser>
        <c:ser>
          <c:idx val="25"/>
          <c:order val="25"/>
          <c:tx>
            <c:v>guide Pp</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Pp = 7</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Data'!$AY$2:$AY$3</c:f>
              <c:numCache>
                <c:formatCode>General</c:formatCode>
                <c:ptCount val="2"/>
                <c:pt idx="0">
                  <c:v>0</c:v>
                </c:pt>
                <c:pt idx="1">
                  <c:v>50</c:v>
                </c:pt>
              </c:numCache>
            </c:numRef>
          </c:xVal>
          <c:yVal>
            <c:numRef>
              <c:f>'Chart Data'!$AZ$2:$AZ$3</c:f>
              <c:numCache>
                <c:formatCode>0</c:formatCode>
                <c:ptCount val="2"/>
                <c:pt idx="0">
                  <c:v>7</c:v>
                </c:pt>
                <c:pt idx="1">
                  <c:v>7</c:v>
                </c:pt>
              </c:numCache>
            </c:numRef>
          </c:yVal>
          <c:smooth val="0"/>
        </c:ser>
        <c:ser>
          <c:idx val="26"/>
          <c:order val="26"/>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Data'!$BA$2:$BA$3</c:f>
              <c:numCache>
                <c:formatCode>General</c:formatCode>
                <c:ptCount val="2"/>
                <c:pt idx="0">
                  <c:v>0</c:v>
                </c:pt>
                <c:pt idx="1">
                  <c:v>100</c:v>
                </c:pt>
              </c:numCache>
            </c:numRef>
          </c:xVal>
          <c:yVal>
            <c:numRef>
              <c:f>'Chart Data'!$BB$2:$BB$3</c:f>
              <c:numCache>
                <c:formatCode>0</c:formatCode>
                <c:ptCount val="2"/>
                <c:pt idx="0">
                  <c:v>20</c:v>
                </c:pt>
                <c:pt idx="1">
                  <c:v>0</c:v>
                </c:pt>
              </c:numCache>
            </c:numRef>
          </c:yVal>
          <c:smooth val="0"/>
        </c:ser>
        <c:ser>
          <c:idx val="27"/>
          <c:order val="27"/>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Data'!$BC$2:$BC$3</c:f>
              <c:numCache>
                <c:formatCode>General</c:formatCode>
                <c:ptCount val="2"/>
                <c:pt idx="0">
                  <c:v>0</c:v>
                </c:pt>
                <c:pt idx="1">
                  <c:v>100</c:v>
                </c:pt>
              </c:numCache>
            </c:numRef>
          </c:xVal>
          <c:yVal>
            <c:numRef>
              <c:f>'Chart Data'!$BD$2:$BD$3</c:f>
              <c:numCache>
                <c:formatCode>0</c:formatCode>
                <c:ptCount val="2"/>
                <c:pt idx="0">
                  <c:v>2</c:v>
                </c:pt>
                <c:pt idx="1">
                  <c:v>12</c:v>
                </c:pt>
              </c:numCache>
            </c:numRef>
          </c:yVal>
          <c:smooth val="0"/>
        </c:ser>
        <c:ser>
          <c:idx val="28"/>
          <c:order val="28"/>
          <c:tx>
            <c:v>A + t</c:v>
          </c:tx>
          <c:spPr>
            <a:ln xmlns:a="http://schemas.openxmlformats.org/drawingml/2006/main" w="28575">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 + t</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Data'!$BE$2:$BE$3</c:f>
              <c:numCache>
                <c:formatCode>General</c:formatCode>
                <c:ptCount val="2"/>
                <c:pt idx="0">
                  <c:v>0</c:v>
                </c:pt>
                <c:pt idx="1">
                  <c:v>100</c:v>
                </c:pt>
              </c:numCache>
            </c:numRef>
          </c:xVal>
          <c:yVal>
            <c:numRef>
              <c:f>'Chart Data'!$BF$2:$BF$3</c:f>
              <c:numCache>
                <c:formatCode>0</c:formatCode>
                <c:ptCount val="2"/>
                <c:pt idx="0">
                  <c:v>5</c:v>
                </c:pt>
                <c:pt idx="1">
                  <c:v>15</c:v>
                </c:pt>
              </c:numCache>
            </c:numRef>
          </c:yVal>
          <c:smooth val="0"/>
        </c:ser>
        <c:ser>
          <c:idx val="29"/>
          <c:order val="29"/>
          <c:tx>
            <c:v>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O</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Data'!$BG$2:$BG$2</c:f>
              <c:numCache>
                <c:formatCode>General</c:formatCode>
                <c:ptCount val="1"/>
                <c:pt idx="0">
                  <c:v>20</c:v>
                </c:pt>
              </c:numCache>
            </c:numRef>
          </c:xVal>
          <c:yVal>
            <c:numRef>
              <c:f>'Chart Data'!$BH$2:$BH$2</c:f>
              <c:numCache>
                <c:formatCode>0</c:formatCode>
                <c:ptCount val="1"/>
                <c:pt idx="0">
                  <c:v>8.5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
        <c:ser>
          <c:idx val="0"/>
          <c:order val="0"/>
          <c:tx>
            <c:v>O boundary</c:v>
          </c:tx>
          <c:spPr>
            <a:ln xmlns:a="http://schemas.openxmlformats.org/drawingml/2006/main" w="23813">
              <a:solidFill>
                <a:srgbClr val="C48D28"/>
              </a:solidFill>
            </a:ln>
          </c:spPr>
          <c:marker>
            <c:symbol val="none"/>
          </c:marker>
          <c:xVal>
            <c:numRef>
              <c:f>'Chart Data'!$A$2:$A$6</c:f>
              <c:numCache>
                <c:formatCode>General</c:formatCode>
                <c:ptCount val="5"/>
                <c:pt idx="0">
                  <c:v>0</c:v>
                </c:pt>
                <c:pt idx="1">
                  <c:v>50</c:v>
                </c:pt>
                <c:pt idx="2">
                  <c:v>50</c:v>
                </c:pt>
                <c:pt idx="3">
                  <c:v>0</c:v>
                </c:pt>
                <c:pt idx="4">
                  <c:v>0</c:v>
                </c:pt>
              </c:numCache>
            </c:numRef>
          </c:xVal>
          <c:yVal>
            <c:numRef>
              <c:f>'Chart Data'!$B$2:$B$6</c:f>
              <c:numCache>
                <c:formatCode>0</c:formatCode>
                <c:ptCount val="5"/>
                <c:pt idx="0">
                  <c:v>7</c:v>
                </c:pt>
                <c:pt idx="1">
                  <c:v>7</c:v>
                </c:pt>
                <c:pt idx="2">
                  <c:v>10</c:v>
                </c:pt>
                <c:pt idx="3">
                  <c:v>10</c:v>
                </c:pt>
                <c:pt idx="4">
                  <c:v>7</c:v>
                </c:pt>
              </c:numCache>
            </c:numRef>
          </c:yVal>
          <c:smooth val="0"/>
        </c:ser>
        <c:ser>
          <c:idx val="1"/>
          <c:order val="1"/>
          <c:tx>
            <c:v>O hatch</c:v>
          </c:tx>
          <c:spPr>
            <a:ln xmlns:a="http://schemas.openxmlformats.org/drawingml/2006/main" w="12383">
              <a:solidFill>
                <a:srgbClr val="C48D28"/>
              </a:solidFill>
            </a:ln>
          </c:spPr>
          <c:marker>
            <c:symbol val="none"/>
          </c:marker>
          <c:xVal>
            <c:numRef>
              <c:f>'Chart Data'!$C$2:$C$3</c:f>
              <c:numCache>
                <c:formatCode>General</c:formatCode>
                <c:ptCount val="2"/>
                <c:pt idx="0">
                  <c:v>2.22222222</c:v>
                </c:pt>
                <c:pt idx="1">
                  <c:v>2.22222222</c:v>
                </c:pt>
              </c:numCache>
            </c:numRef>
          </c:xVal>
          <c:yVal>
            <c:numRef>
              <c:f>'Chart Data'!$D$2:$D$3</c:f>
              <c:numCache>
                <c:formatCode>0</c:formatCode>
                <c:ptCount val="2"/>
                <c:pt idx="0">
                  <c:v>7</c:v>
                </c:pt>
                <c:pt idx="1">
                  <c:v>10</c:v>
                </c:pt>
              </c:numCache>
            </c:numRef>
          </c:yVal>
          <c:smooth val="0"/>
        </c:ser>
        <c:ser>
          <c:idx val="2"/>
          <c:order val="2"/>
          <c:tx>
            <c:v>O hatch</c:v>
          </c:tx>
          <c:spPr>
            <a:ln xmlns:a="http://schemas.openxmlformats.org/drawingml/2006/main" w="12383">
              <a:solidFill>
                <a:srgbClr val="C48D28"/>
              </a:solidFill>
            </a:ln>
          </c:spPr>
          <c:marker>
            <c:symbol val="none"/>
          </c:marker>
          <c:xVal>
            <c:numRef>
              <c:f>'Chart Data'!$E$2:$E$3</c:f>
              <c:numCache>
                <c:formatCode>General</c:formatCode>
                <c:ptCount val="2"/>
                <c:pt idx="0">
                  <c:v>4.44444444</c:v>
                </c:pt>
                <c:pt idx="1">
                  <c:v>4.44444444</c:v>
                </c:pt>
              </c:numCache>
            </c:numRef>
          </c:xVal>
          <c:yVal>
            <c:numRef>
              <c:f>'Chart Data'!$F$2:$F$3</c:f>
              <c:numCache>
                <c:formatCode>0</c:formatCode>
                <c:ptCount val="2"/>
                <c:pt idx="0">
                  <c:v>7</c:v>
                </c:pt>
                <c:pt idx="1">
                  <c:v>10</c:v>
                </c:pt>
              </c:numCache>
            </c:numRef>
          </c:yVal>
          <c:smooth val="0"/>
        </c:ser>
        <c:ser>
          <c:idx val="3"/>
          <c:order val="3"/>
          <c:tx>
            <c:v>O hatch</c:v>
          </c:tx>
          <c:spPr>
            <a:ln xmlns:a="http://schemas.openxmlformats.org/drawingml/2006/main" w="12383">
              <a:solidFill>
                <a:srgbClr val="C48D28"/>
              </a:solidFill>
            </a:ln>
          </c:spPr>
          <c:marker>
            <c:symbol val="none"/>
          </c:marker>
          <c:xVal>
            <c:numRef>
              <c:f>'Chart Data'!$G$2:$G$3</c:f>
              <c:numCache>
                <c:formatCode>General</c:formatCode>
                <c:ptCount val="2"/>
                <c:pt idx="0">
                  <c:v>6.66666667</c:v>
                </c:pt>
                <c:pt idx="1">
                  <c:v>6.66666667</c:v>
                </c:pt>
              </c:numCache>
            </c:numRef>
          </c:xVal>
          <c:yVal>
            <c:numRef>
              <c:f>'Chart Data'!$H$2:$H$3</c:f>
              <c:numCache>
                <c:formatCode>0</c:formatCode>
                <c:ptCount val="2"/>
                <c:pt idx="0">
                  <c:v>7</c:v>
                </c:pt>
                <c:pt idx="1">
                  <c:v>10</c:v>
                </c:pt>
              </c:numCache>
            </c:numRef>
          </c:yVal>
          <c:smooth val="0"/>
        </c:ser>
        <c:ser>
          <c:idx val="4"/>
          <c:order val="4"/>
          <c:tx>
            <c:v>O hatch</c:v>
          </c:tx>
          <c:spPr>
            <a:ln xmlns:a="http://schemas.openxmlformats.org/drawingml/2006/main" w="12383">
              <a:solidFill>
                <a:srgbClr val="C48D28"/>
              </a:solidFill>
            </a:ln>
          </c:spPr>
          <c:marker>
            <c:symbol val="none"/>
          </c:marker>
          <c:xVal>
            <c:numRef>
              <c:f>'Chart Data'!$I$2:$I$3</c:f>
              <c:numCache>
                <c:formatCode>General</c:formatCode>
                <c:ptCount val="2"/>
                <c:pt idx="0">
                  <c:v>8.88888889</c:v>
                </c:pt>
                <c:pt idx="1">
                  <c:v>8.88888889</c:v>
                </c:pt>
              </c:numCache>
            </c:numRef>
          </c:xVal>
          <c:yVal>
            <c:numRef>
              <c:f>'Chart Data'!$J$2:$J$3</c:f>
              <c:numCache>
                <c:formatCode>0</c:formatCode>
                <c:ptCount val="2"/>
                <c:pt idx="0">
                  <c:v>7</c:v>
                </c:pt>
                <c:pt idx="1">
                  <c:v>10</c:v>
                </c:pt>
              </c:numCache>
            </c:numRef>
          </c:yVal>
          <c:smooth val="0"/>
        </c:ser>
        <c:ser>
          <c:idx val="5"/>
          <c:order val="5"/>
          <c:tx>
            <c:v>O hatch</c:v>
          </c:tx>
          <c:spPr>
            <a:ln xmlns:a="http://schemas.openxmlformats.org/drawingml/2006/main" w="12383">
              <a:solidFill>
                <a:srgbClr val="C48D28"/>
              </a:solidFill>
            </a:ln>
          </c:spPr>
          <c:marker>
            <c:symbol val="none"/>
          </c:marker>
          <c:xVal>
            <c:numRef>
              <c:f>'Chart Data'!$K$2:$K$3</c:f>
              <c:numCache>
                <c:formatCode>General</c:formatCode>
                <c:ptCount val="2"/>
                <c:pt idx="0">
                  <c:v>11.11111111</c:v>
                </c:pt>
                <c:pt idx="1">
                  <c:v>11.11111111</c:v>
                </c:pt>
              </c:numCache>
            </c:numRef>
          </c:xVal>
          <c:yVal>
            <c:numRef>
              <c:f>'Chart Data'!$L$2:$L$3</c:f>
              <c:numCache>
                <c:formatCode>0</c:formatCode>
                <c:ptCount val="2"/>
                <c:pt idx="0">
                  <c:v>7</c:v>
                </c:pt>
                <c:pt idx="1">
                  <c:v>10</c:v>
                </c:pt>
              </c:numCache>
            </c:numRef>
          </c:yVal>
          <c:smooth val="0"/>
        </c:ser>
        <c:ser>
          <c:idx val="6"/>
          <c:order val="6"/>
          <c:tx>
            <c:v>O hatch</c:v>
          </c:tx>
          <c:spPr>
            <a:ln xmlns:a="http://schemas.openxmlformats.org/drawingml/2006/main" w="12383">
              <a:solidFill>
                <a:srgbClr val="C48D28"/>
              </a:solidFill>
            </a:ln>
          </c:spPr>
          <c:marker>
            <c:symbol val="none"/>
          </c:marker>
          <c:xVal>
            <c:numRef>
              <c:f>'Chart Data'!$M$2:$M$3</c:f>
              <c:numCache>
                <c:formatCode>General</c:formatCode>
                <c:ptCount val="2"/>
                <c:pt idx="0">
                  <c:v>13.33333333</c:v>
                </c:pt>
                <c:pt idx="1">
                  <c:v>13.33333333</c:v>
                </c:pt>
              </c:numCache>
            </c:numRef>
          </c:xVal>
          <c:yVal>
            <c:numRef>
              <c:f>'Chart Data'!$N$2:$N$3</c:f>
              <c:numCache>
                <c:formatCode>0</c:formatCode>
                <c:ptCount val="2"/>
                <c:pt idx="0">
                  <c:v>7</c:v>
                </c:pt>
                <c:pt idx="1">
                  <c:v>10</c:v>
                </c:pt>
              </c:numCache>
            </c:numRef>
          </c:yVal>
          <c:smooth val="0"/>
        </c:ser>
        <c:ser>
          <c:idx val="7"/>
          <c:order val="7"/>
          <c:tx>
            <c:v>O hatch</c:v>
          </c:tx>
          <c:spPr>
            <a:ln xmlns:a="http://schemas.openxmlformats.org/drawingml/2006/main" w="12383">
              <a:solidFill>
                <a:srgbClr val="C48D28"/>
              </a:solidFill>
            </a:ln>
          </c:spPr>
          <c:marker>
            <c:symbol val="none"/>
          </c:marker>
          <c:xVal>
            <c:numRef>
              <c:f>'Chart Data'!$O$2:$O$3</c:f>
              <c:numCache>
                <c:formatCode>General</c:formatCode>
                <c:ptCount val="2"/>
                <c:pt idx="0">
                  <c:v>15.55555556</c:v>
                </c:pt>
                <c:pt idx="1">
                  <c:v>15.55555556</c:v>
                </c:pt>
              </c:numCache>
            </c:numRef>
          </c:xVal>
          <c:yVal>
            <c:numRef>
              <c:f>'Chart Data'!$P$2:$P$3</c:f>
              <c:numCache>
                <c:formatCode>0</c:formatCode>
                <c:ptCount val="2"/>
                <c:pt idx="0">
                  <c:v>7</c:v>
                </c:pt>
                <c:pt idx="1">
                  <c:v>10</c:v>
                </c:pt>
              </c:numCache>
            </c:numRef>
          </c:yVal>
          <c:smooth val="0"/>
        </c:ser>
        <c:ser>
          <c:idx val="8"/>
          <c:order val="8"/>
          <c:tx>
            <c:v>O hatch</c:v>
          </c:tx>
          <c:spPr>
            <a:ln xmlns:a="http://schemas.openxmlformats.org/drawingml/2006/main" w="12383">
              <a:solidFill>
                <a:srgbClr val="C48D28"/>
              </a:solidFill>
            </a:ln>
          </c:spPr>
          <c:marker>
            <c:symbol val="none"/>
          </c:marker>
          <c:xVal>
            <c:numRef>
              <c:f>'Chart Data'!$Q$2:$Q$3</c:f>
              <c:numCache>
                <c:formatCode>General</c:formatCode>
                <c:ptCount val="2"/>
                <c:pt idx="0">
                  <c:v>17.77777778</c:v>
                </c:pt>
                <c:pt idx="1">
                  <c:v>17.77777778</c:v>
                </c:pt>
              </c:numCache>
            </c:numRef>
          </c:xVal>
          <c:yVal>
            <c:numRef>
              <c:f>'Chart Data'!$R$2:$R$3</c:f>
              <c:numCache>
                <c:formatCode>0</c:formatCode>
                <c:ptCount val="2"/>
                <c:pt idx="0">
                  <c:v>7</c:v>
                </c:pt>
                <c:pt idx="1">
                  <c:v>10</c:v>
                </c:pt>
              </c:numCache>
            </c:numRef>
          </c:yVal>
          <c:smooth val="0"/>
        </c:ser>
        <c:ser>
          <c:idx val="9"/>
          <c:order val="9"/>
          <c:tx>
            <c:v>O hatch</c:v>
          </c:tx>
          <c:spPr>
            <a:ln xmlns:a="http://schemas.openxmlformats.org/drawingml/2006/main" w="12383">
              <a:solidFill>
                <a:srgbClr val="C48D28"/>
              </a:solidFill>
            </a:ln>
          </c:spPr>
          <c:marker>
            <c:symbol val="none"/>
          </c:marker>
          <c:xVal>
            <c:numRef>
              <c:f>'Chart Data'!$S$2:$S$3</c:f>
              <c:numCache>
                <c:formatCode>General</c:formatCode>
                <c:ptCount val="2"/>
                <c:pt idx="0">
                  <c:v>20</c:v>
                </c:pt>
                <c:pt idx="1">
                  <c:v>20</c:v>
                </c:pt>
              </c:numCache>
            </c:numRef>
          </c:xVal>
          <c:yVal>
            <c:numRef>
              <c:f>'Chart Data'!$T$2:$T$3</c:f>
              <c:numCache>
                <c:formatCode>0</c:formatCode>
                <c:ptCount val="2"/>
                <c:pt idx="0">
                  <c:v>7</c:v>
                </c:pt>
                <c:pt idx="1">
                  <c:v>10</c:v>
                </c:pt>
              </c:numCache>
            </c:numRef>
          </c:yVal>
          <c:smooth val="0"/>
        </c:ser>
        <c:ser>
          <c:idx val="10"/>
          <c:order val="10"/>
          <c:tx>
            <c:v>O hatch</c:v>
          </c:tx>
          <c:spPr>
            <a:ln xmlns:a="http://schemas.openxmlformats.org/drawingml/2006/main" w="12383">
              <a:solidFill>
                <a:srgbClr val="C48D28"/>
              </a:solidFill>
            </a:ln>
          </c:spPr>
          <c:marker>
            <c:symbol val="none"/>
          </c:marker>
          <c:xVal>
            <c:numRef>
              <c:f>'Chart Data'!$U$2:$U$3</c:f>
              <c:numCache>
                <c:formatCode>General</c:formatCode>
                <c:ptCount val="2"/>
                <c:pt idx="0">
                  <c:v>22.22222222</c:v>
                </c:pt>
                <c:pt idx="1">
                  <c:v>22.22222222</c:v>
                </c:pt>
              </c:numCache>
            </c:numRef>
          </c:xVal>
          <c:yVal>
            <c:numRef>
              <c:f>'Chart Data'!$V$2:$V$3</c:f>
              <c:numCache>
                <c:formatCode>0</c:formatCode>
                <c:ptCount val="2"/>
                <c:pt idx="0">
                  <c:v>7</c:v>
                </c:pt>
                <c:pt idx="1">
                  <c:v>10</c:v>
                </c:pt>
              </c:numCache>
            </c:numRef>
          </c:yVal>
          <c:smooth val="0"/>
        </c:ser>
        <c:ser>
          <c:idx val="11"/>
          <c:order val="11"/>
          <c:tx>
            <c:v>O hatch</c:v>
          </c:tx>
          <c:spPr>
            <a:ln xmlns:a="http://schemas.openxmlformats.org/drawingml/2006/main" w="12383">
              <a:solidFill>
                <a:srgbClr val="C48D28"/>
              </a:solidFill>
            </a:ln>
          </c:spPr>
          <c:marker>
            <c:symbol val="none"/>
          </c:marker>
          <c:xVal>
            <c:numRef>
              <c:f>'Chart Data'!$W$2:$W$3</c:f>
              <c:numCache>
                <c:formatCode>General</c:formatCode>
                <c:ptCount val="2"/>
                <c:pt idx="0">
                  <c:v>24.44444444</c:v>
                </c:pt>
                <c:pt idx="1">
                  <c:v>24.44444444</c:v>
                </c:pt>
              </c:numCache>
            </c:numRef>
          </c:xVal>
          <c:yVal>
            <c:numRef>
              <c:f>'Chart Data'!$X$2:$X$3</c:f>
              <c:numCache>
                <c:formatCode>0</c:formatCode>
                <c:ptCount val="2"/>
                <c:pt idx="0">
                  <c:v>7</c:v>
                </c:pt>
                <c:pt idx="1">
                  <c:v>10</c:v>
                </c:pt>
              </c:numCache>
            </c:numRef>
          </c:yVal>
          <c:smooth val="0"/>
        </c:ser>
        <c:ser>
          <c:idx val="12"/>
          <c:order val="12"/>
          <c:tx>
            <c:v>O hatch</c:v>
          </c:tx>
          <c:spPr>
            <a:ln xmlns:a="http://schemas.openxmlformats.org/drawingml/2006/main" w="12383">
              <a:solidFill>
                <a:srgbClr val="C48D28"/>
              </a:solidFill>
            </a:ln>
          </c:spPr>
          <c:marker>
            <c:symbol val="none"/>
          </c:marker>
          <c:xVal>
            <c:numRef>
              <c:f>'Chart Data'!$Y$2:$Y$3</c:f>
              <c:numCache>
                <c:formatCode>General</c:formatCode>
                <c:ptCount val="2"/>
                <c:pt idx="0">
                  <c:v>26.66666667</c:v>
                </c:pt>
                <c:pt idx="1">
                  <c:v>26.66666667</c:v>
                </c:pt>
              </c:numCache>
            </c:numRef>
          </c:xVal>
          <c:yVal>
            <c:numRef>
              <c:f>'Chart Data'!$Z$2:$Z$3</c:f>
              <c:numCache>
                <c:formatCode>0</c:formatCode>
                <c:ptCount val="2"/>
                <c:pt idx="0">
                  <c:v>7</c:v>
                </c:pt>
                <c:pt idx="1">
                  <c:v>10</c:v>
                </c:pt>
              </c:numCache>
            </c:numRef>
          </c:yVal>
          <c:smooth val="0"/>
        </c:ser>
        <c:ser>
          <c:idx val="13"/>
          <c:order val="13"/>
          <c:tx>
            <c:v>O hatch</c:v>
          </c:tx>
          <c:spPr>
            <a:ln xmlns:a="http://schemas.openxmlformats.org/drawingml/2006/main" w="12383">
              <a:solidFill>
                <a:srgbClr val="C48D28"/>
              </a:solidFill>
            </a:ln>
          </c:spPr>
          <c:marker>
            <c:symbol val="none"/>
          </c:marker>
          <c:xVal>
            <c:numRef>
              <c:f>'Chart Data'!$AA$2:$AA$3</c:f>
              <c:numCache>
                <c:formatCode>General</c:formatCode>
                <c:ptCount val="2"/>
                <c:pt idx="0">
                  <c:v>28.88888889</c:v>
                </c:pt>
                <c:pt idx="1">
                  <c:v>28.88888889</c:v>
                </c:pt>
              </c:numCache>
            </c:numRef>
          </c:xVal>
          <c:yVal>
            <c:numRef>
              <c:f>'Chart Data'!$AB$2:$AB$3</c:f>
              <c:numCache>
                <c:formatCode>0</c:formatCode>
                <c:ptCount val="2"/>
                <c:pt idx="0">
                  <c:v>7</c:v>
                </c:pt>
                <c:pt idx="1">
                  <c:v>10</c:v>
                </c:pt>
              </c:numCache>
            </c:numRef>
          </c:yVal>
          <c:smooth val="0"/>
        </c:ser>
        <c:ser>
          <c:idx val="14"/>
          <c:order val="14"/>
          <c:tx>
            <c:v>O hatch</c:v>
          </c:tx>
          <c:spPr>
            <a:ln xmlns:a="http://schemas.openxmlformats.org/drawingml/2006/main" w="12383">
              <a:solidFill>
                <a:srgbClr val="C48D28"/>
              </a:solidFill>
            </a:ln>
          </c:spPr>
          <c:marker>
            <c:symbol val="none"/>
          </c:marker>
          <c:xVal>
            <c:numRef>
              <c:f>'Chart Data'!$AC$2:$AC$3</c:f>
              <c:numCache>
                <c:formatCode>General</c:formatCode>
                <c:ptCount val="2"/>
                <c:pt idx="0">
                  <c:v>31.11111111</c:v>
                </c:pt>
                <c:pt idx="1">
                  <c:v>31.11111111</c:v>
                </c:pt>
              </c:numCache>
            </c:numRef>
          </c:xVal>
          <c:yVal>
            <c:numRef>
              <c:f>'Chart Data'!$AD$2:$AD$3</c:f>
              <c:numCache>
                <c:formatCode>0</c:formatCode>
                <c:ptCount val="2"/>
                <c:pt idx="0">
                  <c:v>7</c:v>
                </c:pt>
                <c:pt idx="1">
                  <c:v>10</c:v>
                </c:pt>
              </c:numCache>
            </c:numRef>
          </c:yVal>
          <c:smooth val="0"/>
        </c:ser>
        <c:ser>
          <c:idx val="15"/>
          <c:order val="15"/>
          <c:tx>
            <c:v>O hatch</c:v>
          </c:tx>
          <c:spPr>
            <a:ln xmlns:a="http://schemas.openxmlformats.org/drawingml/2006/main" w="12383">
              <a:solidFill>
                <a:srgbClr val="C48D28"/>
              </a:solidFill>
            </a:ln>
          </c:spPr>
          <c:marker>
            <c:symbol val="none"/>
          </c:marker>
          <c:xVal>
            <c:numRef>
              <c:f>'Chart Data'!$AE$2:$AE$3</c:f>
              <c:numCache>
                <c:formatCode>General</c:formatCode>
                <c:ptCount val="2"/>
                <c:pt idx="0">
                  <c:v>33.33333333</c:v>
                </c:pt>
                <c:pt idx="1">
                  <c:v>33.33333333</c:v>
                </c:pt>
              </c:numCache>
            </c:numRef>
          </c:xVal>
          <c:yVal>
            <c:numRef>
              <c:f>'Chart Data'!$AF$2:$AF$3</c:f>
              <c:numCache>
                <c:formatCode>0</c:formatCode>
                <c:ptCount val="2"/>
                <c:pt idx="0">
                  <c:v>7</c:v>
                </c:pt>
                <c:pt idx="1">
                  <c:v>10</c:v>
                </c:pt>
              </c:numCache>
            </c:numRef>
          </c:yVal>
          <c:smooth val="0"/>
        </c:ser>
        <c:ser>
          <c:idx val="16"/>
          <c:order val="16"/>
          <c:tx>
            <c:v>O hatch</c:v>
          </c:tx>
          <c:spPr>
            <a:ln xmlns:a="http://schemas.openxmlformats.org/drawingml/2006/main" w="12383">
              <a:solidFill>
                <a:srgbClr val="C48D28"/>
              </a:solidFill>
            </a:ln>
          </c:spPr>
          <c:marker>
            <c:symbol val="none"/>
          </c:marker>
          <c:xVal>
            <c:numRef>
              <c:f>'Chart Data'!$AG$2:$AG$3</c:f>
              <c:numCache>
                <c:formatCode>General</c:formatCode>
                <c:ptCount val="2"/>
                <c:pt idx="0">
                  <c:v>35.55555556</c:v>
                </c:pt>
                <c:pt idx="1">
                  <c:v>35.55555556</c:v>
                </c:pt>
              </c:numCache>
            </c:numRef>
          </c:xVal>
          <c:yVal>
            <c:numRef>
              <c:f>'Chart Data'!$AH$2:$AH$3</c:f>
              <c:numCache>
                <c:formatCode>0</c:formatCode>
                <c:ptCount val="2"/>
                <c:pt idx="0">
                  <c:v>7</c:v>
                </c:pt>
                <c:pt idx="1">
                  <c:v>10</c:v>
                </c:pt>
              </c:numCache>
            </c:numRef>
          </c:yVal>
          <c:smooth val="0"/>
        </c:ser>
        <c:ser>
          <c:idx val="17"/>
          <c:order val="17"/>
          <c:tx>
            <c:v>O hatch</c:v>
          </c:tx>
          <c:spPr>
            <a:ln xmlns:a="http://schemas.openxmlformats.org/drawingml/2006/main" w="12383">
              <a:solidFill>
                <a:srgbClr val="C48D28"/>
              </a:solidFill>
            </a:ln>
          </c:spPr>
          <c:marker>
            <c:symbol val="none"/>
          </c:marker>
          <c:xVal>
            <c:numRef>
              <c:f>'Chart Data'!$AI$2:$AI$3</c:f>
              <c:numCache>
                <c:formatCode>General</c:formatCode>
                <c:ptCount val="2"/>
                <c:pt idx="0">
                  <c:v>37.77777778</c:v>
                </c:pt>
                <c:pt idx="1">
                  <c:v>37.77777778</c:v>
                </c:pt>
              </c:numCache>
            </c:numRef>
          </c:xVal>
          <c:yVal>
            <c:numRef>
              <c:f>'Chart Data'!$AJ$2:$AJ$3</c:f>
              <c:numCache>
                <c:formatCode>0</c:formatCode>
                <c:ptCount val="2"/>
                <c:pt idx="0">
                  <c:v>7</c:v>
                </c:pt>
                <c:pt idx="1">
                  <c:v>10</c:v>
                </c:pt>
              </c:numCache>
            </c:numRef>
          </c:yVal>
          <c:smooth val="0"/>
        </c:ser>
        <c:ser>
          <c:idx val="18"/>
          <c:order val="18"/>
          <c:tx>
            <c:v>O hatch</c:v>
          </c:tx>
          <c:spPr>
            <a:ln xmlns:a="http://schemas.openxmlformats.org/drawingml/2006/main" w="12383">
              <a:solidFill>
                <a:srgbClr val="C48D28"/>
              </a:solidFill>
            </a:ln>
          </c:spPr>
          <c:marker>
            <c:symbol val="none"/>
          </c:marker>
          <c:xVal>
            <c:numRef>
              <c:f>'Chart Data'!$AK$2:$AK$3</c:f>
              <c:numCache>
                <c:formatCode>General</c:formatCode>
                <c:ptCount val="2"/>
                <c:pt idx="0">
                  <c:v>40</c:v>
                </c:pt>
                <c:pt idx="1">
                  <c:v>40</c:v>
                </c:pt>
              </c:numCache>
            </c:numRef>
          </c:xVal>
          <c:yVal>
            <c:numRef>
              <c:f>'Chart Data'!$AL$2:$AL$3</c:f>
              <c:numCache>
                <c:formatCode>0</c:formatCode>
                <c:ptCount val="2"/>
                <c:pt idx="0">
                  <c:v>7</c:v>
                </c:pt>
                <c:pt idx="1">
                  <c:v>10</c:v>
                </c:pt>
              </c:numCache>
            </c:numRef>
          </c:yVal>
          <c:smooth val="0"/>
        </c:ser>
        <c:ser>
          <c:idx val="19"/>
          <c:order val="19"/>
          <c:tx>
            <c:v>O hatch</c:v>
          </c:tx>
          <c:spPr>
            <a:ln xmlns:a="http://schemas.openxmlformats.org/drawingml/2006/main" w="12383">
              <a:solidFill>
                <a:srgbClr val="C48D28"/>
              </a:solidFill>
            </a:ln>
          </c:spPr>
          <c:marker>
            <c:symbol val="none"/>
          </c:marker>
          <c:xVal>
            <c:numRef>
              <c:f>'Chart Data'!$AM$2:$AM$3</c:f>
              <c:numCache>
                <c:formatCode>General</c:formatCode>
                <c:ptCount val="2"/>
                <c:pt idx="0">
                  <c:v>42.22222222</c:v>
                </c:pt>
                <c:pt idx="1">
                  <c:v>42.22222222</c:v>
                </c:pt>
              </c:numCache>
            </c:numRef>
          </c:xVal>
          <c:yVal>
            <c:numRef>
              <c:f>'Chart Data'!$AN$2:$AN$3</c:f>
              <c:numCache>
                <c:formatCode>0</c:formatCode>
                <c:ptCount val="2"/>
                <c:pt idx="0">
                  <c:v>7</c:v>
                </c:pt>
                <c:pt idx="1">
                  <c:v>10</c:v>
                </c:pt>
              </c:numCache>
            </c:numRef>
          </c:yVal>
          <c:smooth val="0"/>
        </c:ser>
        <c:ser>
          <c:idx val="20"/>
          <c:order val="20"/>
          <c:tx>
            <c:v>O hatch</c:v>
          </c:tx>
          <c:spPr>
            <a:ln xmlns:a="http://schemas.openxmlformats.org/drawingml/2006/main" w="12383">
              <a:solidFill>
                <a:srgbClr val="C48D28"/>
              </a:solidFill>
            </a:ln>
          </c:spPr>
          <c:marker>
            <c:symbol val="none"/>
          </c:marker>
          <c:xVal>
            <c:numRef>
              <c:f>'Chart Data'!$AO$2:$AO$3</c:f>
              <c:numCache>
                <c:formatCode>General</c:formatCode>
                <c:ptCount val="2"/>
                <c:pt idx="0">
                  <c:v>44.44444444</c:v>
                </c:pt>
                <c:pt idx="1">
                  <c:v>44.44444444</c:v>
                </c:pt>
              </c:numCache>
            </c:numRef>
          </c:xVal>
          <c:yVal>
            <c:numRef>
              <c:f>'Chart Data'!$AP$2:$AP$3</c:f>
              <c:numCache>
                <c:formatCode>0</c:formatCode>
                <c:ptCount val="2"/>
                <c:pt idx="0">
                  <c:v>7</c:v>
                </c:pt>
                <c:pt idx="1">
                  <c:v>10</c:v>
                </c:pt>
              </c:numCache>
            </c:numRef>
          </c:yVal>
          <c:smooth val="0"/>
        </c:ser>
        <c:ser>
          <c:idx val="21"/>
          <c:order val="21"/>
          <c:tx>
            <c:v>O hatch</c:v>
          </c:tx>
          <c:spPr>
            <a:ln xmlns:a="http://schemas.openxmlformats.org/drawingml/2006/main" w="12383">
              <a:solidFill>
                <a:srgbClr val="C48D28"/>
              </a:solidFill>
            </a:ln>
          </c:spPr>
          <c:marker>
            <c:symbol val="none"/>
          </c:marker>
          <c:xVal>
            <c:numRef>
              <c:f>'Chart Data'!$AQ$2:$AQ$3</c:f>
              <c:numCache>
                <c:formatCode>General</c:formatCode>
                <c:ptCount val="2"/>
                <c:pt idx="0">
                  <c:v>46.66666667</c:v>
                </c:pt>
                <c:pt idx="1">
                  <c:v>46.66666667</c:v>
                </c:pt>
              </c:numCache>
            </c:numRef>
          </c:xVal>
          <c:yVal>
            <c:numRef>
              <c:f>'Chart Data'!$AR$2:$AR$3</c:f>
              <c:numCache>
                <c:formatCode>0</c:formatCode>
                <c:ptCount val="2"/>
                <c:pt idx="0">
                  <c:v>7</c:v>
                </c:pt>
                <c:pt idx="1">
                  <c:v>10</c:v>
                </c:pt>
              </c:numCache>
            </c:numRef>
          </c:yVal>
          <c:smooth val="0"/>
        </c:ser>
        <c:ser>
          <c:idx val="22"/>
          <c:order val="22"/>
          <c:tx>
            <c:v>O hatch</c:v>
          </c:tx>
          <c:spPr>
            <a:ln xmlns:a="http://schemas.openxmlformats.org/drawingml/2006/main" w="12383">
              <a:solidFill>
                <a:srgbClr val="C48D28"/>
              </a:solidFill>
            </a:ln>
          </c:spPr>
          <c:marker>
            <c:symbol val="none"/>
          </c:marker>
          <c:xVal>
            <c:numRef>
              <c:f>'Chart Data'!$AS$2:$AS$3</c:f>
              <c:numCache>
                <c:formatCode>General</c:formatCode>
                <c:ptCount val="2"/>
                <c:pt idx="0">
                  <c:v>48.88888889</c:v>
                </c:pt>
                <c:pt idx="1">
                  <c:v>48.88888889</c:v>
                </c:pt>
              </c:numCache>
            </c:numRef>
          </c:xVal>
          <c:yVal>
            <c:numRef>
              <c:f>'Chart Data'!$AT$2:$AT$3</c:f>
              <c:numCache>
                <c:formatCode>0</c:formatCode>
                <c:ptCount val="2"/>
                <c:pt idx="0">
                  <c:v>7</c:v>
                </c:pt>
                <c:pt idx="1">
                  <c:v>10</c:v>
                </c:pt>
              </c:numCache>
            </c:numRef>
          </c:yVal>
          <c:smooth val="0"/>
        </c:ser>
        <c:ser>
          <c:idx val="23"/>
          <c:order val="23"/>
          <c:tx>
            <c:v>W boundary</c:v>
          </c:tx>
          <c:spPr>
            <a:ln xmlns:a="http://schemas.openxmlformats.org/drawingml/2006/main" w="23813">
              <a:solidFill>
                <a:srgbClr val="C8554B"/>
              </a:solidFill>
            </a:ln>
          </c:spPr>
          <c:marker>
            <c:symbol val="none"/>
          </c:marker>
          <c:xVal>
            <c:numRef>
              <c:f>'Chart Data'!$AU$2:$AU$5</c:f>
              <c:numCache>
                <c:formatCode>General</c:formatCode>
                <c:ptCount val="4"/>
                <c:pt idx="0">
                  <c:v>50</c:v>
                </c:pt>
                <c:pt idx="1">
                  <c:v>60</c:v>
                </c:pt>
                <c:pt idx="2">
                  <c:v>50</c:v>
                </c:pt>
                <c:pt idx="3">
                  <c:v>50</c:v>
                </c:pt>
              </c:numCache>
            </c:numRef>
          </c:xVal>
          <c:yVal>
            <c:numRef>
              <c:f>'Chart Data'!$AV$2:$AV$5</c:f>
              <c:numCache>
                <c:formatCode>0</c:formatCode>
                <c:ptCount val="4"/>
                <c:pt idx="0">
                  <c:v>7</c:v>
                </c:pt>
                <c:pt idx="1">
                  <c:v>8</c:v>
                </c:pt>
                <c:pt idx="2">
                  <c:v>10</c:v>
                </c:pt>
                <c:pt idx="3">
                  <c:v>7</c:v>
                </c:pt>
              </c:numCache>
            </c:numRef>
          </c:yVal>
          <c:smooth val="0"/>
        </c:ser>
        <c:ser>
          <c:idx val="24"/>
          <c:order val="24"/>
          <c:tx>
            <c:v>W hatch</c:v>
          </c:tx>
          <c:spPr>
            <a:ln xmlns:a="http://schemas.openxmlformats.org/drawingml/2006/main" w="12383">
              <a:solidFill>
                <a:srgbClr val="C8554B"/>
              </a:solidFill>
            </a:ln>
          </c:spPr>
          <c:marker>
            <c:symbol val="none"/>
          </c:marker>
          <c:xVal>
            <c:numRef>
              <c:f>'Chart Data'!$AW$2:$AW$3</c:f>
              <c:numCache>
                <c:formatCode>General</c:formatCode>
                <c:ptCount val="2"/>
                <c:pt idx="0">
                  <c:v>50</c:v>
                </c:pt>
                <c:pt idx="1">
                  <c:v>52.5</c:v>
                </c:pt>
              </c:numCache>
            </c:numRef>
          </c:xVal>
          <c:yVal>
            <c:numRef>
              <c:f>'Chart Data'!$AX$2:$AX$3</c:f>
              <c:numCache>
                <c:formatCode>0</c:formatCode>
                <c:ptCount val="2"/>
                <c:pt idx="0">
                  <c:v>7.25</c:v>
                </c:pt>
                <c:pt idx="1">
                  <c:v>7.25</c:v>
                </c:pt>
              </c:numCache>
            </c:numRef>
          </c:yVal>
          <c:smooth val="0"/>
        </c:ser>
        <c:ser>
          <c:idx val="25"/>
          <c:order val="25"/>
          <c:tx>
            <c:v>W hatch</c:v>
          </c:tx>
          <c:spPr>
            <a:ln xmlns:a="http://schemas.openxmlformats.org/drawingml/2006/main" w="12383">
              <a:solidFill>
                <a:srgbClr val="C8554B"/>
              </a:solidFill>
            </a:ln>
          </c:spPr>
          <c:marker>
            <c:symbol val="none"/>
          </c:marker>
          <c:xVal>
            <c:numRef>
              <c:f>'Chart Data'!$AY$2:$AY$3</c:f>
              <c:numCache>
                <c:formatCode>General</c:formatCode>
                <c:ptCount val="2"/>
                <c:pt idx="0">
                  <c:v>50</c:v>
                </c:pt>
                <c:pt idx="1">
                  <c:v>55</c:v>
                </c:pt>
              </c:numCache>
            </c:numRef>
          </c:xVal>
          <c:yVal>
            <c:numRef>
              <c:f>'Chart Data'!$AZ$2:$AZ$3</c:f>
              <c:numCache>
                <c:formatCode>0</c:formatCode>
                <c:ptCount val="2"/>
                <c:pt idx="0">
                  <c:v>7.5</c:v>
                </c:pt>
                <c:pt idx="1">
                  <c:v>7.5</c:v>
                </c:pt>
              </c:numCache>
            </c:numRef>
          </c:yVal>
          <c:smooth val="0"/>
        </c:ser>
        <c:ser>
          <c:idx val="26"/>
          <c:order val="26"/>
          <c:tx>
            <c:v>W hatch</c:v>
          </c:tx>
          <c:spPr>
            <a:ln xmlns:a="http://schemas.openxmlformats.org/drawingml/2006/main" w="12383">
              <a:solidFill>
                <a:srgbClr val="C8554B"/>
              </a:solidFill>
            </a:ln>
          </c:spPr>
          <c:marker>
            <c:symbol val="none"/>
          </c:marker>
          <c:xVal>
            <c:numRef>
              <c:f>'Chart Data'!$BA$2:$BA$3</c:f>
              <c:numCache>
                <c:formatCode>General</c:formatCode>
                <c:ptCount val="2"/>
                <c:pt idx="0">
                  <c:v>50</c:v>
                </c:pt>
                <c:pt idx="1">
                  <c:v>57.5</c:v>
                </c:pt>
              </c:numCache>
            </c:numRef>
          </c:xVal>
          <c:yVal>
            <c:numRef>
              <c:f>'Chart Data'!$BB$2:$BB$3</c:f>
              <c:numCache>
                <c:formatCode>0</c:formatCode>
                <c:ptCount val="2"/>
                <c:pt idx="0">
                  <c:v>7.75</c:v>
                </c:pt>
                <c:pt idx="1">
                  <c:v>7.75</c:v>
                </c:pt>
              </c:numCache>
            </c:numRef>
          </c:yVal>
          <c:smooth val="0"/>
        </c:ser>
        <c:ser>
          <c:idx val="27"/>
          <c:order val="27"/>
          <c:tx>
            <c:v>W hatch</c:v>
          </c:tx>
          <c:spPr>
            <a:ln xmlns:a="http://schemas.openxmlformats.org/drawingml/2006/main" w="12383">
              <a:solidFill>
                <a:srgbClr val="C8554B"/>
              </a:solidFill>
            </a:ln>
          </c:spPr>
          <c:marker>
            <c:symbol val="none"/>
          </c:marker>
          <c:xVal>
            <c:numRef>
              <c:f>'Chart Data'!$BC$2:$BC$3</c:f>
              <c:numCache>
                <c:formatCode>General</c:formatCode>
                <c:ptCount val="2"/>
                <c:pt idx="0">
                  <c:v>50</c:v>
                </c:pt>
                <c:pt idx="1">
                  <c:v>60</c:v>
                </c:pt>
              </c:numCache>
            </c:numRef>
          </c:xVal>
          <c:yVal>
            <c:numRef>
              <c:f>'Chart Data'!$BD$2:$BD$3</c:f>
              <c:numCache>
                <c:formatCode>0</c:formatCode>
                <c:ptCount val="2"/>
                <c:pt idx="0">
                  <c:v>8</c:v>
                </c:pt>
                <c:pt idx="1">
                  <c:v>8</c:v>
                </c:pt>
              </c:numCache>
            </c:numRef>
          </c:yVal>
          <c:smooth val="0"/>
        </c:ser>
        <c:ser>
          <c:idx val="28"/>
          <c:order val="28"/>
          <c:tx>
            <c:v>W hatch</c:v>
          </c:tx>
          <c:spPr>
            <a:ln xmlns:a="http://schemas.openxmlformats.org/drawingml/2006/main" w="12383">
              <a:solidFill>
                <a:srgbClr val="C8554B"/>
              </a:solidFill>
            </a:ln>
          </c:spPr>
          <c:marker>
            <c:symbol val="none"/>
          </c:marker>
          <c:xVal>
            <c:numRef>
              <c:f>'Chart Data'!$BE$2:$BE$3</c:f>
              <c:numCache>
                <c:formatCode>General</c:formatCode>
                <c:ptCount val="2"/>
                <c:pt idx="0">
                  <c:v>50</c:v>
                </c:pt>
                <c:pt idx="1">
                  <c:v>58.75</c:v>
                </c:pt>
              </c:numCache>
            </c:numRef>
          </c:xVal>
          <c:yVal>
            <c:numRef>
              <c:f>'Chart Data'!$BF$2:$BF$3</c:f>
              <c:numCache>
                <c:formatCode>0</c:formatCode>
                <c:ptCount val="2"/>
                <c:pt idx="0">
                  <c:v>8.25</c:v>
                </c:pt>
                <c:pt idx="1">
                  <c:v>8.25</c:v>
                </c:pt>
              </c:numCache>
            </c:numRef>
          </c:yVal>
          <c:smooth val="0"/>
        </c:ser>
        <c:ser>
          <c:idx val="29"/>
          <c:order val="29"/>
          <c:tx>
            <c:v>W hatch</c:v>
          </c:tx>
          <c:spPr>
            <a:ln xmlns:a="http://schemas.openxmlformats.org/drawingml/2006/main" w="12383">
              <a:solidFill>
                <a:srgbClr val="C8554B"/>
              </a:solidFill>
            </a:ln>
          </c:spPr>
          <c:marker>
            <c:symbol val="none"/>
          </c:marker>
          <c:xVal>
            <c:numRef>
              <c:f>'Chart Data'!$BG$2:$BG$3</c:f>
              <c:numCache>
                <c:formatCode>General</c:formatCode>
                <c:ptCount val="2"/>
                <c:pt idx="0">
                  <c:v>50</c:v>
                </c:pt>
                <c:pt idx="1">
                  <c:v>57.5</c:v>
                </c:pt>
              </c:numCache>
            </c:numRef>
          </c:xVal>
          <c:yVal>
            <c:numRef>
              <c:f>'Chart Data'!$BH$2:$BH$3</c:f>
              <c:numCache>
                <c:formatCode>0</c:formatCode>
                <c:ptCount val="2"/>
                <c:pt idx="0">
                  <c:v>8.5</c:v>
                </c:pt>
                <c:pt idx="1">
                  <c:v>8.5</c:v>
                </c:pt>
              </c:numCache>
            </c:numRef>
          </c:yVal>
          <c:smooth val="0"/>
        </c:ser>
        <c:ser>
          <c:idx val="30"/>
          <c:order val="30"/>
          <c:tx>
            <c:v>W hatch</c:v>
          </c:tx>
          <c:spPr>
            <a:ln xmlns:a="http://schemas.openxmlformats.org/drawingml/2006/main" w="12383">
              <a:solidFill>
                <a:srgbClr val="C8554B"/>
              </a:solidFill>
            </a:ln>
          </c:spPr>
          <c:marker>
            <c:symbol val="none"/>
          </c:marker>
          <c:xVal>
            <c:numRef>
              <c:f>'Chart Data'!$BI$2:$BI$3</c:f>
              <c:numCache>
                <c:formatCode>General</c:formatCode>
                <c:ptCount val="2"/>
                <c:pt idx="0">
                  <c:v>50</c:v>
                </c:pt>
                <c:pt idx="1">
                  <c:v>56.25</c:v>
                </c:pt>
              </c:numCache>
            </c:numRef>
          </c:xVal>
          <c:yVal>
            <c:numRef>
              <c:f>'Chart Data'!$BJ$2:$BJ$3</c:f>
              <c:numCache>
                <c:formatCode>0</c:formatCode>
                <c:ptCount val="2"/>
                <c:pt idx="0">
                  <c:v>8.75</c:v>
                </c:pt>
                <c:pt idx="1">
                  <c:v>8.75</c:v>
                </c:pt>
              </c:numCache>
            </c:numRef>
          </c:yVal>
          <c:smooth val="0"/>
        </c:ser>
        <c:ser>
          <c:idx val="31"/>
          <c:order val="31"/>
          <c:tx>
            <c:v>W hatch</c:v>
          </c:tx>
          <c:spPr>
            <a:ln xmlns:a="http://schemas.openxmlformats.org/drawingml/2006/main" w="12383">
              <a:solidFill>
                <a:srgbClr val="C8554B"/>
              </a:solidFill>
            </a:ln>
          </c:spPr>
          <c:marker>
            <c:symbol val="none"/>
          </c:marker>
          <c:xVal>
            <c:numRef>
              <c:f>'Chart Data'!$BK$2:$BK$3</c:f>
              <c:numCache>
                <c:formatCode>General</c:formatCode>
                <c:ptCount val="2"/>
                <c:pt idx="0">
                  <c:v>50</c:v>
                </c:pt>
                <c:pt idx="1">
                  <c:v>55</c:v>
                </c:pt>
              </c:numCache>
            </c:numRef>
          </c:xVal>
          <c:yVal>
            <c:numRef>
              <c:f>'Chart Data'!$BL$2:$BL$3</c:f>
              <c:numCache>
                <c:formatCode>0</c:formatCode>
                <c:ptCount val="2"/>
                <c:pt idx="0">
                  <c:v>9</c:v>
                </c:pt>
                <c:pt idx="1">
                  <c:v>9</c:v>
                </c:pt>
              </c:numCache>
            </c:numRef>
          </c:yVal>
          <c:smooth val="0"/>
        </c:ser>
        <c:ser>
          <c:idx val="32"/>
          <c:order val="32"/>
          <c:tx>
            <c:v>W hatch</c:v>
          </c:tx>
          <c:spPr>
            <a:ln xmlns:a="http://schemas.openxmlformats.org/drawingml/2006/main" w="12383">
              <a:solidFill>
                <a:srgbClr val="C8554B"/>
              </a:solidFill>
            </a:ln>
          </c:spPr>
          <c:marker>
            <c:symbol val="none"/>
          </c:marker>
          <c:xVal>
            <c:numRef>
              <c:f>'Chart Data'!$BM$2:$BM$3</c:f>
              <c:numCache>
                <c:formatCode>General</c:formatCode>
                <c:ptCount val="2"/>
                <c:pt idx="0">
                  <c:v>50</c:v>
                </c:pt>
                <c:pt idx="1">
                  <c:v>53.75</c:v>
                </c:pt>
              </c:numCache>
            </c:numRef>
          </c:xVal>
          <c:yVal>
            <c:numRef>
              <c:f>'Chart Data'!$BN$2:$BN$3</c:f>
              <c:numCache>
                <c:formatCode>0</c:formatCode>
                <c:ptCount val="2"/>
                <c:pt idx="0">
                  <c:v>9.25</c:v>
                </c:pt>
                <c:pt idx="1">
                  <c:v>9.25</c:v>
                </c:pt>
              </c:numCache>
            </c:numRef>
          </c:yVal>
          <c:smooth val="0"/>
        </c:ser>
        <c:ser>
          <c:idx val="33"/>
          <c:order val="33"/>
          <c:tx>
            <c:v>W hatch</c:v>
          </c:tx>
          <c:spPr>
            <a:ln xmlns:a="http://schemas.openxmlformats.org/drawingml/2006/main" w="12383">
              <a:solidFill>
                <a:srgbClr val="C8554B"/>
              </a:solidFill>
            </a:ln>
          </c:spPr>
          <c:marker>
            <c:symbol val="none"/>
          </c:marker>
          <c:xVal>
            <c:numRef>
              <c:f>'Chart Data'!$BO$2:$BO$3</c:f>
              <c:numCache>
                <c:formatCode>General</c:formatCode>
                <c:ptCount val="2"/>
                <c:pt idx="0">
                  <c:v>50</c:v>
                </c:pt>
                <c:pt idx="1">
                  <c:v>52.5</c:v>
                </c:pt>
              </c:numCache>
            </c:numRef>
          </c:xVal>
          <c:yVal>
            <c:numRef>
              <c:f>'Chart Data'!$BP$2:$BP$3</c:f>
              <c:numCache>
                <c:formatCode>0</c:formatCode>
                <c:ptCount val="2"/>
                <c:pt idx="0">
                  <c:v>9.5</c:v>
                </c:pt>
                <c:pt idx="1">
                  <c:v>9.5</c:v>
                </c:pt>
              </c:numCache>
            </c:numRef>
          </c:yVal>
          <c:smooth val="0"/>
        </c:ser>
        <c:ser>
          <c:idx val="34"/>
          <c:order val="34"/>
          <c:tx>
            <c:v>W hatch</c:v>
          </c:tx>
          <c:spPr>
            <a:ln xmlns:a="http://schemas.openxmlformats.org/drawingml/2006/main" w="12383">
              <a:solidFill>
                <a:srgbClr val="C8554B"/>
              </a:solidFill>
            </a:ln>
          </c:spPr>
          <c:marker>
            <c:symbol val="none"/>
          </c:marker>
          <c:xVal>
            <c:numRef>
              <c:f>'Chart Data'!$BQ$2:$BQ$3</c:f>
              <c:numCache>
                <c:formatCode>General</c:formatCode>
                <c:ptCount val="2"/>
                <c:pt idx="0">
                  <c:v>50</c:v>
                </c:pt>
                <c:pt idx="1">
                  <c:v>51.25</c:v>
                </c:pt>
              </c:numCache>
            </c:numRef>
          </c:xVal>
          <c:yVal>
            <c:numRef>
              <c:f>'Chart Data'!$BR$2:$BR$3</c:f>
              <c:numCache>
                <c:formatCode>0</c:formatCode>
                <c:ptCount val="2"/>
                <c:pt idx="0">
                  <c:v>9.75</c:v>
                </c:pt>
                <c:pt idx="1">
                  <c:v>9.75</c:v>
                </c:pt>
              </c:numCache>
            </c:numRef>
          </c:yVal>
          <c:smooth val="0"/>
        </c:ser>
        <c:ser>
          <c:idx val="35"/>
          <c:order val="35"/>
          <c:tx>
            <c:v>guide Q</c:v>
          </c:tx>
          <c:spPr>
            <a:ln xmlns:a="http://schemas.openxmlformats.org/drawingml/2006/main" w="14288">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Qt = 50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Data'!$BS$2:$BS$3</c:f>
              <c:numCache>
                <c:formatCode>General</c:formatCode>
                <c:ptCount val="2"/>
                <c:pt idx="0">
                  <c:v>50</c:v>
                </c:pt>
                <c:pt idx="1">
                  <c:v>50</c:v>
                </c:pt>
              </c:numCache>
            </c:numRef>
          </c:xVal>
          <c:yVal>
            <c:numRef>
              <c:f>'Chart Data'!$BT$2:$BT$3</c:f>
              <c:numCache>
                <c:formatCode>0</c:formatCode>
                <c:ptCount val="2"/>
                <c:pt idx="0">
                  <c:v>0</c:v>
                </c:pt>
                <c:pt idx="1">
                  <c:v>10</c:v>
                </c:pt>
              </c:numCache>
            </c:numRef>
          </c:yVal>
          <c:smooth val="0"/>
        </c:ser>
        <c:ser>
          <c:idx val="36"/>
          <c:order val="36"/>
          <c:tx>
            <c:v>guide Pc</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Pc = 10</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Data'!$BU$2:$BU$3</c:f>
              <c:numCache>
                <c:formatCode>General</c:formatCode>
                <c:ptCount val="2"/>
                <c:pt idx="0">
                  <c:v>0</c:v>
                </c:pt>
                <c:pt idx="1">
                  <c:v>50</c:v>
                </c:pt>
              </c:numCache>
            </c:numRef>
          </c:xVal>
          <c:yVal>
            <c:numRef>
              <c:f>'Chart Data'!$BV$2:$BV$3</c:f>
              <c:numCache>
                <c:formatCode>0</c:formatCode>
                <c:ptCount val="2"/>
                <c:pt idx="0">
                  <c:v>10</c:v>
                </c:pt>
                <c:pt idx="1">
                  <c:v>10</c:v>
                </c:pt>
              </c:numCache>
            </c:numRef>
          </c:yVal>
          <c:smooth val="0"/>
        </c:ser>
        <c:ser>
          <c:idx val="37"/>
          <c:order val="37"/>
          <c:tx>
            <c:v>guide Pp</c:v>
          </c:tx>
          <c:spPr>
            <a:ln xmlns:a="http://schemas.openxmlformats.org/drawingml/2006/main" w="14288">
              <a:solidFill>
                <a:srgbClr val="445B6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Pp = 7</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Data'!$BW$2:$BW$3</c:f>
              <c:numCache>
                <c:formatCode>General</c:formatCode>
                <c:ptCount val="2"/>
                <c:pt idx="0">
                  <c:v>0</c:v>
                </c:pt>
                <c:pt idx="1">
                  <c:v>50</c:v>
                </c:pt>
              </c:numCache>
            </c:numRef>
          </c:xVal>
          <c:yVal>
            <c:numRef>
              <c:f>'Chart Data'!$BX$2:$BX$3</c:f>
              <c:numCache>
                <c:formatCode>0</c:formatCode>
                <c:ptCount val="2"/>
                <c:pt idx="0">
                  <c:v>7</c:v>
                </c:pt>
                <c:pt idx="1">
                  <c:v>7</c:v>
                </c:pt>
              </c:numCache>
            </c:numRef>
          </c:yVal>
          <c:smooth val="0"/>
        </c:ser>
        <c:ser>
          <c:idx val="38"/>
          <c:order val="38"/>
          <c:tx>
            <c:v>guide Q0</c:v>
          </c:tx>
          <c:spPr>
            <a:ln xmlns:a="http://schemas.openxmlformats.org/drawingml/2006/main" w="14288">
              <a:solidFill>
                <a:srgbClr val="445B6B"/>
              </a:solidFill>
            </a:ln>
          </c:spPr>
          <c:marker>
            <c:symbol val="none"/>
          </c:marker>
          <c:xVal>
            <c:numRef>
              <c:f>'Chart Data'!$BY$2:$BY$3</c:f>
              <c:numCache>
                <c:formatCode>General</c:formatCode>
                <c:ptCount val="2"/>
                <c:pt idx="0">
                  <c:v>60</c:v>
                </c:pt>
                <c:pt idx="1">
                  <c:v>60</c:v>
                </c:pt>
              </c:numCache>
            </c:numRef>
          </c:xVal>
          <c:yVal>
            <c:numRef>
              <c:f>'Chart Data'!$BZ$2:$BZ$3</c:f>
              <c:numCache>
                <c:formatCode>0</c:formatCode>
                <c:ptCount val="2"/>
                <c:pt idx="0">
                  <c:v>0</c:v>
                </c:pt>
                <c:pt idx="1">
                  <c:v>8</c:v>
                </c:pt>
              </c:numCache>
            </c:numRef>
          </c:yVal>
          <c:smooth val="0"/>
        </c:ser>
        <c:ser>
          <c:idx val="39"/>
          <c:order val="39"/>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Data'!$CA$2:$CA$3</c:f>
              <c:numCache>
                <c:formatCode>General</c:formatCode>
                <c:ptCount val="2"/>
                <c:pt idx="0">
                  <c:v>0</c:v>
                </c:pt>
                <c:pt idx="1">
                  <c:v>100</c:v>
                </c:pt>
              </c:numCache>
            </c:numRef>
          </c:xVal>
          <c:yVal>
            <c:numRef>
              <c:f>'Chart Data'!$CB$2:$CB$3</c:f>
              <c:numCache>
                <c:formatCode>0</c:formatCode>
                <c:ptCount val="2"/>
                <c:pt idx="0">
                  <c:v>20</c:v>
                </c:pt>
                <c:pt idx="1">
                  <c:v>0</c:v>
                </c:pt>
              </c:numCache>
            </c:numRef>
          </c:yVal>
          <c:smooth val="0"/>
        </c:ser>
        <c:ser>
          <c:idx val="40"/>
          <c:order val="40"/>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Data'!$CC$2:$CC$3</c:f>
              <c:numCache>
                <c:formatCode>General</c:formatCode>
                <c:ptCount val="2"/>
                <c:pt idx="0">
                  <c:v>0</c:v>
                </c:pt>
                <c:pt idx="1">
                  <c:v>100</c:v>
                </c:pt>
              </c:numCache>
            </c:numRef>
          </c:xVal>
          <c:yVal>
            <c:numRef>
              <c:f>'Chart Data'!$CD$2:$CD$3</c:f>
              <c:numCache>
                <c:formatCode>0</c:formatCode>
                <c:ptCount val="2"/>
                <c:pt idx="0">
                  <c:v>2</c:v>
                </c:pt>
                <c:pt idx="1">
                  <c:v>12</c:v>
                </c:pt>
              </c:numCache>
            </c:numRef>
          </c:yVal>
          <c:smooth val="0"/>
        </c:ser>
        <c:ser>
          <c:idx val="41"/>
          <c:order val="41"/>
          <c:tx>
            <c:v>A + t</c:v>
          </c:tx>
          <c:spPr>
            <a:ln xmlns:a="http://schemas.openxmlformats.org/drawingml/2006/main" w="28575">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 + t</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Data'!$CE$2:$CE$3</c:f>
              <c:numCache>
                <c:formatCode>General</c:formatCode>
                <c:ptCount val="2"/>
                <c:pt idx="0">
                  <c:v>0</c:v>
                </c:pt>
                <c:pt idx="1">
                  <c:v>100</c:v>
                </c:pt>
              </c:numCache>
            </c:numRef>
          </c:xVal>
          <c:yVal>
            <c:numRef>
              <c:f>'Chart Data'!$CF$2:$CF$3</c:f>
              <c:numCache>
                <c:formatCode>0</c:formatCode>
                <c:ptCount val="2"/>
                <c:pt idx="0">
                  <c:v>5</c:v>
                </c:pt>
                <c:pt idx="1">
                  <c:v>15</c:v>
                </c:pt>
              </c:numCache>
            </c:numRef>
          </c:yVal>
          <c:smooth val="0"/>
        </c:ser>
        <c:ser>
          <c:idx val="42"/>
          <c:order val="42"/>
          <c:tx>
            <c:v>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O</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Data'!$CG$2:$CG$2</c:f>
              <c:numCache>
                <c:formatCode>General</c:formatCode>
                <c:ptCount val="1"/>
                <c:pt idx="0">
                  <c:v>20</c:v>
                </c:pt>
              </c:numCache>
            </c:numRef>
          </c:xVal>
          <c:yVal>
            <c:numRef>
              <c:f>'Chart Data'!$CH$2:$CH$2</c:f>
              <c:numCache>
                <c:formatCode>0</c:formatCode>
                <c:ptCount val="1"/>
                <c:pt idx="0">
                  <c:v>8.5</c:v>
                </c:pt>
              </c:numCache>
            </c:numRef>
          </c:yVal>
          <c:smooth val="0"/>
        </c:ser>
        <c:ser>
          <c:idx val="43"/>
          <c:order val="43"/>
          <c:tx>
            <c:v>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3302A"/>
                        </a:solidFill>
                        <a:latin typeface="Arial"/>
                        <a:ea typeface="Arial"/>
                        <a:cs typeface="Arial"/>
                      </a:rPr>
                      <a:t>W</a:t>
                    </a:r>
                  </a:p>
                </c:rich>
              </c:tx>
              <c:spPr>
                <ns1:solidFill xmlns:ns1="http://schemas.openxmlformats.org/drawingml/2006/main">
                  <ns1:srgbClr val="FFFFFF"/>
                </ns1:solidFill>
                <ns2:ln xmlns:ns2="http://schemas.openxmlformats.org/drawingml/2006/main">
                  <ns2:noFill/>
                </ns2:ln>
              </c:spPr>
              <c:txPr>
                <a:bodyPr xmlns:a="http://schemas.openxmlformats.org/drawingml/2006/main" anchorCtr="1"/>
                <a:lstStyle xmlns:a="http://schemas.openxmlformats.org/drawingml/2006/main"/>
                <a:p xmlns:a="http://schemas.openxmlformats.org/drawingml/2006/main">
                  <a:pPr>
                    <a:defRPr sz="1950" b="1">
                      <a:solidFill>
                        <a:srgbClr val="A3302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Data'!$CI$2:$CI$2</c:f>
              <c:numCache>
                <c:formatCode>General</c:formatCode>
                <c:ptCount val="1"/>
                <c:pt idx="0">
                  <c:v>52.3</c:v>
                </c:pt>
              </c:numCache>
            </c:numRef>
          </c:xVal>
          <c:yVal>
            <c:numRef>
              <c:f>'Chart Data'!$CJ$2:$CJ$2</c:f>
              <c:numCache>
                <c:formatCode>0</c:formatCode>
                <c:ptCount val="1"/>
                <c:pt idx="0">
                  <c:v>8.5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2 Belastingdruk en welvaartsverlies">
            <a:extLst xmlns:a="http://schemas.openxmlformats.org/drawingml/2006/main">
              <a:ext uri="{FF2B5EF4-FFF2-40B4-BE49-F238E27FC236}">
                <a16:creationId xmlns:a16="http://schemas.microsoft.com/office/drawing/2014/main" id="{F74E7A18-C315-4946-8FAB-C07A418D52AE}"/>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§3.1.2 Belastingdruk en welvaartsverlies</a:t>
            </a:r>
          </a:p>
        </p:txBody>
      </p:sp>
      <p:sp>
        <p:nvSpPr>
          <p:cNvPr id="2" name="">
            <a:extLst xmlns:a="http://schemas.openxmlformats.org/drawingml/2006/main">
              <a:ext uri="{FF2B5EF4-FFF2-40B4-BE49-F238E27FC236}">
                <a16:creationId xmlns:a16="http://schemas.microsoft.com/office/drawing/2014/main" id="{E5CBE486-ECF2-4587-BD95-2D48C7166D7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349EA380-ECE1-49B4-B16E-13B224AAEC1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1">
            <a:extLst xmlns:a="http://schemas.openxmlformats.org/drawingml/2006/main">
              <a:ext uri="{FF2B5EF4-FFF2-40B4-BE49-F238E27FC236}">
                <a16:creationId xmlns:a16="http://schemas.microsoft.com/office/drawing/2014/main" id="{32400513-8F3F-478F-82E5-6CC4D10DF49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BBFEED89-A6FB-473B-B77D-0B0A3FAE1268}"/>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3258AA32-B943-4E49-B106-D8D557110A9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7D36211-B98F-4718-81FF-07530F7C2F09}"/>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C28B049-CF44-4F6A-A4AF-8C3EF7D0B489}"/>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F2A368BE-EF50-45BF-8721-9EE3DC485924}"/>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2F1B2CF8-C175-4271-9A2D-C8F37EA29D2C}"/>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7F058B44-F3EB-43AD-900C-DE591AA1367A}"/>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5B25D84E-4960-4DE8-B1FF-CF5994EDEBBD}"/>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0B1F6A4D-54EB-4795-B09E-A2CB0D8E745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7FC68BBC-A0AA-43B4-871E-92CCBA55D373}"/>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6741241-0372-468C-A3CE-DD12ACA74251}"/>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93EBEC1-229C-41A2-B448-186E59D8A5C5}"/>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4A1803D5-B43F-4E33-8C7C-39C445F537A0}"/>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E1FBC76D-327E-4048-A718-DF20D28ABCC4}"/>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7">
            <a:extLst xmlns:a="http://schemas.openxmlformats.org/drawingml/2006/main">
              <a:ext uri="{FF2B5EF4-FFF2-40B4-BE49-F238E27FC236}">
                <a16:creationId xmlns:a16="http://schemas.microsoft.com/office/drawing/2014/main" id="{AD6B32D1-19BA-4BE2-973A-F5123169E12A}"/>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7069242B-D821-453A-834C-3E685F18AAC9}"/>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188CAB9-183B-4A1F-AB1A-584A8C6E01A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1991E45-6D9F-4869-850F-08DE304A498C}"/>
              </a:ext>
            </a:extLst>
          </p:cNvPr>
          <p:cNvSpPr>
            <a:spLocks xmlns:a="http://schemas.openxmlformats.org/drawingml/2006/main" noGrp="1"/>
          </p:cNvSpPr>
          <p:nvPr/>
        </p:nvSpPr>
        <p:spPr>
          <a:xfrm xmlns:a="http://schemas.openxmlformats.org/drawingml/2006/main">
            <a:off x="9258300" y="2324100"/>
            <a:ext cx="5381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Belastingdruk verdelen;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CS, PS, O en W berekenen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markeren; prijsgevoeligheid uitleggen.</a:t>
            </a:r>
          </a:p>
        </p:txBody>
      </p:sp>
      <p:sp>
        <p:nvSpPr>
          <p:cNvPr id="23" name="">
            <a:extLst xmlns:a="http://schemas.openxmlformats.org/drawingml/2006/main">
              <a:ext uri="{FF2B5EF4-FFF2-40B4-BE49-F238E27FC236}">
                <a16:creationId xmlns:a16="http://schemas.microsoft.com/office/drawing/2014/main" id="{933574FD-A291-4DAF-88B5-FE1615D1CBCF}"/>
              </a:ext>
            </a:extLst>
          </p:cNvPr>
          <p:cNvSpPr>
            <a:spLocks xmlns:a="http://schemas.openxmlformats.org/drawingml/2006/main" noGrp="1"/>
          </p:cNvSpPr>
          <p:nvPr/>
        </p:nvSpPr>
        <p:spPr>
          <a:xfrm xmlns:a="http://schemas.openxmlformats.org/drawingml/2006/main">
            <a:off x="9258300" y="36766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8AACA94-A2D7-4E19-934D-AD2A4783B4DE}"/>
              </a:ext>
            </a:extLst>
          </p:cNvPr>
          <p:cNvSpPr>
            <a:spLocks xmlns:a="http://schemas.openxmlformats.org/drawingml/2006/main" noGrp="1"/>
          </p:cNvSpPr>
          <p:nvPr/>
        </p:nvSpPr>
        <p:spPr>
          <a:xfrm xmlns:a="http://schemas.openxmlformats.org/drawingml/2006/main">
            <a:off x="9258300" y="38957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BD39E07-9E51-404D-8A27-47D5F52C08DA}"/>
              </a:ext>
            </a:extLst>
          </p:cNvPr>
          <p:cNvSpPr>
            <a:spLocks xmlns:a="http://schemas.openxmlformats.org/drawingml/2006/main" noGrp="1"/>
          </p:cNvSpPr>
          <p:nvPr/>
        </p:nvSpPr>
        <p:spPr>
          <a:xfrm xmlns:a="http://schemas.openxmlformats.org/drawingml/2006/main">
            <a:off x="9258300" y="441007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18 · Opgaven 10 en 11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11: verkennen, theorie p. 14–16</a:t>
            </a:r>
          </a:p>
        </p:txBody>
      </p:sp>
      <p:sp>
        <p:nvSpPr>
          <p:cNvPr id="26" name="">
            <a:extLst xmlns:a="http://schemas.openxmlformats.org/drawingml/2006/main">
              <a:ext uri="{FF2B5EF4-FFF2-40B4-BE49-F238E27FC236}">
                <a16:creationId xmlns:a16="http://schemas.microsoft.com/office/drawing/2014/main" id="{C3F58334-DA99-4F74-8695-7C6E586D7458}"/>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F351992-E999-4193-85CA-48BBA08B806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C07AFFC-69AF-4B1D-A3B5-466DDE0AB89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§3.1.2 · Opgaven 12 t/m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6898244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Wat kun je na deze les?">
            <a:extLst xmlns:a="http://schemas.openxmlformats.org/drawingml/2006/main">
              <a:ext uri="{FF2B5EF4-FFF2-40B4-BE49-F238E27FC236}">
                <a16:creationId xmlns:a16="http://schemas.microsoft.com/office/drawing/2014/main" id="{4960A4E7-B9E5-4FC9-8722-72B18D7DF3C4}"/>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75762828-1F27-48AF-B7B8-5BE859A519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F3D30FAB-F1A6-4DED-934B-16FA43EA0A3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2">
            <a:extLst xmlns:a="http://schemas.openxmlformats.org/drawingml/2006/main">
              <a:ext uri="{FF2B5EF4-FFF2-40B4-BE49-F238E27FC236}">
                <a16:creationId xmlns:a16="http://schemas.microsoft.com/office/drawing/2014/main" id="{A5CC816F-A958-4A89-9A96-3E0CA822726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Last per product">
            <a:extLst xmlns:a="http://schemas.openxmlformats.org/drawingml/2006/main">
              <a:ext uri="{FF2B5EF4-FFF2-40B4-BE49-F238E27FC236}">
                <a16:creationId xmlns:a16="http://schemas.microsoft.com/office/drawing/2014/main" id="{EE6A7F8F-AF0B-40DA-BAD1-38CB053350B4}"/>
              </a:ext>
            </a:extLst>
          </p:cNvPr>
          <p:cNvSpPr>
            <a:spLocks xmlns:a="http://schemas.openxmlformats.org/drawingml/2006/main" noGrp="1"/>
          </p:cNvSpPr>
          <p:nvPr/>
        </p:nvSpPr>
        <p:spPr>
          <a:xfrm xmlns:a="http://schemas.openxmlformats.org/drawingml/2006/main">
            <a:off x="571500" y="2133600"/>
            <a:ext cx="519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Last per product</a:t>
            </a:r>
          </a:p>
        </p:txBody>
      </p:sp>
      <p:sp>
        <p:nvSpPr>
          <p:cNvPr id="6" name="Je vergelijkt Pc en Pp met de oude prijs P₀.">
            <a:extLst xmlns:a="http://schemas.openxmlformats.org/drawingml/2006/main">
              <a:ext uri="{FF2B5EF4-FFF2-40B4-BE49-F238E27FC236}">
                <a16:creationId xmlns:a16="http://schemas.microsoft.com/office/drawing/2014/main" id="{FADD2627-4F5E-4B61-9C1B-CCA5CE731525}"/>
              </a:ext>
            </a:extLst>
          </p:cNvPr>
          <p:cNvSpPr>
            <a:spLocks xmlns:a="http://schemas.openxmlformats.org/drawingml/2006/main" noGrp="1"/>
          </p:cNvSpPr>
          <p:nvPr/>
        </p:nvSpPr>
        <p:spPr>
          <a:xfrm xmlns:a="http://schemas.openxmlformats.org/drawingml/2006/main">
            <a:off x="6286500" y="2133600"/>
            <a:ext cx="828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vergelijkt Pc en Pp met de oude prijs P₀.</a:t>
            </a:r>
          </a:p>
        </p:txBody>
      </p:sp>
      <p:sp>
        <p:nvSpPr>
          <p:cNvPr id="7" name="">
            <a:extLst xmlns:a="http://schemas.openxmlformats.org/drawingml/2006/main">
              <a:ext uri="{FF2B5EF4-FFF2-40B4-BE49-F238E27FC236}">
                <a16:creationId xmlns:a16="http://schemas.microsoft.com/office/drawing/2014/main" id="{014D7A64-DFA7-47E2-9DD2-3EF7F6B855D3}"/>
              </a:ext>
            </a:extLst>
          </p:cNvPr>
          <p:cNvSpPr>
            <a:spLocks xmlns:a="http://schemas.openxmlformats.org/drawingml/2006/main" noGrp="1"/>
          </p:cNvSpPr>
          <p:nvPr/>
        </p:nvSpPr>
        <p:spPr>
          <a:xfrm xmlns:a="http://schemas.openxmlformats.org/drawingml/2006/main">
            <a:off x="571500" y="3371850"/>
            <a:ext cx="14097000" cy="0"/>
          </a:xfrm>
          <a:prstGeom xmlns:a="http://schemas.openxmlformats.org/drawingml/2006/main" prst="line">
            <a:avLst/>
          </a:prstGeom>
          <a:ln xmlns:a="http://schemas.openxmlformats.org/drawingml/2006/main" w="19050">
            <a:solidFill>
              <a:srgbClr val="C6D2DB"/>
            </a:solidFill>
          </a:ln>
        </p:spPr>
      </p:sp>
      <p:sp>
        <p:nvSpPr>
          <p:cNvPr id="8" name="Gebieden en bedragen">
            <a:extLst xmlns:a="http://schemas.openxmlformats.org/drawingml/2006/main">
              <a:ext uri="{FF2B5EF4-FFF2-40B4-BE49-F238E27FC236}">
                <a16:creationId xmlns:a16="http://schemas.microsoft.com/office/drawing/2014/main" id="{B9D7C688-5A08-44C9-83DF-736E84224465}"/>
              </a:ext>
            </a:extLst>
          </p:cNvPr>
          <p:cNvSpPr>
            <a:spLocks xmlns:a="http://schemas.openxmlformats.org/drawingml/2006/main" noGrp="1"/>
          </p:cNvSpPr>
          <p:nvPr/>
        </p:nvSpPr>
        <p:spPr>
          <a:xfrm xmlns:a="http://schemas.openxmlformats.org/drawingml/2006/main">
            <a:off x="571500" y="3781425"/>
            <a:ext cx="519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Gebieden en bedragen</a:t>
            </a:r>
          </a:p>
        </p:txBody>
      </p:sp>
      <p:sp>
        <p:nvSpPr>
          <p:cNvPr id="9" name="Je berekent en markeert CS, PS, O en W.">
            <a:extLst xmlns:a="http://schemas.openxmlformats.org/drawingml/2006/main">
              <a:ext uri="{FF2B5EF4-FFF2-40B4-BE49-F238E27FC236}">
                <a16:creationId xmlns:a16="http://schemas.microsoft.com/office/drawing/2014/main" id="{CAC7A017-6E39-4AAB-902D-D19A159DD486}"/>
              </a:ext>
            </a:extLst>
          </p:cNvPr>
          <p:cNvSpPr>
            <a:spLocks xmlns:a="http://schemas.openxmlformats.org/drawingml/2006/main" noGrp="1"/>
          </p:cNvSpPr>
          <p:nvPr/>
        </p:nvSpPr>
        <p:spPr>
          <a:xfrm xmlns:a="http://schemas.openxmlformats.org/drawingml/2006/main">
            <a:off x="6286500" y="3781425"/>
            <a:ext cx="828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berekent en markeert CS, PS, O en W.</a:t>
            </a:r>
          </a:p>
        </p:txBody>
      </p:sp>
      <p:sp>
        <p:nvSpPr>
          <p:cNvPr id="10" name="">
            <a:extLst xmlns:a="http://schemas.openxmlformats.org/drawingml/2006/main">
              <a:ext uri="{FF2B5EF4-FFF2-40B4-BE49-F238E27FC236}">
                <a16:creationId xmlns:a16="http://schemas.microsoft.com/office/drawing/2014/main" id="{693C0724-BC4D-4717-AE99-79ECF3583CEE}"/>
              </a:ext>
            </a:extLst>
          </p:cNvPr>
          <p:cNvSpPr>
            <a:spLocks xmlns:a="http://schemas.openxmlformats.org/drawingml/2006/main" noGrp="1"/>
          </p:cNvSpPr>
          <p:nvPr/>
        </p:nvSpPr>
        <p:spPr>
          <a:xfrm xmlns:a="http://schemas.openxmlformats.org/drawingml/2006/main">
            <a:off x="571500" y="5019675"/>
            <a:ext cx="14097000" cy="0"/>
          </a:xfrm>
          <a:prstGeom xmlns:a="http://schemas.openxmlformats.org/drawingml/2006/main" prst="line">
            <a:avLst/>
          </a:prstGeom>
          <a:ln xmlns:a="http://schemas.openxmlformats.org/drawingml/2006/main" w="19050">
            <a:solidFill>
              <a:srgbClr val="C6D2DB"/>
            </a:solidFill>
          </a:ln>
        </p:spPr>
      </p:sp>
      <p:sp>
        <p:nvSpPr>
          <p:cNvPr id="11" name="Prijsgevoeligheid">
            <a:extLst xmlns:a="http://schemas.openxmlformats.org/drawingml/2006/main">
              <a:ext uri="{FF2B5EF4-FFF2-40B4-BE49-F238E27FC236}">
                <a16:creationId xmlns:a16="http://schemas.microsoft.com/office/drawing/2014/main" id="{207AE24A-BE77-4E03-91FE-552022DD6B52}"/>
              </a:ext>
            </a:extLst>
          </p:cNvPr>
          <p:cNvSpPr>
            <a:spLocks xmlns:a="http://schemas.openxmlformats.org/drawingml/2006/main" noGrp="1"/>
          </p:cNvSpPr>
          <p:nvPr/>
        </p:nvSpPr>
        <p:spPr>
          <a:xfrm xmlns:a="http://schemas.openxmlformats.org/drawingml/2006/main">
            <a:off x="571500" y="5429250"/>
            <a:ext cx="519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Prijsgevoeligheid</a:t>
            </a:r>
          </a:p>
        </p:txBody>
      </p:sp>
      <p:sp>
        <p:nvSpPr>
          <p:cNvPr id="12" name="Je verklaart wie relatief meer belasting draagt.">
            <a:extLst xmlns:a="http://schemas.openxmlformats.org/drawingml/2006/main">
              <a:ext uri="{FF2B5EF4-FFF2-40B4-BE49-F238E27FC236}">
                <a16:creationId xmlns:a16="http://schemas.microsoft.com/office/drawing/2014/main" id="{4456044C-26AC-4873-9F2A-10DF53C7A5D4}"/>
              </a:ext>
            </a:extLst>
          </p:cNvPr>
          <p:cNvSpPr>
            <a:spLocks xmlns:a="http://schemas.openxmlformats.org/drawingml/2006/main" noGrp="1"/>
          </p:cNvSpPr>
          <p:nvPr/>
        </p:nvSpPr>
        <p:spPr>
          <a:xfrm xmlns:a="http://schemas.openxmlformats.org/drawingml/2006/main">
            <a:off x="6286500" y="5429250"/>
            <a:ext cx="828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verklaart wie relatief meer belasting draagt.</a:t>
            </a:r>
          </a:p>
        </p:txBody>
      </p:sp>
      <p:sp>
        <p:nvSpPr>
          <p:cNvPr id="13" name="">
            <a:extLst xmlns:a="http://schemas.openxmlformats.org/drawingml/2006/main">
              <a:ext uri="{FF2B5EF4-FFF2-40B4-BE49-F238E27FC236}">
                <a16:creationId xmlns:a16="http://schemas.microsoft.com/office/drawing/2014/main" id="{32A6B465-F0E4-4BB3-8F03-0446766BAC68}"/>
              </a:ext>
            </a:extLst>
          </p:cNvPr>
          <p:cNvSpPr>
            <a:spLocks xmlns:a="http://schemas.openxmlformats.org/drawingml/2006/main" noGrp="1"/>
          </p:cNvSpPr>
          <p:nvPr/>
        </p:nvSpPr>
        <p:spPr>
          <a:xfrm xmlns:a="http://schemas.openxmlformats.org/drawingml/2006/main">
            <a:off x="571500" y="6667500"/>
            <a:ext cx="14097000" cy="0"/>
          </a:xfrm>
          <a:prstGeom xmlns:a="http://schemas.openxmlformats.org/drawingml/2006/main" prst="line">
            <a:avLst/>
          </a:prstGeom>
          <a:ln xmlns:a="http://schemas.openxmlformats.org/drawingml/2006/main" w="19050">
            <a:solidFill>
              <a:srgbClr val="C6D2DB"/>
            </a:solidFill>
          </a:ln>
        </p:spPr>
      </p:sp>
      <p:sp>
        <p:nvSpPr>
          <p:cNvPr id="14" name="Doelopgave 16 · Bedrukte tassen: wie betaalt?">
            <a:extLst xmlns:a="http://schemas.openxmlformats.org/drawingml/2006/main">
              <a:ext uri="{FF2B5EF4-FFF2-40B4-BE49-F238E27FC236}">
                <a16:creationId xmlns:a16="http://schemas.microsoft.com/office/drawing/2014/main" id="{BF5119A4-946C-483A-9A4C-91D5804EC9E4}"/>
              </a:ext>
            </a:extLst>
          </p:cNvPr>
          <p:cNvSpPr>
            <a:spLocks xmlns:a="http://schemas.openxmlformats.org/drawingml/2006/main" noGrp="1"/>
          </p:cNvSpPr>
          <p:nvPr/>
        </p:nvSpPr>
        <p:spPr>
          <a:xfrm xmlns:a="http://schemas.openxmlformats.org/drawingml/2006/main">
            <a:off x="571500" y="73628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Doelopgave 16 · Bedrukte tassen: wie betaalt?</a:t>
            </a:r>
          </a:p>
        </p:txBody>
      </p:sp>
    </p:spTree>
    <p:extLst>
      <p:ext uri="{BB962C8B-B14F-4D97-AF65-F5344CB8AC3E}">
        <p14:creationId xmlns:p14="http://schemas.microsoft.com/office/powerpoint/2010/main" val="19349568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otitieboekjes · de markt en de belasting">
            <a:extLst xmlns:a="http://schemas.openxmlformats.org/drawingml/2006/main">
              <a:ext uri="{FF2B5EF4-FFF2-40B4-BE49-F238E27FC236}">
                <a16:creationId xmlns:a16="http://schemas.microsoft.com/office/drawing/2014/main" id="{1195BDB5-539D-48D9-90BE-B28511EE4CF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Notitieboekjes · de markt en de belasting</a:t>
            </a:r>
          </a:p>
        </p:txBody>
      </p:sp>
      <p:sp>
        <p:nvSpPr>
          <p:cNvPr id="2" name="">
            <a:extLst xmlns:a="http://schemas.openxmlformats.org/drawingml/2006/main">
              <a:ext uri="{FF2B5EF4-FFF2-40B4-BE49-F238E27FC236}">
                <a16:creationId xmlns:a16="http://schemas.microsoft.com/office/drawing/2014/main" id="{4BAB83F1-29EE-4DEC-897D-4DDE1B0EA47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472536E5-F76C-42CD-866C-1B987F44F02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3">
            <a:extLst xmlns:a="http://schemas.openxmlformats.org/drawingml/2006/main">
              <a:ext uri="{FF2B5EF4-FFF2-40B4-BE49-F238E27FC236}">
                <a16:creationId xmlns:a16="http://schemas.microsoft.com/office/drawing/2014/main" id="{61478CCA-2C34-47D5-9699-393A6856C37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 Notitieboekjes">
            <a:extLst xmlns:a="http://schemas.openxmlformats.org/drawingml/2006/main">
              <a:ext uri="{FF2B5EF4-FFF2-40B4-BE49-F238E27FC236}">
                <a16:creationId xmlns:a16="http://schemas.microsoft.com/office/drawing/2014/main" id="{CE6E7CC1-67D4-4F59-9015-EED58CE3486B}"/>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sp>
        <p:nvSpPr>
          <p:cNvPr id="6" name="Vraag: Pc = 20 − 0,30Q&#10;Aanbod: Pp = 4 + 0,10Q">
            <a:extLst xmlns:a="http://schemas.openxmlformats.org/drawingml/2006/main">
              <a:ext uri="{FF2B5EF4-FFF2-40B4-BE49-F238E27FC236}">
                <a16:creationId xmlns:a16="http://schemas.microsoft.com/office/drawing/2014/main" id="{A740C8C0-5E23-46D3-B203-75110EE76B96}"/>
              </a:ext>
            </a:extLst>
          </p:cNvPr>
          <p:cNvSpPr>
            <a:spLocks xmlns:a="http://schemas.openxmlformats.org/drawingml/2006/main" noGrp="1"/>
          </p:cNvSpPr>
          <p:nvPr/>
        </p:nvSpPr>
        <p:spPr>
          <a:xfrm xmlns:a="http://schemas.openxmlformats.org/drawingml/2006/main">
            <a:off x="571500" y="2447925"/>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Vraag: Pc = 20 − 0,30Q</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Aanbod: Pp = 4 + 0,10Q</a:t>
            </a:r>
          </a:p>
        </p:txBody>
      </p:sp>
      <p:graphicFrame>
        <p:nvGraphicFramePr>
          <p:cNvPr id="15" name=""/>
          <p:cNvGraphicFramePr/>
          <p:nvPr/>
        </p:nvGraphicFramePr>
        <p:xfrm>
          <a:off xmlns:a="http://schemas.openxmlformats.org/drawingml/2006/main" x="571500" y="4314825"/>
          <a:ext xmlns:a="http://schemas.openxmlformats.org/drawingml/2006/main" cx="14097000" cy="2333625"/>
        </p:xfrm>
        <a:graphic xmlns:a="http://schemas.openxmlformats.org/drawingml/2006/main">
          <a:graphicData uri="http://schemas.openxmlformats.org/drawingml/2006/table">
            <a:tbl>
              <a:tblPr/>
              <a:tblGrid>
                <a:gridCol w="4524375"/>
                <a:gridCol w="4667250"/>
                <a:gridCol w="4905375"/>
              </a:tblGrid>
              <a:tr h="777875">
                <a:tc>
                  <a:txBody>
                    <a:bodyPr lIns="171450" tIns="95250" rIns="152400" bIns="95250"/>
                    <a:lstStyle/>
                    <a:p>
                      <a:r>
                        <a:rPr sz="2475"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Hoeveelheid per week</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Prijs per notitieboekje</a:t>
                      </a:r>
                    </a:p>
                  </a:txBody>
                  <a:tcPr marL="91440" marR="91440" marT="45720" marB="45720" anchor="ctr">
                    <a:solidFill>
                      <a:srgbClr val="183247"/>
                    </a:solidFill>
                  </a:tcPr>
                </a:tc>
              </a:tr>
              <a:tr h="777875">
                <a:tc>
                  <a:txBody>
                    <a:bodyPr lIns="171450" tIns="95250" rIns="152400" bIns="95250"/>
                    <a:lstStyle/>
                    <a:p>
                      <a:r>
                        <a:rPr sz="2475" b="0">
                          <a:solidFill>
                            <a:srgbClr val="183247"/>
                          </a:solidFill>
                          <a:latin typeface="Arial"/>
                          <a:ea typeface="Arial"/>
                          <a:cs typeface="Arial"/>
                        </a:rPr>
                        <a:t>Zonder belasting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Q₀ = 40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P₀ = € 8</a:t>
                      </a:r>
                    </a:p>
                  </a:txBody>
                  <a:tcPr marL="91440" marR="91440" marT="45720" marB="45720" anchor="ctr">
                    <a:solidFill>
                      <a:srgbClr val="FFFFFF"/>
                    </a:solidFill>
                  </a:tcPr>
                </a:tc>
              </a:tr>
              <a:tr h="777875">
                <a:tc>
                  <a:txBody>
                    <a:bodyPr lIns="171450" tIns="95250" rIns="152400" bIns="95250"/>
                    <a:lstStyle/>
                    <a:p>
                      <a:r>
                        <a:rPr sz="2475" b="0">
                          <a:solidFill>
                            <a:srgbClr val="183247"/>
                          </a:solidFill>
                          <a:latin typeface="Arial"/>
                          <a:ea typeface="Arial"/>
                          <a:cs typeface="Arial"/>
                        </a:rPr>
                        <a:t>Met t = € 4 per stuk</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Qt = 30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Pc = € 11 · Pp = € 7</a:t>
                      </a:r>
                    </a:p>
                  </a:txBody>
                  <a:tcPr marL="91440" marR="91440" marT="45720" marB="45720" anchor="ctr">
                    <a:solidFill>
                      <a:srgbClr val="EFF4F7"/>
                    </a:solidFill>
                  </a:tcPr>
                </a:tc>
              </a:tr>
            </a:tbl>
          </a:graphicData>
        </a:graphic>
      </p:graphicFrame>
      <p:sp>
        <p:nvSpPr>
          <p:cNvPr id="8" name="Veel kopers en verkopers; geen effecten voor buitenstaanders of ">
            <a:extLst xmlns:a="http://schemas.openxmlformats.org/drawingml/2006/main">
              <a:ext uri="{FF2B5EF4-FFF2-40B4-BE49-F238E27FC236}">
                <a16:creationId xmlns:a16="http://schemas.microsoft.com/office/drawing/2014/main" id="{4935188C-C910-4860-8761-DF6308C0175C}"/>
              </a:ext>
            </a:extLst>
          </p:cNvPr>
          <p:cNvSpPr>
            <a:spLocks xmlns:a="http://schemas.openxmlformats.org/drawingml/2006/main" noGrp="1"/>
          </p:cNvSpPr>
          <p:nvPr/>
        </p:nvSpPr>
        <p:spPr>
          <a:xfrm xmlns:a="http://schemas.openxmlformats.org/drawingml/2006/main">
            <a:off x="571500" y="71247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Veel kopers en verkopers; geen effecten voor buitenstaanders of uitvoeringskosten.</a:t>
            </a:r>
          </a:p>
        </p:txBody>
      </p:sp>
    </p:spTree>
    <p:extLst>
      <p:ext uri="{BB962C8B-B14F-4D97-AF65-F5344CB8AC3E}">
        <p14:creationId xmlns:p14="http://schemas.microsoft.com/office/powerpoint/2010/main" val="968385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urplus zonder belasting">
            <a:extLst xmlns:a="http://schemas.openxmlformats.org/drawingml/2006/main">
              <a:ext uri="{FF2B5EF4-FFF2-40B4-BE49-F238E27FC236}">
                <a16:creationId xmlns:a16="http://schemas.microsoft.com/office/drawing/2014/main" id="{A62C3B18-46D4-4A3B-B392-2E74F8858ABD}"/>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Surplus zonder belasting</a:t>
            </a:r>
          </a:p>
        </p:txBody>
      </p:sp>
      <p:sp>
        <p:nvSpPr>
          <p:cNvPr id="2" name="">
            <a:extLst xmlns:a="http://schemas.openxmlformats.org/drawingml/2006/main">
              <a:ext uri="{FF2B5EF4-FFF2-40B4-BE49-F238E27FC236}">
                <a16:creationId xmlns:a16="http://schemas.microsoft.com/office/drawing/2014/main" id="{039428A3-5A7C-4C46-832C-053546E16DB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CA6EF5B7-B547-4743-95CF-92D14E316A4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4">
            <a:extLst xmlns:a="http://schemas.openxmlformats.org/drawingml/2006/main">
              <a:ext uri="{FF2B5EF4-FFF2-40B4-BE49-F238E27FC236}">
                <a16:creationId xmlns:a16="http://schemas.microsoft.com/office/drawing/2014/main" id="{75165AAD-D402-4599-B737-25C80DE45C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 Notitieboekjes">
            <a:extLst xmlns:a="http://schemas.openxmlformats.org/drawingml/2006/main">
              <a:ext uri="{FF2B5EF4-FFF2-40B4-BE49-F238E27FC236}">
                <a16:creationId xmlns:a16="http://schemas.microsoft.com/office/drawing/2014/main" id="{825873E6-4C23-4C94-B849-977B7DFF342D}"/>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96f115d1d4c24381"/>
          </a:graphicData>
        </a:graphic>
      </p:graphicFrame>
      <p:sp>
        <p:nvSpPr>
          <p:cNvPr id="7" name="½ × basis × hoogte">
            <a:extLst xmlns:a="http://schemas.openxmlformats.org/drawingml/2006/main">
              <a:ext uri="{FF2B5EF4-FFF2-40B4-BE49-F238E27FC236}">
                <a16:creationId xmlns:a16="http://schemas.microsoft.com/office/drawing/2014/main" id="{63A56EBD-4B95-4D4B-8CF8-8DD0709B0752}"/>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½ × basis × hoogte</a:t>
            </a:r>
          </a:p>
        </p:txBody>
      </p:sp>
      <p:sp>
        <p:nvSpPr>
          <p:cNvPr id="8" name="CS = ½ × 40 × (20 − 8)&#10;= € 240 per week&#10;&#10;PS = ½ × 40 × (8 − 4)&#10;=">
            <a:extLst xmlns:a="http://schemas.openxmlformats.org/drawingml/2006/main">
              <a:ext uri="{FF2B5EF4-FFF2-40B4-BE49-F238E27FC236}">
                <a16:creationId xmlns:a16="http://schemas.microsoft.com/office/drawing/2014/main" id="{55FBDCAA-67DA-4063-86F1-30B94EE5353E}"/>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CS = ½ × 40 × (20 − 8)</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€ 240 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PS = ½ × 40 × (8 − 4)</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€ 80 per week</a:t>
            </a:r>
          </a:p>
        </p:txBody>
      </p:sp>
      <p:sp>
        <p:nvSpPr>
          <p:cNvPr id="9" name="Samen: € 320 per week">
            <a:extLst xmlns:a="http://schemas.openxmlformats.org/drawingml/2006/main">
              <a:ext uri="{FF2B5EF4-FFF2-40B4-BE49-F238E27FC236}">
                <a16:creationId xmlns:a16="http://schemas.microsoft.com/office/drawing/2014/main" id="{4EB6768D-0B1C-403C-968A-BD272DDF68E0}"/>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Samen: € 320 per week</a:t>
            </a:r>
          </a:p>
        </p:txBody>
      </p:sp>
    </p:spTree>
    <p:extLst>
      <p:ext uri="{BB962C8B-B14F-4D97-AF65-F5344CB8AC3E}">
        <p14:creationId xmlns:p14="http://schemas.microsoft.com/office/powerpoint/2010/main" val="4671669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belastingwig bij dezelfde hoeveelheid">
            <a:extLst xmlns:a="http://schemas.openxmlformats.org/drawingml/2006/main">
              <a:ext uri="{FF2B5EF4-FFF2-40B4-BE49-F238E27FC236}">
                <a16:creationId xmlns:a16="http://schemas.microsoft.com/office/drawing/2014/main" id="{E9C5FE50-7BC0-428B-932A-15E4284EBF48}"/>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belastingwig bij dezelfde hoeveelheid</a:t>
            </a:r>
          </a:p>
        </p:txBody>
      </p:sp>
      <p:sp>
        <p:nvSpPr>
          <p:cNvPr id="2" name="">
            <a:extLst xmlns:a="http://schemas.openxmlformats.org/drawingml/2006/main">
              <a:ext uri="{FF2B5EF4-FFF2-40B4-BE49-F238E27FC236}">
                <a16:creationId xmlns:a16="http://schemas.microsoft.com/office/drawing/2014/main" id="{7A92412D-054F-45F0-890A-C8FE4134106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E8132F92-3CD5-48BF-B3B1-0F923D12953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5">
            <a:extLst xmlns:a="http://schemas.openxmlformats.org/drawingml/2006/main">
              <a:ext uri="{FF2B5EF4-FFF2-40B4-BE49-F238E27FC236}">
                <a16:creationId xmlns:a16="http://schemas.microsoft.com/office/drawing/2014/main" id="{9D29EDC6-D1E3-45B4-A3E1-EE688384F60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 Notitieboekjes">
            <a:extLst xmlns:a="http://schemas.openxmlformats.org/drawingml/2006/main">
              <a:ext uri="{FF2B5EF4-FFF2-40B4-BE49-F238E27FC236}">
                <a16:creationId xmlns:a16="http://schemas.microsoft.com/office/drawing/2014/main" id="{6A674847-7D47-4751-A4BA-33706DE9863B}"/>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aa3f0793763344f3"/>
          </a:graphicData>
        </a:graphic>
      </p:graphicFrame>
      <p:sp>
        <p:nvSpPr>
          <p:cNvPr id="7" name="Qt = 30 per week">
            <a:extLst xmlns:a="http://schemas.openxmlformats.org/drawingml/2006/main">
              <a:ext uri="{FF2B5EF4-FFF2-40B4-BE49-F238E27FC236}">
                <a16:creationId xmlns:a16="http://schemas.microsoft.com/office/drawing/2014/main" id="{14A778AD-F718-4E57-BCEA-EE4ECC9CFD1A}"/>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Qt = 30 per week</a:t>
            </a:r>
          </a:p>
        </p:txBody>
      </p:sp>
      <p:sp>
        <p:nvSpPr>
          <p:cNvPr id="8" name="Pc = € 11 op V&#10;Pp = € 7 op A&#10;&#10;Pc − Pp = t&#10;11 − 7 = € 4">
            <a:extLst xmlns:a="http://schemas.openxmlformats.org/drawingml/2006/main">
              <a:ext uri="{FF2B5EF4-FFF2-40B4-BE49-F238E27FC236}">
                <a16:creationId xmlns:a16="http://schemas.microsoft.com/office/drawing/2014/main" id="{D94ACCC5-32CE-43B5-81A2-3E7770BD980A}"/>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Pc = € 11 op V</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Pp = € 7 op A</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Pc − Pp = t</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11 − 7 = € 4</a:t>
            </a:r>
          </a:p>
        </p:txBody>
      </p:sp>
      <p:sp>
        <p:nvSpPr>
          <p:cNvPr id="9" name="A + t: Pc = 8 + 0,10Q">
            <a:extLst xmlns:a="http://schemas.openxmlformats.org/drawingml/2006/main">
              <a:ext uri="{FF2B5EF4-FFF2-40B4-BE49-F238E27FC236}">
                <a16:creationId xmlns:a16="http://schemas.microsoft.com/office/drawing/2014/main" id="{FFA3145B-5361-4295-BE41-F7414B562ED9}"/>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A + t: Pc = 8 + 0,10Q</a:t>
            </a:r>
          </a:p>
        </p:txBody>
      </p:sp>
    </p:spTree>
    <p:extLst>
      <p:ext uri="{BB962C8B-B14F-4D97-AF65-F5344CB8AC3E}">
        <p14:creationId xmlns:p14="http://schemas.microsoft.com/office/powerpoint/2010/main" val="20997774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belastingdruk per notitieboekje">
            <a:extLst xmlns:a="http://schemas.openxmlformats.org/drawingml/2006/main">
              <a:ext uri="{FF2B5EF4-FFF2-40B4-BE49-F238E27FC236}">
                <a16:creationId xmlns:a16="http://schemas.microsoft.com/office/drawing/2014/main" id="{3CAA20D7-0403-4369-8281-BE0C83637CC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belastingdruk per notitieboekje</a:t>
            </a:r>
          </a:p>
        </p:txBody>
      </p:sp>
      <p:sp>
        <p:nvSpPr>
          <p:cNvPr id="2" name="">
            <a:extLst xmlns:a="http://schemas.openxmlformats.org/drawingml/2006/main">
              <a:ext uri="{FF2B5EF4-FFF2-40B4-BE49-F238E27FC236}">
                <a16:creationId xmlns:a16="http://schemas.microsoft.com/office/drawing/2014/main" id="{1EA277A9-1B9C-4319-AA71-0EF42230A75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B52AAF4E-91AB-4550-A088-ACC7188AA4D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6">
            <a:extLst xmlns:a="http://schemas.openxmlformats.org/drawingml/2006/main">
              <a:ext uri="{FF2B5EF4-FFF2-40B4-BE49-F238E27FC236}">
                <a16:creationId xmlns:a16="http://schemas.microsoft.com/office/drawing/2014/main" id="{7575E355-DE30-493D-B334-E70D7ABB107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 Notitieboekjes">
            <a:extLst xmlns:a="http://schemas.openxmlformats.org/drawingml/2006/main">
              <a:ext uri="{FF2B5EF4-FFF2-40B4-BE49-F238E27FC236}">
                <a16:creationId xmlns:a16="http://schemas.microsoft.com/office/drawing/2014/main" id="{E4D581E7-6EA8-481B-95BA-1BA9760C8A5E}"/>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5" name=""/>
          <p:cNvGraphicFramePr/>
          <p:nvPr/>
        </p:nvGraphicFramePr>
        <p:xfrm>
          <a:off xmlns:a="http://schemas.openxmlformats.org/drawingml/2006/main" x="571500" y="2571750"/>
          <a:ext xmlns:a="http://schemas.openxmlformats.org/drawingml/2006/main" cx="14097000" cy="2571750"/>
        </p:xfrm>
        <a:graphic xmlns:a="http://schemas.openxmlformats.org/drawingml/2006/main">
          <a:graphicData uri="http://schemas.openxmlformats.org/drawingml/2006/table">
            <a:tbl>
              <a:tblPr/>
              <a:tblGrid>
                <a:gridCol w="4095750"/>
                <a:gridCol w="6858000"/>
                <a:gridCol w="3143250"/>
              </a:tblGrid>
              <a:tr h="857250">
                <a:tc>
                  <a:txBody>
                    <a:bodyPr lIns="171450" tIns="95250" rIns="152400" bIns="95250"/>
                    <a:lstStyle/>
                    <a:p>
                      <a:r>
                        <a:rPr sz="2550" b="1">
                          <a:solidFill>
                            <a:srgbClr val="FFFFFF"/>
                          </a:solidFill>
                          <a:latin typeface="Arial"/>
                          <a:ea typeface="Arial"/>
                          <a:cs typeface="Arial"/>
                        </a:rPr>
                        <a:t>Wie draagt de last?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Verandering ten opzichte van P₀</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Last per stuk</a:t>
                      </a:r>
                    </a:p>
                  </a:txBody>
                  <a:tcPr marL="91440" marR="91440" marT="45720" marB="45720" anchor="ctr">
                    <a:solidFill>
                      <a:srgbClr val="183247"/>
                    </a:solidFill>
                  </a:tcPr>
                </a:tc>
              </a:tr>
              <a:tr h="857250">
                <a:tc>
                  <a:txBody>
                    <a:bodyPr lIns="171450" tIns="95250" rIns="152400" bIns="95250"/>
                    <a:lstStyle/>
                    <a:p>
                      <a:r>
                        <a:rPr sz="2550" b="0">
                          <a:solidFill>
                            <a:srgbClr val="183247"/>
                          </a:solidFill>
                          <a:latin typeface="Arial"/>
                          <a:ea typeface="Arial"/>
                          <a:cs typeface="Arial"/>
                        </a:rPr>
                        <a:t>Koper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Pc − P₀ = 11 − 8</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€ 3</a:t>
                      </a:r>
                    </a:p>
                  </a:txBody>
                  <a:tcPr marL="91440" marR="91440" marT="45720" marB="45720" anchor="ctr">
                    <a:solidFill>
                      <a:srgbClr val="FFFFFF"/>
                    </a:solidFill>
                  </a:tcPr>
                </a:tc>
              </a:tr>
              <a:tr h="857250">
                <a:tc>
                  <a:txBody>
                    <a:bodyPr lIns="171450" tIns="95250" rIns="152400" bIns="95250"/>
                    <a:lstStyle/>
                    <a:p>
                      <a:r>
                        <a:rPr sz="2550" b="0">
                          <a:solidFill>
                            <a:srgbClr val="183247"/>
                          </a:solidFill>
                          <a:latin typeface="Arial"/>
                          <a:ea typeface="Arial"/>
                          <a:cs typeface="Arial"/>
                        </a:rPr>
                        <a:t>Verkoper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P₀ − Pp = 8 − 7</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a:t>
                      </a:r>
                    </a:p>
                  </a:txBody>
                  <a:tcPr marL="91440" marR="91440" marT="45720" marB="45720" anchor="ctr">
                    <a:solidFill>
                      <a:srgbClr val="EFF4F7"/>
                    </a:solidFill>
                  </a:tcPr>
                </a:tc>
              </a:tr>
            </a:tbl>
          </a:graphicData>
        </a:graphic>
      </p:graphicFrame>
      <p:sp>
        <p:nvSpPr>
          <p:cNvPr id="7" name="Afwentelingspercentage = (Pc − P₀) / t × 100%">
            <a:extLst xmlns:a="http://schemas.openxmlformats.org/drawingml/2006/main">
              <a:ext uri="{FF2B5EF4-FFF2-40B4-BE49-F238E27FC236}">
                <a16:creationId xmlns:a16="http://schemas.microsoft.com/office/drawing/2014/main" id="{215A3F53-AB5E-4798-8F43-1CA7F7DECEEF}"/>
              </a:ext>
            </a:extLst>
          </p:cNvPr>
          <p:cNvSpPr>
            <a:spLocks xmlns:a="http://schemas.openxmlformats.org/drawingml/2006/main" noGrp="1"/>
          </p:cNvSpPr>
          <p:nvPr/>
        </p:nvSpPr>
        <p:spPr>
          <a:xfrm xmlns:a="http://schemas.openxmlformats.org/drawingml/2006/main">
            <a:off x="571500" y="57340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Afwentelingspercentage = (Pc − P₀) / t × 100%</a:t>
            </a:r>
          </a:p>
        </p:txBody>
      </p:sp>
      <p:sp>
        <p:nvSpPr>
          <p:cNvPr id="8" name="3 / 4 × 100% = 75%">
            <a:extLst xmlns:a="http://schemas.openxmlformats.org/drawingml/2006/main">
              <a:ext uri="{FF2B5EF4-FFF2-40B4-BE49-F238E27FC236}">
                <a16:creationId xmlns:a16="http://schemas.microsoft.com/office/drawing/2014/main" id="{ECDA109B-6030-45CB-8581-E4FE9D5043F5}"/>
              </a:ext>
            </a:extLst>
          </p:cNvPr>
          <p:cNvSpPr>
            <a:spLocks xmlns:a="http://schemas.openxmlformats.org/drawingml/2006/main" noGrp="1"/>
          </p:cNvSpPr>
          <p:nvPr/>
        </p:nvSpPr>
        <p:spPr>
          <a:xfrm xmlns:a="http://schemas.openxmlformats.org/drawingml/2006/main">
            <a:off x="571500" y="6667500"/>
            <a:ext cx="876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3 / 4 × 100% = 75%</a:t>
            </a:r>
          </a:p>
        </p:txBody>
      </p:sp>
      <p:sp>
        <p:nvSpPr>
          <p:cNvPr id="9" name="Controle: € 3 + € 1 = € 4">
            <a:extLst xmlns:a="http://schemas.openxmlformats.org/drawingml/2006/main">
              <a:ext uri="{FF2B5EF4-FFF2-40B4-BE49-F238E27FC236}">
                <a16:creationId xmlns:a16="http://schemas.microsoft.com/office/drawing/2014/main" id="{929BB443-8D68-41EA-A4B4-F47B8539490F}"/>
              </a:ext>
            </a:extLst>
          </p:cNvPr>
          <p:cNvSpPr>
            <a:spLocks xmlns:a="http://schemas.openxmlformats.org/drawingml/2006/main" noGrp="1"/>
          </p:cNvSpPr>
          <p:nvPr/>
        </p:nvSpPr>
        <p:spPr>
          <a:xfrm xmlns:a="http://schemas.openxmlformats.org/drawingml/2006/main">
            <a:off x="9810750" y="67627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Controle: € 3 + € 1 = € 4</a:t>
            </a:r>
          </a:p>
        </p:txBody>
      </p:sp>
    </p:spTree>
    <p:extLst>
      <p:ext uri="{BB962C8B-B14F-4D97-AF65-F5344CB8AC3E}">
        <p14:creationId xmlns:p14="http://schemas.microsoft.com/office/powerpoint/2010/main" val="4476047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S en PS met belasting">
            <a:extLst xmlns:a="http://schemas.openxmlformats.org/drawingml/2006/main">
              <a:ext uri="{FF2B5EF4-FFF2-40B4-BE49-F238E27FC236}">
                <a16:creationId xmlns:a16="http://schemas.microsoft.com/office/drawing/2014/main" id="{6F5C1D08-CD07-4B8E-996C-096FE1F71BE2}"/>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CS en PS met belasting</a:t>
            </a:r>
          </a:p>
        </p:txBody>
      </p:sp>
      <p:sp>
        <p:nvSpPr>
          <p:cNvPr id="2" name="">
            <a:extLst xmlns:a="http://schemas.openxmlformats.org/drawingml/2006/main">
              <a:ext uri="{FF2B5EF4-FFF2-40B4-BE49-F238E27FC236}">
                <a16:creationId xmlns:a16="http://schemas.microsoft.com/office/drawing/2014/main" id="{6F8D5A33-C5DA-4C28-B4FC-DB3168D1F64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4FB36E16-476B-41BF-A6F1-2968A2C8A86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7">
            <a:extLst xmlns:a="http://schemas.openxmlformats.org/drawingml/2006/main">
              <a:ext uri="{FF2B5EF4-FFF2-40B4-BE49-F238E27FC236}">
                <a16:creationId xmlns:a16="http://schemas.microsoft.com/office/drawing/2014/main" id="{049FEC33-92FE-40D8-87C0-A2F7806E659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 Notitieboekjes">
            <a:extLst xmlns:a="http://schemas.openxmlformats.org/drawingml/2006/main">
              <a:ext uri="{FF2B5EF4-FFF2-40B4-BE49-F238E27FC236}">
                <a16:creationId xmlns:a16="http://schemas.microsoft.com/office/drawing/2014/main" id="{2AEF2E5E-2702-410E-A8B6-AC3EBB521535}"/>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677d9b7211a34fc7"/>
          </a:graphicData>
        </a:graphic>
      </p:graphicFrame>
      <p:sp>
        <p:nvSpPr>
          <p:cNvPr id="7" name="Nieuwe driehoeken">
            <a:extLst xmlns:a="http://schemas.openxmlformats.org/drawingml/2006/main">
              <a:ext uri="{FF2B5EF4-FFF2-40B4-BE49-F238E27FC236}">
                <a16:creationId xmlns:a16="http://schemas.microsoft.com/office/drawing/2014/main" id="{E386CD49-1F97-4DBA-AE14-173EB2C420E9}"/>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Nieuwe driehoeken</a:t>
            </a:r>
          </a:p>
        </p:txBody>
      </p:sp>
      <p:sp>
        <p:nvSpPr>
          <p:cNvPr id="8" name="CS = ½ × 30 × (20 − 11)&#10;= € 135 per week&#10;&#10;PS = ½ × 30 × (7 − 4)&#10;">
            <a:extLst xmlns:a="http://schemas.openxmlformats.org/drawingml/2006/main">
              <a:ext uri="{FF2B5EF4-FFF2-40B4-BE49-F238E27FC236}">
                <a16:creationId xmlns:a16="http://schemas.microsoft.com/office/drawing/2014/main" id="{87109933-37BA-4B01-A345-2F1F374FB368}"/>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CS = ½ × 30 × (20 − 11)</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€ 135 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PS = ½ × 30 × (7 − 4)</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€ 45 per week</a:t>
            </a:r>
          </a:p>
        </p:txBody>
      </p:sp>
      <p:sp>
        <p:nvSpPr>
          <p:cNvPr id="9" name="CS boven Pc; PS onder Pp">
            <a:extLst xmlns:a="http://schemas.openxmlformats.org/drawingml/2006/main">
              <a:ext uri="{FF2B5EF4-FFF2-40B4-BE49-F238E27FC236}">
                <a16:creationId xmlns:a16="http://schemas.microsoft.com/office/drawing/2014/main" id="{04EE7F4F-98BB-45B2-9A8D-F25802CA4842}"/>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CS boven Pc; PS onder Pp</a:t>
            </a:r>
          </a:p>
        </p:txBody>
      </p:sp>
    </p:spTree>
    <p:extLst>
      <p:ext uri="{BB962C8B-B14F-4D97-AF65-F5344CB8AC3E}">
        <p14:creationId xmlns:p14="http://schemas.microsoft.com/office/powerpoint/2010/main" val="6019485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elastingopbrengst: de verkochte producten">
            <a:extLst xmlns:a="http://schemas.openxmlformats.org/drawingml/2006/main">
              <a:ext uri="{FF2B5EF4-FFF2-40B4-BE49-F238E27FC236}">
                <a16:creationId xmlns:a16="http://schemas.microsoft.com/office/drawing/2014/main" id="{30A0F79F-3A0A-4ECC-93E4-1AD3AB1F5E15}"/>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Belastingopbrengst: de verkochte producten</a:t>
            </a:r>
          </a:p>
        </p:txBody>
      </p:sp>
      <p:sp>
        <p:nvSpPr>
          <p:cNvPr id="2" name="">
            <a:extLst xmlns:a="http://schemas.openxmlformats.org/drawingml/2006/main">
              <a:ext uri="{FF2B5EF4-FFF2-40B4-BE49-F238E27FC236}">
                <a16:creationId xmlns:a16="http://schemas.microsoft.com/office/drawing/2014/main" id="{45753986-14AD-4D4A-9499-739DDE634D2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DAE2F796-1A3E-4912-9AFE-3E7A7384340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8">
            <a:extLst xmlns:a="http://schemas.openxmlformats.org/drawingml/2006/main">
              <a:ext uri="{FF2B5EF4-FFF2-40B4-BE49-F238E27FC236}">
                <a16:creationId xmlns:a16="http://schemas.microsoft.com/office/drawing/2014/main" id="{25A2DF18-C9A1-491A-A987-9C956D9DC96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 Notitieboekjes">
            <a:extLst xmlns:a="http://schemas.openxmlformats.org/drawingml/2006/main">
              <a:ext uri="{FF2B5EF4-FFF2-40B4-BE49-F238E27FC236}">
                <a16:creationId xmlns:a16="http://schemas.microsoft.com/office/drawing/2014/main" id="{101862DA-083E-4E84-8842-A08401F5BC93}"/>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f0f50520d6534c4c"/>
          </a:graphicData>
        </a:graphic>
      </p:graphicFrame>
      <p:sp>
        <p:nvSpPr>
          <p:cNvPr id="7" name="O = t × Qt">
            <a:extLst xmlns:a="http://schemas.openxmlformats.org/drawingml/2006/main">
              <a:ext uri="{FF2B5EF4-FFF2-40B4-BE49-F238E27FC236}">
                <a16:creationId xmlns:a16="http://schemas.microsoft.com/office/drawing/2014/main" id="{9CC7045E-4E23-407D-9427-1A3D83064969}"/>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O = t × Qt</a:t>
            </a:r>
          </a:p>
        </p:txBody>
      </p:sp>
      <p:sp>
        <p:nvSpPr>
          <p:cNvPr id="8" name="O = 4 × 30&#10;= € 120 per week&#10;&#10;Breedte: 30 per week&#10;Hoogte: € 4 pe">
            <a:extLst xmlns:a="http://schemas.openxmlformats.org/drawingml/2006/main">
              <a:ext uri="{FF2B5EF4-FFF2-40B4-BE49-F238E27FC236}">
                <a16:creationId xmlns:a16="http://schemas.microsoft.com/office/drawing/2014/main" id="{A8546395-0F5E-406E-AC51-BD6C942E51A6}"/>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 = 4 × 30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€ 120 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Breedte: 30 per week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 € 4 per stuk</a:t>
            </a:r>
          </a:p>
        </p:txBody>
      </p:sp>
      <p:sp>
        <p:nvSpPr>
          <p:cNvPr id="9" name="O: verticaal gearceerd">
            <a:extLst xmlns:a="http://schemas.openxmlformats.org/drawingml/2006/main">
              <a:ext uri="{FF2B5EF4-FFF2-40B4-BE49-F238E27FC236}">
                <a16:creationId xmlns:a16="http://schemas.microsoft.com/office/drawing/2014/main" id="{C3FF061D-82BD-4A67-A765-1BD8EBE91D23}"/>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O: verticaal gearceerd</a:t>
            </a:r>
          </a:p>
        </p:txBody>
      </p:sp>
    </p:spTree>
    <p:extLst>
      <p:ext uri="{BB962C8B-B14F-4D97-AF65-F5344CB8AC3E}">
        <p14:creationId xmlns:p14="http://schemas.microsoft.com/office/powerpoint/2010/main" val="17613072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elvaartsverlies: gemiste voordelige transacties">
            <a:extLst xmlns:a="http://schemas.openxmlformats.org/drawingml/2006/main">
              <a:ext uri="{FF2B5EF4-FFF2-40B4-BE49-F238E27FC236}">
                <a16:creationId xmlns:a16="http://schemas.microsoft.com/office/drawing/2014/main" id="{1E7CC102-C499-4B0E-9B5E-A077708E58D9}"/>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Welvaartsverlies: gemiste voordelige transacties</a:t>
            </a:r>
          </a:p>
        </p:txBody>
      </p:sp>
      <p:sp>
        <p:nvSpPr>
          <p:cNvPr id="2" name="">
            <a:extLst xmlns:a="http://schemas.openxmlformats.org/drawingml/2006/main">
              <a:ext uri="{FF2B5EF4-FFF2-40B4-BE49-F238E27FC236}">
                <a16:creationId xmlns:a16="http://schemas.microsoft.com/office/drawing/2014/main" id="{F663C6D2-F565-4A44-BD21-8600304E592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CAF78041-D471-46CB-B99D-257418E5C12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9">
            <a:extLst xmlns:a="http://schemas.openxmlformats.org/drawingml/2006/main">
              <a:ext uri="{FF2B5EF4-FFF2-40B4-BE49-F238E27FC236}">
                <a16:creationId xmlns:a16="http://schemas.microsoft.com/office/drawing/2014/main" id="{6578F178-1C2F-4C70-8F60-ACFC1929542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 Notitieboekjes">
            <a:extLst xmlns:a="http://schemas.openxmlformats.org/drawingml/2006/main">
              <a:ext uri="{FF2B5EF4-FFF2-40B4-BE49-F238E27FC236}">
                <a16:creationId xmlns:a16="http://schemas.microsoft.com/office/drawing/2014/main" id="{92B73E55-C0AE-4CDE-AB3B-29AE4F0B0F9E}"/>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8ba7fd064404473c"/>
          </a:graphicData>
        </a:graphic>
      </p:graphicFrame>
      <p:sp>
        <p:nvSpPr>
          <p:cNvPr id="7" name="W = ½ × (Q₀ − Qt) × t">
            <a:extLst xmlns:a="http://schemas.openxmlformats.org/drawingml/2006/main">
              <a:ext uri="{FF2B5EF4-FFF2-40B4-BE49-F238E27FC236}">
                <a16:creationId xmlns:a16="http://schemas.microsoft.com/office/drawing/2014/main" id="{B69BEBFF-6E45-4608-A17B-0BE474FBA295}"/>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3302A"/>
                </a:solidFill>
                <a:latin typeface="Arial"/>
                <a:ea typeface="Arial"/>
                <a:cs typeface="Arial"/>
              </a:defRPr>
            </a:pPr>
            <a:r>
              <a:rPr sz="2550" b="1">
                <a:solidFill>
                  <a:srgbClr val="A3302A"/>
                </a:solidFill>
                <a:latin typeface="Arial"/>
                <a:ea typeface="Arial"/>
                <a:cs typeface="Arial"/>
              </a:rPr>
              <a:t>W = ½ × (Q₀ − Qt) × t</a:t>
            </a:r>
          </a:p>
        </p:txBody>
      </p:sp>
      <p:sp>
        <p:nvSpPr>
          <p:cNvPr id="8" name="W = ½ × (40 − 30) × 4&#10;= € 20 per week&#10;&#10;Basis: 10 per week&#10;Hoogte">
            <a:extLst xmlns:a="http://schemas.openxmlformats.org/drawingml/2006/main">
              <a:ext uri="{FF2B5EF4-FFF2-40B4-BE49-F238E27FC236}">
                <a16:creationId xmlns:a16="http://schemas.microsoft.com/office/drawing/2014/main" id="{5AF9FB3D-560C-46ED-BABA-F4C316D65C38}"/>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 = ½ × (40 − 30) × 4</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€ 20 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Basis: 10 per week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 € 4 per stuk</a:t>
            </a:r>
          </a:p>
        </p:txBody>
      </p:sp>
      <p:sp>
        <p:nvSpPr>
          <p:cNvPr id="9" name="W: horizontaal gearceerd">
            <a:extLst xmlns:a="http://schemas.openxmlformats.org/drawingml/2006/main">
              <a:ext uri="{FF2B5EF4-FFF2-40B4-BE49-F238E27FC236}">
                <a16:creationId xmlns:a16="http://schemas.microsoft.com/office/drawing/2014/main" id="{617D5774-08B8-4BF6-9E01-B79C07310990}"/>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3302A"/>
                </a:solidFill>
                <a:latin typeface="Arial"/>
                <a:ea typeface="Arial"/>
                <a:cs typeface="Arial"/>
              </a:defRPr>
            </a:pPr>
            <a:r>
              <a:rPr sz="2400" b="1">
                <a:solidFill>
                  <a:srgbClr val="A3302A"/>
                </a:solidFill>
                <a:latin typeface="Arial"/>
                <a:ea typeface="Arial"/>
                <a:cs typeface="Arial"/>
              </a:rPr>
              <a:t>W: horizontaal gearceerd</a:t>
            </a:r>
          </a:p>
        </p:txBody>
      </p:sp>
    </p:spTree>
    <p:extLst>
      <p:ext uri="{BB962C8B-B14F-4D97-AF65-F5344CB8AC3E}">
        <p14:creationId xmlns:p14="http://schemas.microsoft.com/office/powerpoint/2010/main" val="7960429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 welvaartsrekening">
            <a:extLst xmlns:a="http://schemas.openxmlformats.org/drawingml/2006/main">
              <a:ext uri="{FF2B5EF4-FFF2-40B4-BE49-F238E27FC236}">
                <a16:creationId xmlns:a16="http://schemas.microsoft.com/office/drawing/2014/main" id="{C2D6E192-B8DB-49D4-B45F-26D5404C177D}"/>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welvaartsrekening</a:t>
            </a:r>
          </a:p>
        </p:txBody>
      </p:sp>
      <p:sp>
        <p:nvSpPr>
          <p:cNvPr id="2" name="">
            <a:extLst xmlns:a="http://schemas.openxmlformats.org/drawingml/2006/main">
              <a:ext uri="{FF2B5EF4-FFF2-40B4-BE49-F238E27FC236}">
                <a16:creationId xmlns:a16="http://schemas.microsoft.com/office/drawing/2014/main" id="{71309301-2B1B-4BE2-9FFD-94B7E4648CE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714C86C8-E366-4F94-92EE-7CCBD03EC50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10">
            <a:extLst xmlns:a="http://schemas.openxmlformats.org/drawingml/2006/main">
              <a:ext uri="{FF2B5EF4-FFF2-40B4-BE49-F238E27FC236}">
                <a16:creationId xmlns:a16="http://schemas.microsoft.com/office/drawing/2014/main" id="{0949573F-BD90-4A65-9D72-7B27E8CFA82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 Notitieboekjes">
            <a:extLst xmlns:a="http://schemas.openxmlformats.org/drawingml/2006/main">
              <a:ext uri="{FF2B5EF4-FFF2-40B4-BE49-F238E27FC236}">
                <a16:creationId xmlns:a16="http://schemas.microsoft.com/office/drawing/2014/main" id="{454C7712-C7FE-4F54-AFBF-D05ED9FA0B7A}"/>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3" name=""/>
          <p:cNvGraphicFramePr/>
          <p:nvPr/>
        </p:nvGraphicFramePr>
        <p:xfrm>
          <a:off xmlns:a="http://schemas.openxmlformats.org/drawingml/2006/main" x="571500" y="2505075"/>
          <a:ext xmlns:a="http://schemas.openxmlformats.org/drawingml/2006/main" cx="14097000" cy="3600450"/>
        </p:xfrm>
        <a:graphic xmlns:a="http://schemas.openxmlformats.org/drawingml/2006/main">
          <a:graphicData uri="http://schemas.openxmlformats.org/drawingml/2006/table">
            <a:tbl>
              <a:tblPr/>
              <a:tblGrid>
                <a:gridCol w="6477000"/>
                <a:gridCol w="3810000"/>
                <a:gridCol w="3810000"/>
              </a:tblGrid>
              <a:tr h="720090">
                <a:tc>
                  <a:txBody>
                    <a:bodyPr lIns="171450" tIns="95250" rIns="152400" bIns="95250"/>
                    <a:lstStyle/>
                    <a:p>
                      <a:r>
                        <a:rPr sz="2550" b="1">
                          <a:solidFill>
                            <a:srgbClr val="FFFFFF"/>
                          </a:solidFill>
                          <a:latin typeface="Arial"/>
                          <a:ea typeface="Arial"/>
                          <a:cs typeface="Arial"/>
                        </a:rPr>
                        <a:t>Grootheid (€ per week)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Zonder belasting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Met belasting</a:t>
                      </a:r>
                    </a:p>
                  </a:txBody>
                  <a:tcPr marL="91440" marR="91440" marT="45720" marB="45720" anchor="ctr">
                    <a:solidFill>
                      <a:srgbClr val="183247"/>
                    </a:solidFill>
                  </a:tcPr>
                </a:tc>
              </a:tr>
              <a:tr h="720090">
                <a:tc>
                  <a:txBody>
                    <a:bodyPr lIns="171450" tIns="95250" rIns="152400" bIns="95250"/>
                    <a:lstStyle/>
                    <a:p>
                      <a:r>
                        <a:rPr sz="2550"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135</a:t>
                      </a:r>
                    </a:p>
                  </a:txBody>
                  <a:tcPr marL="91440" marR="91440" marT="45720" marB="45720" anchor="ctr">
                    <a:solidFill>
                      <a:srgbClr val="FFFFFF"/>
                    </a:solidFill>
                  </a:tcPr>
                </a:tc>
              </a:tr>
              <a:tr h="720090">
                <a:tc>
                  <a:txBody>
                    <a:bodyPr lIns="171450" tIns="95250" rIns="152400" bIns="95250"/>
                    <a:lstStyle/>
                    <a:p>
                      <a:r>
                        <a:rPr sz="2550"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80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45</a:t>
                      </a:r>
                    </a:p>
                  </a:txBody>
                  <a:tcPr marL="91440" marR="91440" marT="45720" marB="45720" anchor="ctr">
                    <a:solidFill>
                      <a:srgbClr val="EFF4F7"/>
                    </a:solidFill>
                  </a:tcPr>
                </a:tc>
              </a:tr>
              <a:tr h="720090">
                <a:tc>
                  <a:txBody>
                    <a:bodyPr lIns="171450" tIns="95250" rIns="152400" bIns="95250"/>
                    <a:lstStyle/>
                    <a:p>
                      <a:r>
                        <a:rPr sz="2550" b="0">
                          <a:solidFill>
                            <a:srgbClr val="183247"/>
                          </a:solidFill>
                          <a:latin typeface="Arial"/>
                          <a:ea typeface="Arial"/>
                          <a:cs typeface="Arial"/>
                        </a:rPr>
                        <a:t>O</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120</a:t>
                      </a:r>
                    </a:p>
                  </a:txBody>
                  <a:tcPr marL="91440" marR="91440" marT="45720" marB="45720" anchor="ctr">
                    <a:solidFill>
                      <a:srgbClr val="FFFFFF"/>
                    </a:solidFill>
                  </a:tcPr>
                </a:tc>
              </a:tr>
              <a:tr h="720090">
                <a:tc>
                  <a:txBody>
                    <a:bodyPr lIns="171450" tIns="95250" rIns="152400" bIns="95250"/>
                    <a:lstStyle/>
                    <a:p>
                      <a:r>
                        <a:rPr sz="2550" b="0">
                          <a:solidFill>
                            <a:srgbClr val="183247"/>
                          </a:solidFill>
                          <a:latin typeface="Arial"/>
                          <a:ea typeface="Arial"/>
                          <a:cs typeface="Arial"/>
                        </a:rPr>
                        <a:t>CS + PS + O</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320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300</a:t>
                      </a:r>
                    </a:p>
                  </a:txBody>
                  <a:tcPr marL="91440" marR="91440" marT="45720" marB="45720" anchor="ctr">
                    <a:solidFill>
                      <a:srgbClr val="EFF4F7"/>
                    </a:solidFill>
                  </a:tcPr>
                </a:tc>
              </a:tr>
            </a:tbl>
          </a:graphicData>
        </a:graphic>
      </p:graphicFrame>
      <p:sp>
        <p:nvSpPr>
          <p:cNvPr id="7" name="W = 320 − (135 + 45 + 120) = € 20 per week">
            <a:extLst xmlns:a="http://schemas.openxmlformats.org/drawingml/2006/main">
              <a:ext uri="{FF2B5EF4-FFF2-40B4-BE49-F238E27FC236}">
                <a16:creationId xmlns:a16="http://schemas.microsoft.com/office/drawing/2014/main" id="{DBC994A5-D733-4872-BA56-E83BBE532292}"/>
              </a:ext>
            </a:extLst>
          </p:cNvPr>
          <p:cNvSpPr>
            <a:spLocks xmlns:a="http://schemas.openxmlformats.org/drawingml/2006/main" noGrp="1"/>
          </p:cNvSpPr>
          <p:nvPr/>
        </p:nvSpPr>
        <p:spPr>
          <a:xfrm xmlns:a="http://schemas.openxmlformats.org/drawingml/2006/main">
            <a:off x="571500" y="666750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3302A"/>
                </a:solidFill>
                <a:latin typeface="Arial"/>
                <a:ea typeface="Arial"/>
                <a:cs typeface="Arial"/>
              </a:defRPr>
            </a:pPr>
            <a:r>
              <a:rPr sz="3300" b="1">
                <a:solidFill>
                  <a:srgbClr val="A3302A"/>
                </a:solidFill>
                <a:latin typeface="Arial"/>
                <a:ea typeface="Arial"/>
                <a:cs typeface="Arial"/>
              </a:rPr>
              <a:t>W = 320 − (135 + 45 + 120) = € 20 per week</a:t>
            </a:r>
          </a:p>
        </p:txBody>
      </p:sp>
    </p:spTree>
    <p:extLst>
      <p:ext uri="{BB962C8B-B14F-4D97-AF65-F5344CB8AC3E}">
        <p14:creationId xmlns:p14="http://schemas.microsoft.com/office/powerpoint/2010/main" val="18625521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rie verschillende bedragen">
            <a:extLst xmlns:a="http://schemas.openxmlformats.org/drawingml/2006/main">
              <a:ext uri="{FF2B5EF4-FFF2-40B4-BE49-F238E27FC236}">
                <a16:creationId xmlns:a16="http://schemas.microsoft.com/office/drawing/2014/main" id="{18836F1C-2ABD-4474-A1FE-56E71A5809B8}"/>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Drie verschillende bedragen</a:t>
            </a:r>
          </a:p>
        </p:txBody>
      </p:sp>
      <p:sp>
        <p:nvSpPr>
          <p:cNvPr id="2" name="">
            <a:extLst xmlns:a="http://schemas.openxmlformats.org/drawingml/2006/main">
              <a:ext uri="{FF2B5EF4-FFF2-40B4-BE49-F238E27FC236}">
                <a16:creationId xmlns:a16="http://schemas.microsoft.com/office/drawing/2014/main" id="{68ACBE35-D199-4CB8-96B3-17CFF62B7E1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1C0192F6-F1EE-4C17-9F71-5E49FD39D34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11">
            <a:extLst xmlns:a="http://schemas.openxmlformats.org/drawingml/2006/main">
              <a:ext uri="{FF2B5EF4-FFF2-40B4-BE49-F238E27FC236}">
                <a16:creationId xmlns:a16="http://schemas.microsoft.com/office/drawing/2014/main" id="{5768C677-A35D-43EF-AA9F-1DE7FC8E19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 Notitieboekjes">
            <a:extLst xmlns:a="http://schemas.openxmlformats.org/drawingml/2006/main">
              <a:ext uri="{FF2B5EF4-FFF2-40B4-BE49-F238E27FC236}">
                <a16:creationId xmlns:a16="http://schemas.microsoft.com/office/drawing/2014/main" id="{33F5F8B8-64DA-49FE-97D2-5D68B46AEF51}"/>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4" name=""/>
          <p:cNvGraphicFramePr/>
          <p:nvPr/>
        </p:nvGraphicFramePr>
        <p:xfrm>
          <a:off xmlns:a="http://schemas.openxmlformats.org/drawingml/2006/main" x="571500" y="2571750"/>
          <a:ext xmlns:a="http://schemas.openxmlformats.org/drawingml/2006/main" cx="14097000" cy="3286125"/>
        </p:xfrm>
        <a:graphic xmlns:a="http://schemas.openxmlformats.org/drawingml/2006/main">
          <a:graphicData uri="http://schemas.openxmlformats.org/drawingml/2006/table">
            <a:tbl>
              <a:tblPr/>
              <a:tblGrid>
                <a:gridCol w="5334000"/>
                <a:gridCol w="5048250"/>
                <a:gridCol w="3714750"/>
              </a:tblGrid>
              <a:tr h="821531">
                <a:tc>
                  <a:txBody>
                    <a:bodyPr lIns="171450" tIns="95250" rIns="152400" bIns="95250"/>
                    <a:lstStyle/>
                    <a:p>
                      <a:r>
                        <a:rPr sz="2550" b="1">
                          <a:solidFill>
                            <a:srgbClr val="FFFFFF"/>
                          </a:solidFill>
                          <a:latin typeface="Arial"/>
                          <a:ea typeface="Arial"/>
                          <a:cs typeface="Arial"/>
                        </a:rPr>
                        <a:t>Betekenis</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Bedrag per week</a:t>
                      </a:r>
                    </a:p>
                  </a:txBody>
                  <a:tcPr marL="91440" marR="91440" marT="45720" marB="45720" anchor="ctr">
                    <a:solidFill>
                      <a:srgbClr val="183247"/>
                    </a:solidFill>
                  </a:tcPr>
                </a:tc>
              </a:tr>
              <a:tr h="821531">
                <a:tc>
                  <a:txBody>
                    <a:bodyPr lIns="171450" tIns="95250" rIns="152400" bIns="95250"/>
                    <a:lstStyle/>
                    <a:p>
                      <a:r>
                        <a:rPr sz="2550" b="0">
                          <a:solidFill>
                            <a:srgbClr val="183247"/>
                          </a:solidFill>
                          <a:latin typeface="Arial"/>
                          <a:ea typeface="Arial"/>
                          <a:cs typeface="Arial"/>
                        </a:rPr>
                        <a:t>Daling CS + PS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(240 − 135) + (80 − 45)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€ 140</a:t>
                      </a:r>
                    </a:p>
                  </a:txBody>
                  <a:tcPr marL="91440" marR="91440" marT="45720" marB="45720" anchor="ctr">
                    <a:solidFill>
                      <a:srgbClr val="FFFFFF"/>
                    </a:solidFill>
                  </a:tcPr>
                </a:tc>
              </a:tr>
              <a:tr h="821531">
                <a:tc>
                  <a:txBody>
                    <a:bodyPr lIns="171450" tIns="95250" rIns="152400" bIns="95250"/>
                    <a:lstStyle/>
                    <a:p>
                      <a:r>
                        <a:rPr sz="2550" b="0">
                          <a:solidFill>
                            <a:srgbClr val="183247"/>
                          </a:solidFill>
                          <a:latin typeface="Arial"/>
                          <a:ea typeface="Arial"/>
                          <a:cs typeface="Arial"/>
                        </a:rPr>
                        <a:t>Overdracht aan overheid</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 × 30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€ 120</a:t>
                      </a:r>
                    </a:p>
                  </a:txBody>
                  <a:tcPr marL="91440" marR="91440" marT="45720" marB="45720" anchor="ctr">
                    <a:solidFill>
                      <a:srgbClr val="EFF4F7"/>
                    </a:solidFill>
                  </a:tcPr>
                </a:tc>
              </a:tr>
              <a:tr h="821531">
                <a:tc>
                  <a:txBody>
                    <a:bodyPr lIns="171450" tIns="95250" rIns="152400" bIns="95250"/>
                    <a:lstStyle/>
                    <a:p>
                      <a:r>
                        <a:rPr sz="2550" b="0">
                          <a:solidFill>
                            <a:srgbClr val="183247"/>
                          </a:solidFill>
                          <a:latin typeface="Arial"/>
                          <a:ea typeface="Arial"/>
                          <a:cs typeface="Arial"/>
                        </a:rPr>
                        <a:t>Welvaartsverlies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140 − 120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€ 20</a:t>
                      </a:r>
                    </a:p>
                  </a:txBody>
                  <a:tcPr marL="91440" marR="91440" marT="45720" marB="45720" anchor="ctr">
                    <a:solidFill>
                      <a:srgbClr val="FFFFFF"/>
                    </a:solidFill>
                  </a:tcPr>
                </a:tc>
              </a:tr>
            </a:tbl>
          </a:graphicData>
        </a:graphic>
      </p:graphicFrame>
      <p:sp>
        <p:nvSpPr>
          <p:cNvPr id="7" name="Koperslast op verkochte boekjes: € 3 × 30 = € 90">
            <a:extLst xmlns:a="http://schemas.openxmlformats.org/drawingml/2006/main">
              <a:ext uri="{FF2B5EF4-FFF2-40B4-BE49-F238E27FC236}">
                <a16:creationId xmlns:a16="http://schemas.microsoft.com/office/drawing/2014/main" id="{A996AA4D-9952-45C6-973C-496B65894D69}"/>
              </a:ext>
            </a:extLst>
          </p:cNvPr>
          <p:cNvSpPr>
            <a:spLocks xmlns:a="http://schemas.openxmlformats.org/drawingml/2006/main" noGrp="1"/>
          </p:cNvSpPr>
          <p:nvPr/>
        </p:nvSpPr>
        <p:spPr>
          <a:xfrm xmlns:a="http://schemas.openxmlformats.org/drawingml/2006/main">
            <a:off x="571500" y="638175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Koperslast op verkochte boekjes: € 3 × 30 = € 90</a:t>
            </a:r>
          </a:p>
        </p:txBody>
      </p:sp>
      <p:sp>
        <p:nvSpPr>
          <p:cNvPr id="8" name="CS daalt € 105: ook € 15 voordeel op gemiste aankopen.">
            <a:extLst xmlns:a="http://schemas.openxmlformats.org/drawingml/2006/main">
              <a:ext uri="{FF2B5EF4-FFF2-40B4-BE49-F238E27FC236}">
                <a16:creationId xmlns:a16="http://schemas.microsoft.com/office/drawing/2014/main" id="{287B604D-5010-4F1D-807A-347100BAF48B}"/>
              </a:ext>
            </a:extLst>
          </p:cNvPr>
          <p:cNvSpPr>
            <a:spLocks xmlns:a="http://schemas.openxmlformats.org/drawingml/2006/main" noGrp="1"/>
          </p:cNvSpPr>
          <p:nvPr/>
        </p:nvSpPr>
        <p:spPr>
          <a:xfrm xmlns:a="http://schemas.openxmlformats.org/drawingml/2006/main">
            <a:off x="571500" y="7191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CS daalt € 105: ook € 15 voordeel op gemiste aankopen.</a:t>
            </a:r>
          </a:p>
        </p:txBody>
      </p:sp>
    </p:spTree>
    <p:extLst>
      <p:ext uri="{BB962C8B-B14F-4D97-AF65-F5344CB8AC3E}">
        <p14:creationId xmlns:p14="http://schemas.microsoft.com/office/powerpoint/2010/main" val="14194539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ijsgevoeligheid · een gecontroleerde vergelijking">
            <a:extLst xmlns:a="http://schemas.openxmlformats.org/drawingml/2006/main">
              <a:ext uri="{FF2B5EF4-FFF2-40B4-BE49-F238E27FC236}">
                <a16:creationId xmlns:a16="http://schemas.microsoft.com/office/drawing/2014/main" id="{13099A75-25FD-48C4-9E9E-5CD72F900D3F}"/>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Prijsgevoeligheid · een gecontroleerde vergelijking</a:t>
            </a:r>
          </a:p>
        </p:txBody>
      </p:sp>
      <p:sp>
        <p:nvSpPr>
          <p:cNvPr id="2" name="">
            <a:extLst xmlns:a="http://schemas.openxmlformats.org/drawingml/2006/main">
              <a:ext uri="{FF2B5EF4-FFF2-40B4-BE49-F238E27FC236}">
                <a16:creationId xmlns:a16="http://schemas.microsoft.com/office/drawing/2014/main" id="{D2763DEC-C172-4C95-B1D9-8C943CB6BCE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5BE20BFA-8653-40C7-A484-5959280C1D4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12">
            <a:extLst xmlns:a="http://schemas.openxmlformats.org/drawingml/2006/main">
              <a:ext uri="{FF2B5EF4-FFF2-40B4-BE49-F238E27FC236}">
                <a16:creationId xmlns:a16="http://schemas.microsoft.com/office/drawing/2014/main" id="{5ECEDD94-E20F-4F7D-B8E2-CA196040FB9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 Notitieboekjes">
            <a:extLst xmlns:a="http://schemas.openxmlformats.org/drawingml/2006/main">
              <a:ext uri="{FF2B5EF4-FFF2-40B4-BE49-F238E27FC236}">
                <a16:creationId xmlns:a16="http://schemas.microsoft.com/office/drawing/2014/main" id="{932FC0CE-2F99-4295-9B26-E51BB8239F92}"/>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sp>
        <p:nvSpPr>
          <p:cNvPr id="6" name="Beide: P₀ = € 8 · Q₀ = 40 per week · Pp = 4 + 0,10Q · t = € 4">
            <a:extLst xmlns:a="http://schemas.openxmlformats.org/drawingml/2006/main">
              <a:ext uri="{FF2B5EF4-FFF2-40B4-BE49-F238E27FC236}">
                <a16:creationId xmlns:a16="http://schemas.microsoft.com/office/drawing/2014/main" id="{B8420877-8C77-44EF-89D2-C10C4328F295}"/>
              </a:ext>
            </a:extLst>
          </p:cNvPr>
          <p:cNvSpPr>
            <a:spLocks xmlns:a="http://schemas.openxmlformats.org/drawingml/2006/main" noGrp="1"/>
          </p:cNvSpPr>
          <p:nvPr/>
        </p:nvSpPr>
        <p:spPr>
          <a:xfrm xmlns:a="http://schemas.openxmlformats.org/drawingml/2006/main">
            <a:off x="571500" y="23336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Beide: P₀ = € 8 · Q₀ = 40 per week · Pp = 4 + 0,10Q · t = € 4</a:t>
            </a:r>
          </a:p>
        </p:txBody>
      </p:sp>
      <p:graphicFrame>
        <p:nvGraphicFramePr>
          <p:cNvPr id="15" name=""/>
          <p:cNvGraphicFramePr/>
          <p:nvPr/>
        </p:nvGraphicFramePr>
        <p:xfrm>
          <a:off xmlns:a="http://schemas.openxmlformats.org/drawingml/2006/main" x="571500" y="3581400"/>
          <a:ext xmlns:a="http://schemas.openxmlformats.org/drawingml/2006/main" cx="14097000" cy="3476625"/>
        </p:xfrm>
        <a:graphic xmlns:a="http://schemas.openxmlformats.org/drawingml/2006/main">
          <a:graphicData uri="http://schemas.openxmlformats.org/drawingml/2006/table">
            <a:tbl>
              <a:tblPr/>
              <a:tblGrid>
                <a:gridCol w="6000750"/>
                <a:gridCol w="4000500"/>
                <a:gridCol w="4095750"/>
              </a:tblGrid>
              <a:tr h="695325">
                <a:tc>
                  <a:txBody>
                    <a:bodyPr lIns="171450" tIns="95250" rIns="152400" bIns="95250"/>
                    <a:lstStyle/>
                    <a:p>
                      <a:r>
                        <a:rPr sz="2325" b="1">
                          <a:solidFill>
                            <a:srgbClr val="FFFFFF"/>
                          </a:solidFill>
                          <a:latin typeface="Arial"/>
                          <a:ea typeface="Arial"/>
                          <a:cs typeface="Arial"/>
                        </a:rPr>
                        <a:t>Reactie van de kopers</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Markt A</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Markt B: notitieboekjes</a:t>
                      </a:r>
                    </a:p>
                  </a:txBody>
                  <a:tcPr marL="91440" marR="91440" marT="45720" marB="45720" anchor="ctr">
                    <a:solidFill>
                      <a:srgbClr val="183247"/>
                    </a:solidFill>
                  </a:tcPr>
                </a:tc>
              </a:tr>
              <a:tr h="695325">
                <a:tc>
                  <a:txBody>
                    <a:bodyPr lIns="171450" tIns="95250" rIns="152400" bIns="95250"/>
                    <a:lstStyle/>
                    <a:p>
                      <a:r>
                        <a:rPr sz="2325" b="0">
                          <a:solidFill>
                            <a:srgbClr val="183247"/>
                          </a:solidFill>
                          <a:latin typeface="Arial"/>
                          <a:ea typeface="Arial"/>
                          <a:cs typeface="Arial"/>
                        </a:rPr>
                        <a:t>Vraag</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Pc = 12 − 0,10Q</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Pc = 20 − 0,30Q</a:t>
                      </a:r>
                    </a:p>
                  </a:txBody>
                  <a:tcPr marL="91440" marR="91440" marT="45720" marB="45720" anchor="ctr">
                    <a:solidFill>
                      <a:srgbClr val="FFFFFF"/>
                    </a:solidFill>
                  </a:tcPr>
                </a:tc>
              </a:tr>
              <a:tr h="695325">
                <a:tc>
                  <a:txBody>
                    <a:bodyPr lIns="171450" tIns="95250" rIns="152400" bIns="95250"/>
                    <a:lstStyle/>
                    <a:p>
                      <a:r>
                        <a:rPr sz="2325" b="0">
                          <a:solidFill>
                            <a:srgbClr val="183247"/>
                          </a:solidFill>
                          <a:latin typeface="Arial"/>
                          <a:ea typeface="Arial"/>
                          <a:cs typeface="Arial"/>
                        </a:rPr>
                        <a:t>Q bij Pc = € 8</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40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40</a:t>
                      </a:r>
                    </a:p>
                  </a:txBody>
                  <a:tcPr marL="91440" marR="91440" marT="45720" marB="45720" anchor="ctr">
                    <a:solidFill>
                      <a:srgbClr val="EFF4F7"/>
                    </a:solidFill>
                  </a:tcPr>
                </a:tc>
              </a:tr>
              <a:tr h="695325">
                <a:tc>
                  <a:txBody>
                    <a:bodyPr lIns="171450" tIns="95250" rIns="152400" bIns="95250"/>
                    <a:lstStyle/>
                    <a:p>
                      <a:r>
                        <a:rPr sz="2325" b="0">
                          <a:solidFill>
                            <a:srgbClr val="183247"/>
                          </a:solidFill>
                          <a:latin typeface="Arial"/>
                          <a:ea typeface="Arial"/>
                          <a:cs typeface="Arial"/>
                        </a:rPr>
                        <a:t>Q bij Pc = € 9</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36⅔</a:t>
                      </a:r>
                    </a:p>
                  </a:txBody>
                  <a:tcPr marL="91440" marR="91440" marT="45720" marB="45720" anchor="ctr">
                    <a:solidFill>
                      <a:srgbClr val="FFFFFF"/>
                    </a:solidFill>
                  </a:tcPr>
                </a:tc>
              </a:tr>
              <a:tr h="695325">
                <a:tc>
                  <a:txBody>
                    <a:bodyPr lIns="171450" tIns="95250" rIns="152400" bIns="95250"/>
                    <a:lstStyle/>
                    <a:p>
                      <a:r>
                        <a:rPr sz="2325" b="0">
                          <a:solidFill>
                            <a:srgbClr val="183247"/>
                          </a:solidFill>
                          <a:latin typeface="Arial"/>
                          <a:ea typeface="Arial"/>
                          <a:cs typeface="Arial"/>
                        </a:rPr>
                        <a:t>Afname bij dezelfde prijsstijging</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3⅓</a:t>
                      </a:r>
                    </a:p>
                  </a:txBody>
                  <a:tcPr marL="91440" marR="91440" marT="45720" marB="45720" anchor="ctr">
                    <a:solidFill>
                      <a:srgbClr val="EFF4F7"/>
                    </a:solidFill>
                  </a:tcPr>
                </a:tc>
              </a:tr>
            </a:tbl>
          </a:graphicData>
        </a:graphic>
      </p:graphicFrame>
      <p:sp>
        <p:nvSpPr>
          <p:cNvPr id="8" name="In B reageren kopers minder sterk op dezelfde prijsstijging.">
            <a:extLst xmlns:a="http://schemas.openxmlformats.org/drawingml/2006/main">
              <a:ext uri="{FF2B5EF4-FFF2-40B4-BE49-F238E27FC236}">
                <a16:creationId xmlns:a16="http://schemas.microsoft.com/office/drawing/2014/main" id="{A5265583-60E2-4307-9B0C-EDD4B736DE85}"/>
              </a:ext>
            </a:extLst>
          </p:cNvPr>
          <p:cNvSpPr>
            <a:spLocks xmlns:a="http://schemas.openxmlformats.org/drawingml/2006/main" noGrp="1"/>
          </p:cNvSpPr>
          <p:nvPr/>
        </p:nvSpPr>
        <p:spPr>
          <a:xfrm xmlns:a="http://schemas.openxmlformats.org/drawingml/2006/main">
            <a:off x="571500" y="740092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In B reageren kopers minder sterk op dezelfde prijsstijging.</a:t>
            </a:r>
          </a:p>
        </p:txBody>
      </p:sp>
    </p:spTree>
    <p:extLst>
      <p:ext uri="{BB962C8B-B14F-4D97-AF65-F5344CB8AC3E}">
        <p14:creationId xmlns:p14="http://schemas.microsoft.com/office/powerpoint/2010/main" val="19021953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inder prijsgevoelige kopers dragen meer">
            <a:extLst xmlns:a="http://schemas.openxmlformats.org/drawingml/2006/main">
              <a:ext uri="{FF2B5EF4-FFF2-40B4-BE49-F238E27FC236}">
                <a16:creationId xmlns:a16="http://schemas.microsoft.com/office/drawing/2014/main" id="{C90F15E4-69EA-431A-964E-05DAB2336928}"/>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Minder prijsgevoelige kopers dragen meer</a:t>
            </a:r>
          </a:p>
        </p:txBody>
      </p:sp>
      <p:sp>
        <p:nvSpPr>
          <p:cNvPr id="2" name="">
            <a:extLst xmlns:a="http://schemas.openxmlformats.org/drawingml/2006/main">
              <a:ext uri="{FF2B5EF4-FFF2-40B4-BE49-F238E27FC236}">
                <a16:creationId xmlns:a16="http://schemas.microsoft.com/office/drawing/2014/main" id="{1F482864-5A4B-4832-9F72-5F8557D2D7F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5564D03E-170D-4B15-82D8-E99BC886A83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13">
            <a:extLst xmlns:a="http://schemas.openxmlformats.org/drawingml/2006/main">
              <a:ext uri="{FF2B5EF4-FFF2-40B4-BE49-F238E27FC236}">
                <a16:creationId xmlns:a16="http://schemas.microsoft.com/office/drawing/2014/main" id="{34C50528-3F45-4BBB-98C2-171C238A15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 Notitieboekjes">
            <a:extLst xmlns:a="http://schemas.openxmlformats.org/drawingml/2006/main">
              <a:ext uri="{FF2B5EF4-FFF2-40B4-BE49-F238E27FC236}">
                <a16:creationId xmlns:a16="http://schemas.microsoft.com/office/drawing/2014/main" id="{4D1B900C-F818-46CC-9DA3-585582211BAB}"/>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graphicFrame>
        <p:nvGraphicFramePr>
          <p:cNvPr id="13" name=""/>
          <p:cNvGraphicFramePr/>
          <p:nvPr/>
        </p:nvGraphicFramePr>
        <p:xfrm>
          <a:off xmlns:a="http://schemas.openxmlformats.org/drawingml/2006/main" x="571500" y="2505075"/>
          <a:ext xmlns:a="http://schemas.openxmlformats.org/drawingml/2006/main" cx="14097000" cy="3562350"/>
        </p:xfrm>
        <a:graphic xmlns:a="http://schemas.openxmlformats.org/drawingml/2006/main">
          <a:graphicData uri="http://schemas.openxmlformats.org/drawingml/2006/table">
            <a:tbl>
              <a:tblPr/>
              <a:tblGrid>
                <a:gridCol w="6000750"/>
                <a:gridCol w="4000500"/>
                <a:gridCol w="4095750"/>
              </a:tblGrid>
              <a:tr h="712470">
                <a:tc>
                  <a:txBody>
                    <a:bodyPr lIns="171450" tIns="95250" rIns="152400" bIns="95250"/>
                    <a:lstStyle/>
                    <a:p>
                      <a:r>
                        <a:rPr sz="2325" b="1">
                          <a:solidFill>
                            <a:srgbClr val="FFFFFF"/>
                          </a:solidFill>
                          <a:latin typeface="Arial"/>
                          <a:ea typeface="Arial"/>
                          <a:cs typeface="Arial"/>
                        </a:rPr>
                        <a:t>Na dezelfde belasting van € 4</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Markt A</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Markt B: notitieboekjes</a:t>
                      </a:r>
                    </a:p>
                  </a:txBody>
                  <a:tcPr marL="91440" marR="91440" marT="45720" marB="45720" anchor="ctr">
                    <a:solidFill>
                      <a:srgbClr val="183247"/>
                    </a:solidFill>
                  </a:tcPr>
                </a:tc>
              </a:tr>
              <a:tr h="712470">
                <a:tc>
                  <a:txBody>
                    <a:bodyPr lIns="171450" tIns="95250" rIns="152400" bIns="95250"/>
                    <a:lstStyle/>
                    <a:p>
                      <a:r>
                        <a:rPr sz="2325" b="0">
                          <a:solidFill>
                            <a:srgbClr val="183247"/>
                          </a:solidFill>
                          <a:latin typeface="Arial"/>
                          <a:ea typeface="Arial"/>
                          <a:cs typeface="Arial"/>
                        </a:rPr>
                        <a:t>Qt per week</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30</a:t>
                      </a:r>
                    </a:p>
                  </a:txBody>
                  <a:tcPr marL="91440" marR="91440" marT="45720" marB="45720" anchor="ctr">
                    <a:solidFill>
                      <a:srgbClr val="FFFFFF"/>
                    </a:solidFill>
                  </a:tcPr>
                </a:tc>
              </a:tr>
              <a:tr h="712470">
                <a:tc>
                  <a:txBody>
                    <a:bodyPr lIns="171450" tIns="95250" rIns="152400" bIns="95250"/>
                    <a:lstStyle/>
                    <a:p>
                      <a:r>
                        <a:rPr sz="2325" b="0">
                          <a:solidFill>
                            <a:srgbClr val="183247"/>
                          </a:solidFill>
                          <a:latin typeface="Arial"/>
                          <a:ea typeface="Arial"/>
                          <a:cs typeface="Arial"/>
                        </a:rPr>
                        <a:t>Pc / Pp per stuk</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€ 10 / € 6</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€ 11 / € 7</a:t>
                      </a:r>
                    </a:p>
                  </a:txBody>
                  <a:tcPr marL="91440" marR="91440" marT="45720" marB="45720" anchor="ctr">
                    <a:solidFill>
                      <a:srgbClr val="EFF4F7"/>
                    </a:solidFill>
                  </a:tcPr>
                </a:tc>
              </a:tr>
              <a:tr h="712470">
                <a:tc>
                  <a:txBody>
                    <a:bodyPr lIns="171450" tIns="95250" rIns="152400" bIns="95250"/>
                    <a:lstStyle/>
                    <a:p>
                      <a:r>
                        <a:rPr sz="2325" b="0">
                          <a:solidFill>
                            <a:srgbClr val="183247"/>
                          </a:solidFill>
                          <a:latin typeface="Arial"/>
                          <a:ea typeface="Arial"/>
                          <a:cs typeface="Arial"/>
                        </a:rPr>
                        <a:t>Koperslast per stuk</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10 − 8 = € 2</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11 − 8 = € 3</a:t>
                      </a:r>
                    </a:p>
                  </a:txBody>
                  <a:tcPr marL="91440" marR="91440" marT="45720" marB="45720" anchor="ctr">
                    <a:solidFill>
                      <a:srgbClr val="FFFFFF"/>
                    </a:solidFill>
                  </a:tcPr>
                </a:tc>
              </a:tr>
              <a:tr h="712470">
                <a:tc>
                  <a:txBody>
                    <a:bodyPr lIns="171450" tIns="95250" rIns="152400" bIns="95250"/>
                    <a:lstStyle/>
                    <a:p>
                      <a:r>
                        <a:rPr sz="2325" b="0">
                          <a:solidFill>
                            <a:srgbClr val="183247"/>
                          </a:solidFill>
                          <a:latin typeface="Arial"/>
                          <a:ea typeface="Arial"/>
                          <a:cs typeface="Arial"/>
                        </a:rPr>
                        <a:t>Kopersaandeel</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 / 4 × 100% = 50%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3 / 4 × 100% = 75%</a:t>
                      </a:r>
                    </a:p>
                  </a:txBody>
                  <a:tcPr marL="91440" marR="91440" marT="45720" marB="45720" anchor="ctr">
                    <a:solidFill>
                      <a:srgbClr val="EFF4F7"/>
                    </a:solidFill>
                  </a:tcPr>
                </a:tc>
              </a:tr>
            </a:tbl>
          </a:graphicData>
        </a:graphic>
      </p:graphicFrame>
      <p:sp>
        <p:nvSpPr>
          <p:cNvPr id="7" name="Minder uitwijken bij een hogere prijs → groter aandeel bij koper">
            <a:extLst xmlns:a="http://schemas.openxmlformats.org/drawingml/2006/main">
              <a:ext uri="{FF2B5EF4-FFF2-40B4-BE49-F238E27FC236}">
                <a16:creationId xmlns:a16="http://schemas.microsoft.com/office/drawing/2014/main" id="{4859DEDF-AA39-4CBF-904E-4B5B91D18709}"/>
              </a:ext>
            </a:extLst>
          </p:cNvPr>
          <p:cNvSpPr>
            <a:spLocks xmlns:a="http://schemas.openxmlformats.org/drawingml/2006/main" noGrp="1"/>
          </p:cNvSpPr>
          <p:nvPr/>
        </p:nvSpPr>
        <p:spPr>
          <a:xfrm xmlns:a="http://schemas.openxmlformats.org/drawingml/2006/main">
            <a:off x="571500" y="66389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Minder uitwijken bij een hogere prijs → groter aandeel bij kopers</a:t>
            </a:r>
          </a:p>
        </p:txBody>
      </p:sp>
    </p:spTree>
    <p:extLst>
      <p:ext uri="{BB962C8B-B14F-4D97-AF65-F5344CB8AC3E}">
        <p14:creationId xmlns:p14="http://schemas.microsoft.com/office/powerpoint/2010/main" val="15786309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 opbrengst of verlies?">
            <a:extLst xmlns:a="http://schemas.openxmlformats.org/drawingml/2006/main">
              <a:ext uri="{FF2B5EF4-FFF2-40B4-BE49-F238E27FC236}">
                <a16:creationId xmlns:a16="http://schemas.microsoft.com/office/drawing/2014/main" id="{74864ABE-0040-4923-A4E2-373B1F6091FF}"/>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 · opbrengst of verlies?</a:t>
            </a:r>
          </a:p>
        </p:txBody>
      </p:sp>
      <p:sp>
        <p:nvSpPr>
          <p:cNvPr id="2" name="">
            <a:extLst xmlns:a="http://schemas.openxmlformats.org/drawingml/2006/main">
              <a:ext uri="{FF2B5EF4-FFF2-40B4-BE49-F238E27FC236}">
                <a16:creationId xmlns:a16="http://schemas.microsoft.com/office/drawing/2014/main" id="{D51F001F-3CB3-4413-8EAB-6FAE43F8CAD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72B3EFC6-A0F5-4402-BA8E-83E04665EDE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14">
            <a:extLst xmlns:a="http://schemas.openxmlformats.org/drawingml/2006/main">
              <a:ext uri="{FF2B5EF4-FFF2-40B4-BE49-F238E27FC236}">
                <a16:creationId xmlns:a16="http://schemas.microsoft.com/office/drawing/2014/main" id="{11BABA3A-49AB-4982-AF0F-698390006E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 Notitieboekjes">
            <a:extLst xmlns:a="http://schemas.openxmlformats.org/drawingml/2006/main">
              <a:ext uri="{FF2B5EF4-FFF2-40B4-BE49-F238E27FC236}">
                <a16:creationId xmlns:a16="http://schemas.microsoft.com/office/drawing/2014/main" id="{312B783C-F276-44B6-AD17-1C47E9134A17}"/>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sp>
        <p:nvSpPr>
          <p:cNvPr id="6" name="Er worden 30 in plaats van 40 notitieboekjes verkocht.&#10;De belast">
            <a:extLst xmlns:a="http://schemas.openxmlformats.org/drawingml/2006/main">
              <a:ext uri="{FF2B5EF4-FFF2-40B4-BE49-F238E27FC236}">
                <a16:creationId xmlns:a16="http://schemas.microsoft.com/office/drawing/2014/main" id="{B9F5C27F-1B0D-4329-8E2A-B6B0105A2CFA}"/>
              </a:ext>
            </a:extLst>
          </p:cNvPr>
          <p:cNvSpPr>
            <a:spLocks xmlns:a="http://schemas.openxmlformats.org/drawingml/2006/main" noGrp="1"/>
          </p:cNvSpPr>
          <p:nvPr/>
        </p:nvSpPr>
        <p:spPr>
          <a:xfrm xmlns:a="http://schemas.openxmlformats.org/drawingml/2006/main">
            <a:off x="571500" y="244792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Er worden 30 in plaats van 40 notitieboekjes verkocht.</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 belasting is € 4 per verkocht boekje.</a:t>
            </a:r>
          </a:p>
        </p:txBody>
      </p:sp>
      <p:sp>
        <p:nvSpPr>
          <p:cNvPr id="7" name="“De overheid ontvangt € 40.&#10;Het welvaartsverlies is € 120.”">
            <a:extLst xmlns:a="http://schemas.openxmlformats.org/drawingml/2006/main">
              <a:ext uri="{FF2B5EF4-FFF2-40B4-BE49-F238E27FC236}">
                <a16:creationId xmlns:a16="http://schemas.microsoft.com/office/drawing/2014/main" id="{2E569F50-F01B-4138-BA36-446FAD2D404E}"/>
              </a:ext>
            </a:extLst>
          </p:cNvPr>
          <p:cNvSpPr>
            <a:spLocks xmlns:a="http://schemas.openxmlformats.org/drawingml/2006/main" noGrp="1"/>
          </p:cNvSpPr>
          <p:nvPr/>
        </p:nvSpPr>
        <p:spPr>
          <a:xfrm xmlns:a="http://schemas.openxmlformats.org/drawingml/2006/main">
            <a:off x="571500" y="443865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“De overheid ontvangt € 40.</a:t>
            </a:r>
          </a:p>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Het welvaartsverlies is € 120.”</a:t>
            </a:r>
          </a:p>
        </p:txBody>
      </p:sp>
      <p:sp>
        <p:nvSpPr>
          <p:cNvPr id="8" name="Welke hoeveelheid hoort bij O, welke bij W?">
            <a:extLst xmlns:a="http://schemas.openxmlformats.org/drawingml/2006/main">
              <a:ext uri="{FF2B5EF4-FFF2-40B4-BE49-F238E27FC236}">
                <a16:creationId xmlns:a16="http://schemas.microsoft.com/office/drawing/2014/main" id="{9DED2985-64F3-42CD-973A-49BADF53DD61}"/>
              </a:ext>
            </a:extLst>
          </p:cNvPr>
          <p:cNvSpPr>
            <a:spLocks xmlns:a="http://schemas.openxmlformats.org/drawingml/2006/main" noGrp="1"/>
          </p:cNvSpPr>
          <p:nvPr/>
        </p:nvSpPr>
        <p:spPr>
          <a:xfrm xmlns:a="http://schemas.openxmlformats.org/drawingml/2006/main">
            <a:off x="571500" y="67627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Welke hoeveelheid hoort bij O, welke bij W?</a:t>
            </a:r>
          </a:p>
        </p:txBody>
      </p:sp>
    </p:spTree>
    <p:extLst>
      <p:ext uri="{BB962C8B-B14F-4D97-AF65-F5344CB8AC3E}">
        <p14:creationId xmlns:p14="http://schemas.microsoft.com/office/powerpoint/2010/main" val="8055552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 opbrengst of verlies?">
            <a:extLst xmlns:a="http://schemas.openxmlformats.org/drawingml/2006/main">
              <a:ext uri="{FF2B5EF4-FFF2-40B4-BE49-F238E27FC236}">
                <a16:creationId xmlns:a16="http://schemas.microsoft.com/office/drawing/2014/main" id="{C1959A1C-6E98-4EE9-98B2-B4CFD2DF335D}"/>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 · opbrengst of verlies?</a:t>
            </a:r>
          </a:p>
        </p:txBody>
      </p:sp>
      <p:sp>
        <p:nvSpPr>
          <p:cNvPr id="2" name="">
            <a:extLst xmlns:a="http://schemas.openxmlformats.org/drawingml/2006/main">
              <a:ext uri="{FF2B5EF4-FFF2-40B4-BE49-F238E27FC236}">
                <a16:creationId xmlns:a16="http://schemas.microsoft.com/office/drawing/2014/main" id="{F0DA0678-58F5-499D-A664-29B6721E2CF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5AC4F8F5-460C-4642-BDB7-76085E4CCA5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15">
            <a:extLst xmlns:a="http://schemas.openxmlformats.org/drawingml/2006/main">
              <a:ext uri="{FF2B5EF4-FFF2-40B4-BE49-F238E27FC236}">
                <a16:creationId xmlns:a16="http://schemas.microsoft.com/office/drawing/2014/main" id="{5DD62835-C64A-4DCE-AA29-C12CF69220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Uitlegvoorbeeld — niet uit het boek · Notitieboekjes">
            <a:extLst xmlns:a="http://schemas.openxmlformats.org/drawingml/2006/main">
              <a:ext uri="{FF2B5EF4-FFF2-40B4-BE49-F238E27FC236}">
                <a16:creationId xmlns:a16="http://schemas.microsoft.com/office/drawing/2014/main" id="{46E8AA2B-6FB3-42AC-86CA-58E24AB99D11}"/>
              </a:ext>
            </a:extLst>
          </p:cNvPr>
          <p:cNvSpPr>
            <a:spLocks xmlns:a="http://schemas.openxmlformats.org/drawingml/2006/main" noGrp="1"/>
          </p:cNvSpPr>
          <p:nvPr/>
        </p:nvSpPr>
        <p:spPr>
          <a:xfrm xmlns:a="http://schemas.openxmlformats.org/drawingml/2006/main">
            <a:off x="571500" y="166687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Notitieboekjes</a:t>
            </a:r>
          </a:p>
        </p:txBody>
      </p:sp>
      <p:sp>
        <p:nvSpPr>
          <p:cNvPr id="6" name="Er worden 30 in plaats van 40 notitieboekjes verkocht.&#10;De belast">
            <a:extLst xmlns:a="http://schemas.openxmlformats.org/drawingml/2006/main">
              <a:ext uri="{FF2B5EF4-FFF2-40B4-BE49-F238E27FC236}">
                <a16:creationId xmlns:a16="http://schemas.microsoft.com/office/drawing/2014/main" id="{C63A4EF4-B7C7-438F-A215-C50ABB402F89}"/>
              </a:ext>
            </a:extLst>
          </p:cNvPr>
          <p:cNvSpPr>
            <a:spLocks xmlns:a="http://schemas.openxmlformats.org/drawingml/2006/main" noGrp="1"/>
          </p:cNvSpPr>
          <p:nvPr/>
        </p:nvSpPr>
        <p:spPr>
          <a:xfrm xmlns:a="http://schemas.openxmlformats.org/drawingml/2006/main">
            <a:off x="571500" y="244792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Er worden 30 in plaats van 40 notitieboekjes verkocht.</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 belasting is € 4 per verkocht boekje.</a:t>
            </a:r>
          </a:p>
        </p:txBody>
      </p:sp>
      <p:graphicFrame>
        <p:nvGraphicFramePr>
          <p:cNvPr id="15" name=""/>
          <p:cNvGraphicFramePr/>
          <p:nvPr/>
        </p:nvGraphicFramePr>
        <p:xfrm>
          <a:off xmlns:a="http://schemas.openxmlformats.org/drawingml/2006/main" x="571500" y="4400550"/>
          <a:ext xmlns:a="http://schemas.openxmlformats.org/drawingml/2006/main" cx="14097000" cy="2324100"/>
        </p:xfrm>
        <a:graphic xmlns:a="http://schemas.openxmlformats.org/drawingml/2006/main">
          <a:graphicData uri="http://schemas.openxmlformats.org/drawingml/2006/table">
            <a:tbl>
              <a:tblPr/>
              <a:tblGrid>
                <a:gridCol w="5715000"/>
                <a:gridCol w="4762500"/>
                <a:gridCol w="3619500"/>
              </a:tblGrid>
              <a:tr h="774700">
                <a:tc>
                  <a:txBody>
                    <a:bodyPr lIns="171450" tIns="95250" rIns="152400" bIns="95250"/>
                    <a:lstStyle/>
                    <a:p>
                      <a:r>
                        <a:rPr sz="240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Juiste basis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Uitkomst per week</a:t>
                      </a:r>
                    </a:p>
                  </a:txBody>
                  <a:tcPr marL="91440" marR="91440" marT="45720" marB="45720" anchor="ctr">
                    <a:solidFill>
                      <a:srgbClr val="183247"/>
                    </a:solidFill>
                  </a:tcPr>
                </a:tc>
              </a:tr>
              <a:tr h="774700">
                <a:tc>
                  <a:txBody>
                    <a:bodyPr lIns="171450" tIns="95250" rIns="152400" bIns="95250"/>
                    <a:lstStyle/>
                    <a:p>
                      <a:r>
                        <a:rPr sz="2400" b="0">
                          <a:solidFill>
                            <a:srgbClr val="183247"/>
                          </a:solidFill>
                          <a:latin typeface="Arial"/>
                          <a:ea typeface="Arial"/>
                          <a:cs typeface="Arial"/>
                        </a:rPr>
                        <a:t>O = t × Qt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30 verkochte boekjes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€ 120</a:t>
                      </a:r>
                    </a:p>
                  </a:txBody>
                  <a:tcPr marL="91440" marR="91440" marT="45720" marB="45720" anchor="ctr">
                    <a:solidFill>
                      <a:srgbClr val="FFFFFF"/>
                    </a:solidFill>
                  </a:tcPr>
                </a:tc>
              </a:tr>
              <a:tr h="774700">
                <a:tc>
                  <a:txBody>
                    <a:bodyPr lIns="171450" tIns="95250" rIns="152400" bIns="95250"/>
                    <a:lstStyle/>
                    <a:p>
                      <a:r>
                        <a:rPr sz="2400" b="0">
                          <a:solidFill>
                            <a:srgbClr val="183247"/>
                          </a:solidFill>
                          <a:latin typeface="Arial"/>
                          <a:ea typeface="Arial"/>
                          <a:cs typeface="Arial"/>
                        </a:rPr>
                        <a:t>W = ½ × (Q₀ − Qt) × 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10 gemiste transacties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€ 20</a:t>
                      </a:r>
                    </a:p>
                  </a:txBody>
                  <a:tcPr marL="91440" marR="91440" marT="45720" marB="45720" anchor="ctr">
                    <a:solidFill>
                      <a:srgbClr val="EFF4F7"/>
                    </a:solidFill>
                  </a:tcPr>
                </a:tc>
              </a:tr>
            </a:tbl>
          </a:graphicData>
        </a:graphic>
      </p:graphicFrame>
      <p:sp>
        <p:nvSpPr>
          <p:cNvPr id="8" name="De overheid ontvangt over verkopen; W meet gemist voordeel.">
            <a:extLst xmlns:a="http://schemas.openxmlformats.org/drawingml/2006/main">
              <a:ext uri="{FF2B5EF4-FFF2-40B4-BE49-F238E27FC236}">
                <a16:creationId xmlns:a16="http://schemas.microsoft.com/office/drawing/2014/main" id="{0DC664D7-360A-44FF-9CAF-F8DC26608E37}"/>
              </a:ext>
            </a:extLst>
          </p:cNvPr>
          <p:cNvSpPr>
            <a:spLocks xmlns:a="http://schemas.openxmlformats.org/drawingml/2006/main" noGrp="1"/>
          </p:cNvSpPr>
          <p:nvPr/>
        </p:nvSpPr>
        <p:spPr>
          <a:xfrm xmlns:a="http://schemas.openxmlformats.org/drawingml/2006/main">
            <a:off x="571500" y="72390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De overheid ontvangt over verkopen; W meet gemist voordeel.</a:t>
            </a:r>
          </a:p>
        </p:txBody>
      </p:sp>
    </p:spTree>
    <p:extLst>
      <p:ext uri="{BB962C8B-B14F-4D97-AF65-F5344CB8AC3E}">
        <p14:creationId xmlns:p14="http://schemas.microsoft.com/office/powerpoint/2010/main" val="227575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2 Belastingdruk en welvaartsverlies">
            <a:extLst xmlns:a="http://schemas.openxmlformats.org/drawingml/2006/main">
              <a:ext uri="{FF2B5EF4-FFF2-40B4-BE49-F238E27FC236}">
                <a16:creationId xmlns:a16="http://schemas.microsoft.com/office/drawing/2014/main" id="{6CDF46D5-8961-4E77-8D2D-E7B6B1A0C41E}"/>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§3.1.2 Belastingdruk en welvaartsverlies</a:t>
            </a:r>
          </a:p>
        </p:txBody>
      </p:sp>
      <p:sp>
        <p:nvSpPr>
          <p:cNvPr id="2" name="">
            <a:extLst xmlns:a="http://schemas.openxmlformats.org/drawingml/2006/main">
              <a:ext uri="{FF2B5EF4-FFF2-40B4-BE49-F238E27FC236}">
                <a16:creationId xmlns:a16="http://schemas.microsoft.com/office/drawing/2014/main" id="{33E29D4E-8083-4285-8AD8-5D550FD4591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9C61BAA9-5202-4A60-98E5-B55F4CFAA67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16">
            <a:extLst xmlns:a="http://schemas.openxmlformats.org/drawingml/2006/main">
              <a:ext uri="{FF2B5EF4-FFF2-40B4-BE49-F238E27FC236}">
                <a16:creationId xmlns:a16="http://schemas.microsoft.com/office/drawing/2014/main" id="{584C1904-C529-401B-82CA-7EF5C176766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hase">
            <a:extLst xmlns:a="http://schemas.openxmlformats.org/drawingml/2006/main">
              <a:ext uri="{FF2B5EF4-FFF2-40B4-BE49-F238E27FC236}">
                <a16:creationId xmlns:a16="http://schemas.microsoft.com/office/drawing/2014/main" id="{797BE8A8-1B15-413B-8BF7-B3A30B5DC556}"/>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C4665EC4-2420-4036-979B-2EF3642DF9EB}"/>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9B31E199-7191-4674-80A3-31015E12CCB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45A82BE6-1261-4045-A4AC-E36AC6755A86}"/>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AF147B46-A783-4038-8725-71AE6D078578}"/>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6F6B30B3-31C8-448C-9A96-F4869D73BC4F}"/>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06F8E15B-B676-4ADF-82A7-BEF65AAF24E5}"/>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3E50BF19-43B9-44A1-83D8-7E8DA2CAA66F}"/>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32F0617E-9EF9-4099-9896-6EB1D918E08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6810282C-D766-4FCD-8D47-B584A2F036F9}"/>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05CEE2E0-F398-4355-8D52-228BCB76702C}"/>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22F9029D-4338-4375-8193-7E16B34794BB}"/>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777065F9-2987-48C8-BB4C-91B6E08CCAB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9C2033A-95E4-4866-9C47-CAB0379486AB}"/>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7">
            <a:extLst xmlns:a="http://schemas.openxmlformats.org/drawingml/2006/main">
              <a:ext uri="{FF2B5EF4-FFF2-40B4-BE49-F238E27FC236}">
                <a16:creationId xmlns:a16="http://schemas.microsoft.com/office/drawing/2014/main" id="{063E29DF-8BC3-4360-96F9-94FB314CAF7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5B408BA-022F-4028-A2BC-ACA6E9140C1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2304A12-E99D-41A2-880F-FF776F887A51}"/>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5E3420F-2171-4BC5-A17A-6B625AECD680}"/>
              </a:ext>
            </a:extLst>
          </p:cNvPr>
          <p:cNvSpPr>
            <a:spLocks xmlns:a="http://schemas.openxmlformats.org/drawingml/2006/main" noGrp="1"/>
          </p:cNvSpPr>
          <p:nvPr/>
        </p:nvSpPr>
        <p:spPr>
          <a:xfrm xmlns:a="http://schemas.openxmlformats.org/drawingml/2006/main">
            <a:off x="9258300" y="2324100"/>
            <a:ext cx="5381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Belastingdruk verdelen;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CS, PS, O en W berekenen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markeren; prijsgevoeligheid uitleggen.</a:t>
            </a:r>
          </a:p>
        </p:txBody>
      </p:sp>
      <p:sp>
        <p:nvSpPr>
          <p:cNvPr id="23" name="">
            <a:extLst xmlns:a="http://schemas.openxmlformats.org/drawingml/2006/main">
              <a:ext uri="{FF2B5EF4-FFF2-40B4-BE49-F238E27FC236}">
                <a16:creationId xmlns:a16="http://schemas.microsoft.com/office/drawing/2014/main" id="{047EBFEF-57AE-423E-8F04-F694BF0735C8}"/>
              </a:ext>
            </a:extLst>
          </p:cNvPr>
          <p:cNvSpPr>
            <a:spLocks xmlns:a="http://schemas.openxmlformats.org/drawingml/2006/main" noGrp="1"/>
          </p:cNvSpPr>
          <p:nvPr/>
        </p:nvSpPr>
        <p:spPr>
          <a:xfrm xmlns:a="http://schemas.openxmlformats.org/drawingml/2006/main">
            <a:off x="9258300" y="36766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61C24A0A-CD68-4E44-BB1D-C5862D25DC55}"/>
              </a:ext>
            </a:extLst>
          </p:cNvPr>
          <p:cNvSpPr>
            <a:spLocks xmlns:a="http://schemas.openxmlformats.org/drawingml/2006/main" noGrp="1"/>
          </p:cNvSpPr>
          <p:nvPr/>
        </p:nvSpPr>
        <p:spPr>
          <a:xfrm xmlns:a="http://schemas.openxmlformats.org/drawingml/2006/main">
            <a:off x="9258300" y="38957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61FB1C6-3E72-4EEA-9416-8F8B5CC77E54}"/>
              </a:ext>
            </a:extLst>
          </p:cNvPr>
          <p:cNvSpPr>
            <a:spLocks xmlns:a="http://schemas.openxmlformats.org/drawingml/2006/main" noGrp="1"/>
          </p:cNvSpPr>
          <p:nvPr/>
        </p:nvSpPr>
        <p:spPr>
          <a:xfrm xmlns:a="http://schemas.openxmlformats.org/drawingml/2006/main">
            <a:off x="9258300" y="441007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18 · Opgaven 10 en 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verkennen, theorie p. 14–16</a:t>
            </a:r>
          </a:p>
        </p:txBody>
      </p:sp>
      <p:sp>
        <p:nvSpPr>
          <p:cNvPr id="26" name="">
            <a:extLst xmlns:a="http://schemas.openxmlformats.org/drawingml/2006/main">
              <a:ext uri="{FF2B5EF4-FFF2-40B4-BE49-F238E27FC236}">
                <a16:creationId xmlns:a16="http://schemas.microsoft.com/office/drawing/2014/main" id="{BE7DD2BC-0A4C-4607-84EB-65AC52E5AB15}"/>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7A11B687-B207-4636-BB3D-570BAF7A890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A2D8B51-367F-45E5-8DE5-0002890B9A09}"/>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§3.1.2 · Opgaven 12 t/m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4111545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 · Bedrukte tassen: wie betaalt?">
            <a:extLst xmlns:a="http://schemas.openxmlformats.org/drawingml/2006/main">
              <a:ext uri="{FF2B5EF4-FFF2-40B4-BE49-F238E27FC236}">
                <a16:creationId xmlns:a16="http://schemas.microsoft.com/office/drawing/2014/main" id="{0F2AC920-C492-4A46-A542-260B9D96BE05}"/>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Opgave 16 · Bedrukte tassen: wie betaalt?</a:t>
            </a:r>
          </a:p>
        </p:txBody>
      </p:sp>
      <p:sp>
        <p:nvSpPr>
          <p:cNvPr id="2" name="">
            <a:extLst xmlns:a="http://schemas.openxmlformats.org/drawingml/2006/main">
              <a:ext uri="{FF2B5EF4-FFF2-40B4-BE49-F238E27FC236}">
                <a16:creationId xmlns:a16="http://schemas.microsoft.com/office/drawing/2014/main" id="{FA6B12BF-0AE0-4F88-8732-8F5A2713AE9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63A630D6-82F1-4933-8EDA-7379EA28900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17">
            <a:extLst xmlns:a="http://schemas.openxmlformats.org/drawingml/2006/main">
              <a:ext uri="{FF2B5EF4-FFF2-40B4-BE49-F238E27FC236}">
                <a16:creationId xmlns:a16="http://schemas.microsoft.com/office/drawing/2014/main" id="{A7615030-2E4C-4EB4-9012-B27C0A7A0AF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Dit is de markt uit §3.1.1, met alle gegevens opnieuw gegeven.">
            <a:extLst xmlns:a="http://schemas.openxmlformats.org/drawingml/2006/main">
              <a:ext uri="{FF2B5EF4-FFF2-40B4-BE49-F238E27FC236}">
                <a16:creationId xmlns:a16="http://schemas.microsoft.com/office/drawing/2014/main" id="{7B251A6F-5423-4F5D-BBAC-8D8364C0B772}"/>
              </a:ext>
            </a:extLst>
          </p:cNvPr>
          <p:cNvSpPr>
            <a:spLocks xmlns:a="http://schemas.openxmlformats.org/drawingml/2006/main" noGrp="1"/>
          </p:cNvSpPr>
          <p:nvPr/>
        </p:nvSpPr>
        <p:spPr>
          <a:xfrm xmlns:a="http://schemas.openxmlformats.org/drawingml/2006/main">
            <a:off x="571500" y="1885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Dit is de markt uit §3.1.1, met alle gegevens opnieuw gegeven.</a:t>
            </a:r>
          </a:p>
        </p:txBody>
      </p:sp>
      <p:sp>
        <p:nvSpPr>
          <p:cNvPr id="6" name="Vraag: Pc = 20 − 0,20Q&#10;Aanbod: Pp = 2 + 0,10Q">
            <a:extLst xmlns:a="http://schemas.openxmlformats.org/drawingml/2006/main">
              <a:ext uri="{FF2B5EF4-FFF2-40B4-BE49-F238E27FC236}">
                <a16:creationId xmlns:a16="http://schemas.microsoft.com/office/drawing/2014/main" id="{6500C5F6-4ED4-42B6-8AED-74764B6835EF}"/>
              </a:ext>
            </a:extLst>
          </p:cNvPr>
          <p:cNvSpPr>
            <a:spLocks xmlns:a="http://schemas.openxmlformats.org/drawingml/2006/main" noGrp="1"/>
          </p:cNvSpPr>
          <p:nvPr/>
        </p:nvSpPr>
        <p:spPr>
          <a:xfrm xmlns:a="http://schemas.openxmlformats.org/drawingml/2006/main">
            <a:off x="571500" y="2724150"/>
            <a:ext cx="14097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Vraag: Pc = 20 − 0,20Q</a:t>
            </a:r>
          </a:p>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Aanbod: Pp = 2 + 0,10Q</a:t>
            </a:r>
          </a:p>
        </p:txBody>
      </p:sp>
      <p:graphicFrame>
        <p:nvGraphicFramePr>
          <p:cNvPr id="15" name=""/>
          <p:cNvGraphicFramePr/>
          <p:nvPr/>
        </p:nvGraphicFramePr>
        <p:xfrm>
          <a:off xmlns:a="http://schemas.openxmlformats.org/drawingml/2006/main" x="571500" y="4543425"/>
          <a:ext xmlns:a="http://schemas.openxmlformats.org/drawingml/2006/main" cx="14097000" cy="2314575"/>
        </p:xfrm>
        <a:graphic xmlns:a="http://schemas.openxmlformats.org/drawingml/2006/main">
          <a:graphicData uri="http://schemas.openxmlformats.org/drawingml/2006/table">
            <a:tbl>
              <a:tblPr/>
              <a:tblGrid>
                <a:gridCol w="4381500"/>
                <a:gridCol w="5429250"/>
                <a:gridCol w="4286250"/>
              </a:tblGrid>
              <a:tr h="771525">
                <a:tc>
                  <a:txBody>
                    <a:bodyPr lIns="171450" tIns="95250" rIns="152400" bIns="95250"/>
                    <a:lstStyle/>
                    <a:p>
                      <a:r>
                        <a:rPr sz="2475"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Hoeveelheid (tassen per dag)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Prijs (€ per tas)</a:t>
                      </a:r>
                    </a:p>
                  </a:txBody>
                  <a:tcPr marL="91440" marR="91440" marT="45720" marB="45720" anchor="ctr">
                    <a:solidFill>
                      <a:srgbClr val="183247"/>
                    </a:solidFill>
                  </a:tcPr>
                </a:tc>
              </a:tr>
              <a:tr h="771525">
                <a:tc>
                  <a:txBody>
                    <a:bodyPr lIns="171450" tIns="95250" rIns="152400" bIns="95250"/>
                    <a:lstStyle/>
                    <a:p>
                      <a:r>
                        <a:rPr sz="2475" b="0">
                          <a:solidFill>
                            <a:srgbClr val="183247"/>
                          </a:solidFill>
                          <a:latin typeface="Arial"/>
                          <a:ea typeface="Arial"/>
                          <a:cs typeface="Arial"/>
                        </a:rPr>
                        <a:t>Eerst</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Q₀ = 60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P₀ = 8</a:t>
                      </a:r>
                    </a:p>
                  </a:txBody>
                  <a:tcPr marL="91440" marR="91440" marT="45720" marB="45720" anchor="ctr">
                    <a:solidFill>
                      <a:srgbClr val="FFFFFF"/>
                    </a:solidFill>
                  </a:tcPr>
                </a:tc>
              </a:tr>
              <a:tr h="771525">
                <a:tc>
                  <a:txBody>
                    <a:bodyPr lIns="171450" tIns="95250" rIns="152400" bIns="95250"/>
                    <a:lstStyle/>
                    <a:p>
                      <a:r>
                        <a:rPr sz="2475" b="0">
                          <a:solidFill>
                            <a:srgbClr val="183247"/>
                          </a:solidFill>
                          <a:latin typeface="Arial"/>
                          <a:ea typeface="Arial"/>
                          <a:cs typeface="Arial"/>
                        </a:rPr>
                        <a:t>Met t = € 3 per tas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Qt = 50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Pc = 10 · Pp = 7</a:t>
                      </a:r>
                    </a:p>
                  </a:txBody>
                  <a:tcPr marL="91440" marR="91440" marT="45720" marB="45720" anchor="ctr">
                    <a:solidFill>
                      <a:srgbClr val="EFF4F7"/>
                    </a:solidFill>
                  </a:tcPr>
                </a:tc>
              </a:tr>
            </a:tbl>
          </a:graphicData>
        </a:graphic>
      </p:graphicFrame>
      <p:sp>
        <p:nvSpPr>
          <p:cNvPr id="8" name="De belasting heeft geen effecten voor buitenstaanders en geen ui">
            <a:extLst xmlns:a="http://schemas.openxmlformats.org/drawingml/2006/main">
              <a:ext uri="{FF2B5EF4-FFF2-40B4-BE49-F238E27FC236}">
                <a16:creationId xmlns:a16="http://schemas.microsoft.com/office/drawing/2014/main" id="{36B3148B-0258-4120-88CB-7376C8A81B8F}"/>
              </a:ext>
            </a:extLst>
          </p:cNvPr>
          <p:cNvSpPr>
            <a:spLocks xmlns:a="http://schemas.openxmlformats.org/drawingml/2006/main" noGrp="1"/>
          </p:cNvSpPr>
          <p:nvPr/>
        </p:nvSpPr>
        <p:spPr>
          <a:xfrm xmlns:a="http://schemas.openxmlformats.org/drawingml/2006/main">
            <a:off x="571500" y="72580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 belasting heeft geen effecten voor buitenstaanders en geen uitvoeringskosten.</a:t>
            </a:r>
          </a:p>
        </p:txBody>
      </p:sp>
    </p:spTree>
    <p:extLst>
      <p:ext uri="{BB962C8B-B14F-4D97-AF65-F5344CB8AC3E}">
        <p14:creationId xmlns:p14="http://schemas.microsoft.com/office/powerpoint/2010/main" val="21182532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16 · De basisgrafiek">
            <a:extLst xmlns:a="http://schemas.openxmlformats.org/drawingml/2006/main">
              <a:ext uri="{FF2B5EF4-FFF2-40B4-BE49-F238E27FC236}">
                <a16:creationId xmlns:a16="http://schemas.microsoft.com/office/drawing/2014/main" id="{482D6310-42BC-4329-9637-4225787DE195}"/>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 · De basisgrafiek</a:t>
            </a:r>
          </a:p>
        </p:txBody>
      </p:sp>
      <p:sp>
        <p:nvSpPr>
          <p:cNvPr id="2" name="">
            <a:extLst xmlns:a="http://schemas.openxmlformats.org/drawingml/2006/main">
              <a:ext uri="{FF2B5EF4-FFF2-40B4-BE49-F238E27FC236}">
                <a16:creationId xmlns:a16="http://schemas.microsoft.com/office/drawing/2014/main" id="{5B52097C-69AE-4BCE-9FFD-C18DD08AA61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A6DE4967-3583-4318-99C7-670B96BB8CD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18">
            <a:extLst xmlns:a="http://schemas.openxmlformats.org/drawingml/2006/main">
              <a:ext uri="{FF2B5EF4-FFF2-40B4-BE49-F238E27FC236}">
                <a16:creationId xmlns:a16="http://schemas.microsoft.com/office/drawing/2014/main" id="{205DF773-189D-4BAA-AF4E-A6449F710B1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V: Pc = 20 − 0,20Q       A: Pp = 2 + 0,10Q">
            <a:extLst xmlns:a="http://schemas.openxmlformats.org/drawingml/2006/main">
              <a:ext uri="{FF2B5EF4-FFF2-40B4-BE49-F238E27FC236}">
                <a16:creationId xmlns:a16="http://schemas.microsoft.com/office/drawing/2014/main" id="{4C0FB4EA-577E-4416-B1DA-CEB26E25C388}"/>
              </a:ext>
            </a:extLst>
          </p:cNvPr>
          <p:cNvSpPr>
            <a:spLocks xmlns:a="http://schemas.openxmlformats.org/drawingml/2006/main" noGrp="1"/>
          </p:cNvSpPr>
          <p:nvPr/>
        </p:nvSpPr>
        <p:spPr>
          <a:xfrm xmlns:a="http://schemas.openxmlformats.org/drawingml/2006/main">
            <a:off x="571500" y="17240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V: Pc = 20 − 0,20Q       A: Pp = 2 + 0,10Q</a:t>
            </a:r>
          </a:p>
        </p:txBody>
      </p:sp>
      <p:graphicFrame>
        <p:nvGraphicFramePr>
          <p:cNvPr id="12" name="Chart"/>
          <p:cNvGraphicFramePr/>
          <p:nvPr/>
        </p:nvGraphicFramePr>
        <p:xfrm>
          <a:off xmlns:a="http://schemas.openxmlformats.org/drawingml/2006/main" x="571500" y="2333625"/>
          <a:ext xmlns:a="http://schemas.openxmlformats.org/drawingml/2006/main" cx="14097000" cy="5334000"/>
        </p:xfrm>
        <a:graphic xmlns:a="http://schemas.openxmlformats.org/drawingml/2006/main">
          <a:graphicData uri="http://schemas.openxmlformats.org/drawingml/2006/chart">
            <c:chart xmlns:r="http://schemas.openxmlformats.org/officeDocument/2006/relationships" xmlns:c="http://schemas.openxmlformats.org/drawingml/2006/chart" r:id="Rc17950b168764104"/>
          </a:graphicData>
        </a:graphic>
      </p:graphicFrame>
    </p:spTree>
    <p:extLst>
      <p:ext uri="{BB962C8B-B14F-4D97-AF65-F5344CB8AC3E}">
        <p14:creationId xmlns:p14="http://schemas.microsoft.com/office/powerpoint/2010/main" val="56292724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6 · Deelvragen a, b en c">
            <a:extLst xmlns:a="http://schemas.openxmlformats.org/drawingml/2006/main">
              <a:ext uri="{FF2B5EF4-FFF2-40B4-BE49-F238E27FC236}">
                <a16:creationId xmlns:a16="http://schemas.microsoft.com/office/drawing/2014/main" id="{B17B8043-2385-45B9-972A-ED8EDF7F6844}"/>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 · Deelvragen a, b en c</a:t>
            </a:r>
          </a:p>
        </p:txBody>
      </p:sp>
      <p:sp>
        <p:nvSpPr>
          <p:cNvPr id="2" name="">
            <a:extLst xmlns:a="http://schemas.openxmlformats.org/drawingml/2006/main">
              <a:ext uri="{FF2B5EF4-FFF2-40B4-BE49-F238E27FC236}">
                <a16:creationId xmlns:a16="http://schemas.microsoft.com/office/drawing/2014/main" id="{61C9C5DA-9085-44C8-9848-56FD2968BC4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4038FF1A-83F4-47FE-BC68-00EA2878BE3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19">
            <a:extLst xmlns:a="http://schemas.openxmlformats.org/drawingml/2006/main">
              <a:ext uri="{FF2B5EF4-FFF2-40B4-BE49-F238E27FC236}">
                <a16:creationId xmlns:a16="http://schemas.microsoft.com/office/drawing/2014/main" id="{BEF4E87E-CCF7-4472-BB30-4E809FE3C8C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a. Bereken de last per tas voor beide kanten en het afwentelings">
            <a:extLst xmlns:a="http://schemas.openxmlformats.org/drawingml/2006/main">
              <a:ext uri="{FF2B5EF4-FFF2-40B4-BE49-F238E27FC236}">
                <a16:creationId xmlns:a16="http://schemas.microsoft.com/office/drawing/2014/main" id="{07A527A4-C974-4365-A81C-6ACD664EB33E}"/>
              </a:ext>
            </a:extLst>
          </p:cNvPr>
          <p:cNvSpPr>
            <a:spLocks xmlns:a="http://schemas.openxmlformats.org/drawingml/2006/main" noGrp="1"/>
          </p:cNvSpPr>
          <p:nvPr/>
        </p:nvSpPr>
        <p:spPr>
          <a:xfrm xmlns:a="http://schemas.openxmlformats.org/drawingml/2006/main">
            <a:off x="571500" y="2171700"/>
            <a:ext cx="14097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 Bereken de last per tas voor beide kanten en het afwentelingspercentage.</a:t>
            </a:r>
          </a:p>
        </p:txBody>
      </p:sp>
      <p:sp>
        <p:nvSpPr>
          <p:cNvPr id="6" name="">
            <a:extLst xmlns:a="http://schemas.openxmlformats.org/drawingml/2006/main">
              <a:ext uri="{FF2B5EF4-FFF2-40B4-BE49-F238E27FC236}">
                <a16:creationId xmlns:a16="http://schemas.microsoft.com/office/drawing/2014/main" id="{C35688B3-8511-4041-9293-AB5BF186BE70}"/>
              </a:ext>
            </a:extLst>
          </p:cNvPr>
          <p:cNvSpPr>
            <a:spLocks xmlns:a="http://schemas.openxmlformats.org/drawingml/2006/main" noGrp="1"/>
          </p:cNvSpPr>
          <p:nvPr/>
        </p:nvSpPr>
        <p:spPr>
          <a:xfrm xmlns:a="http://schemas.openxmlformats.org/drawingml/2006/main">
            <a:off x="571500" y="3714750"/>
            <a:ext cx="14097000" cy="0"/>
          </a:xfrm>
          <a:prstGeom xmlns:a="http://schemas.openxmlformats.org/drawingml/2006/main" prst="line">
            <a:avLst/>
          </a:prstGeom>
          <a:ln xmlns:a="http://schemas.openxmlformats.org/drawingml/2006/main" w="19050">
            <a:solidFill>
              <a:srgbClr val="C6D2DB"/>
            </a:solidFill>
          </a:ln>
        </p:spPr>
      </p:sp>
      <p:sp>
        <p:nvSpPr>
          <p:cNvPr id="7" name="b. Bereken de belastingopbrengst per dag.">
            <a:extLst xmlns:a="http://schemas.openxmlformats.org/drawingml/2006/main">
              <a:ext uri="{FF2B5EF4-FFF2-40B4-BE49-F238E27FC236}">
                <a16:creationId xmlns:a16="http://schemas.microsoft.com/office/drawing/2014/main" id="{A27BD0EC-FD15-4A5D-97B0-5FFB12BF4CE0}"/>
              </a:ext>
            </a:extLst>
          </p:cNvPr>
          <p:cNvSpPr>
            <a:spLocks xmlns:a="http://schemas.openxmlformats.org/drawingml/2006/main" noGrp="1"/>
          </p:cNvSpPr>
          <p:nvPr/>
        </p:nvSpPr>
        <p:spPr>
          <a:xfrm xmlns:a="http://schemas.openxmlformats.org/drawingml/2006/main">
            <a:off x="571500" y="420052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 Bereken de belastingopbrengst per dag.</a:t>
            </a:r>
          </a:p>
        </p:txBody>
      </p:sp>
      <p:sp>
        <p:nvSpPr>
          <p:cNvPr id="8" name="">
            <a:extLst xmlns:a="http://schemas.openxmlformats.org/drawingml/2006/main">
              <a:ext uri="{FF2B5EF4-FFF2-40B4-BE49-F238E27FC236}">
                <a16:creationId xmlns:a16="http://schemas.microsoft.com/office/drawing/2014/main" id="{075EFEC7-D830-49A7-941F-2930ED00D3DC}"/>
              </a:ext>
            </a:extLst>
          </p:cNvPr>
          <p:cNvSpPr>
            <a:spLocks xmlns:a="http://schemas.openxmlformats.org/drawingml/2006/main" noGrp="1"/>
          </p:cNvSpPr>
          <p:nvPr/>
        </p:nvSpPr>
        <p:spPr>
          <a:xfrm xmlns:a="http://schemas.openxmlformats.org/drawingml/2006/main">
            <a:off x="571500" y="5314950"/>
            <a:ext cx="14097000" cy="0"/>
          </a:xfrm>
          <a:prstGeom xmlns:a="http://schemas.openxmlformats.org/drawingml/2006/main" prst="line">
            <a:avLst/>
          </a:prstGeom>
          <a:ln xmlns:a="http://schemas.openxmlformats.org/drawingml/2006/main" w="19050">
            <a:solidFill>
              <a:srgbClr val="C6D2DB"/>
            </a:solidFill>
          </a:ln>
        </p:spPr>
      </p:sp>
      <p:sp>
        <p:nvSpPr>
          <p:cNvPr id="9" name="c. Bereken CS en PS zonder en met belasting. Bereken daarna de w">
            <a:extLst xmlns:a="http://schemas.openxmlformats.org/drawingml/2006/main">
              <a:ext uri="{FF2B5EF4-FFF2-40B4-BE49-F238E27FC236}">
                <a16:creationId xmlns:a16="http://schemas.microsoft.com/office/drawing/2014/main" id="{11E26B1F-9ECF-4A94-A0C0-3B280B6F8157}"/>
              </a:ext>
            </a:extLst>
          </p:cNvPr>
          <p:cNvSpPr>
            <a:spLocks xmlns:a="http://schemas.openxmlformats.org/drawingml/2006/main" noGrp="1"/>
          </p:cNvSpPr>
          <p:nvPr/>
        </p:nvSpPr>
        <p:spPr>
          <a:xfrm xmlns:a="http://schemas.openxmlformats.org/drawingml/2006/main">
            <a:off x="571500" y="5791200"/>
            <a:ext cx="140970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c. Bereken CS en PS zonder en met belasting. Bereken daarna de welvaartsmaat met overheid en het welvaartsverlies.</a:t>
            </a:r>
          </a:p>
        </p:txBody>
      </p:sp>
    </p:spTree>
    <p:extLst>
      <p:ext uri="{BB962C8B-B14F-4D97-AF65-F5344CB8AC3E}">
        <p14:creationId xmlns:p14="http://schemas.microsoft.com/office/powerpoint/2010/main" val="16384067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6 · Deelvragen d en e">
            <a:extLst xmlns:a="http://schemas.openxmlformats.org/drawingml/2006/main">
              <a:ext uri="{FF2B5EF4-FFF2-40B4-BE49-F238E27FC236}">
                <a16:creationId xmlns:a16="http://schemas.microsoft.com/office/drawing/2014/main" id="{AA25D8DD-7A74-4006-8D12-17CAA6BC715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 · Deelvragen d en e</a:t>
            </a:r>
          </a:p>
        </p:txBody>
      </p:sp>
      <p:sp>
        <p:nvSpPr>
          <p:cNvPr id="2" name="">
            <a:extLst xmlns:a="http://schemas.openxmlformats.org/drawingml/2006/main">
              <a:ext uri="{FF2B5EF4-FFF2-40B4-BE49-F238E27FC236}">
                <a16:creationId xmlns:a16="http://schemas.microsoft.com/office/drawing/2014/main" id="{AE642CB7-9C08-4C6B-95E6-4A70AC33982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0A86FE7A-9751-413A-B988-9D27CE4800F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0">
            <a:extLst xmlns:a="http://schemas.openxmlformats.org/drawingml/2006/main">
              <a:ext uri="{FF2B5EF4-FFF2-40B4-BE49-F238E27FC236}">
                <a16:creationId xmlns:a16="http://schemas.microsoft.com/office/drawing/2014/main" id="{67FFB717-B5BE-4616-AEE6-F5109F5A30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d. Markeer Qt, Pc en Pp in de basisgrafiek. Arceer de belastingo">
            <a:extLst xmlns:a="http://schemas.openxmlformats.org/drawingml/2006/main">
              <a:ext uri="{FF2B5EF4-FFF2-40B4-BE49-F238E27FC236}">
                <a16:creationId xmlns:a16="http://schemas.microsoft.com/office/drawing/2014/main" id="{6005BE08-636F-4DFD-ACFD-2B353D02106C}"/>
              </a:ext>
            </a:extLst>
          </p:cNvPr>
          <p:cNvSpPr>
            <a:spLocks xmlns:a="http://schemas.openxmlformats.org/drawingml/2006/main" noGrp="1"/>
          </p:cNvSpPr>
          <p:nvPr/>
        </p:nvSpPr>
        <p:spPr>
          <a:xfrm xmlns:a="http://schemas.openxmlformats.org/drawingml/2006/main">
            <a:off x="571500" y="2266950"/>
            <a:ext cx="14097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 Markeer Qt, Pc en Pp in de basisgrafiek. Arceer de belastingopbrengst en het welvaartsverlies verschillend. Noteer basis en hoogte van W.</a:t>
            </a:r>
          </a:p>
        </p:txBody>
      </p:sp>
      <p:sp>
        <p:nvSpPr>
          <p:cNvPr id="6" name="">
            <a:extLst xmlns:a="http://schemas.openxmlformats.org/drawingml/2006/main">
              <a:ext uri="{FF2B5EF4-FFF2-40B4-BE49-F238E27FC236}">
                <a16:creationId xmlns:a16="http://schemas.microsoft.com/office/drawing/2014/main" id="{695042FE-723E-410A-9B29-96ECAEB48113}"/>
              </a:ext>
            </a:extLst>
          </p:cNvPr>
          <p:cNvSpPr>
            <a:spLocks xmlns:a="http://schemas.openxmlformats.org/drawingml/2006/main" noGrp="1"/>
          </p:cNvSpPr>
          <p:nvPr/>
        </p:nvSpPr>
        <p:spPr>
          <a:xfrm xmlns:a="http://schemas.openxmlformats.org/drawingml/2006/main">
            <a:off x="571500" y="4724400"/>
            <a:ext cx="14097000" cy="0"/>
          </a:xfrm>
          <a:prstGeom xmlns:a="http://schemas.openxmlformats.org/drawingml/2006/main" prst="line">
            <a:avLst/>
          </a:prstGeom>
          <a:ln xmlns:a="http://schemas.openxmlformats.org/drawingml/2006/main" w="19050">
            <a:solidFill>
              <a:srgbClr val="C6D2DB"/>
            </a:solidFill>
          </a:ln>
        </p:spPr>
      </p:sp>
      <p:sp>
        <p:nvSpPr>
          <p:cNvPr id="7" name="e. Een koper zegt: “Als de vraag nog minder prijsgevoelig was, z">
            <a:extLst xmlns:a="http://schemas.openxmlformats.org/drawingml/2006/main">
              <a:ext uri="{FF2B5EF4-FFF2-40B4-BE49-F238E27FC236}">
                <a16:creationId xmlns:a16="http://schemas.microsoft.com/office/drawing/2014/main" id="{468E7587-2D9F-4C74-BAA6-2CE708871729}"/>
              </a:ext>
            </a:extLst>
          </p:cNvPr>
          <p:cNvSpPr>
            <a:spLocks xmlns:a="http://schemas.openxmlformats.org/drawingml/2006/main" noGrp="1"/>
          </p:cNvSpPr>
          <p:nvPr/>
        </p:nvSpPr>
        <p:spPr>
          <a:xfrm xmlns:a="http://schemas.openxmlformats.org/drawingml/2006/main">
            <a:off x="571500" y="5324475"/>
            <a:ext cx="140970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Een koper zegt: “Als de vraag nog minder prijsgevoelig was, zouden wij minder belasting dragen.” Beoordeel, bij gelijk aanbod en dezelfde belasting.</a:t>
            </a:r>
          </a:p>
        </p:txBody>
      </p:sp>
    </p:spTree>
    <p:extLst>
      <p:ext uri="{BB962C8B-B14F-4D97-AF65-F5344CB8AC3E}">
        <p14:creationId xmlns:p14="http://schemas.microsoft.com/office/powerpoint/2010/main" val="12157949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a · De last per tas">
            <a:extLst xmlns:a="http://schemas.openxmlformats.org/drawingml/2006/main">
              <a:ext uri="{FF2B5EF4-FFF2-40B4-BE49-F238E27FC236}">
                <a16:creationId xmlns:a16="http://schemas.microsoft.com/office/drawing/2014/main" id="{A8D858F2-C030-491B-83BB-FF13C120E940}"/>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16a · De last per tas</a:t>
            </a:r>
          </a:p>
        </p:txBody>
      </p:sp>
      <p:sp>
        <p:nvSpPr>
          <p:cNvPr id="2" name="">
            <a:extLst xmlns:a="http://schemas.openxmlformats.org/drawingml/2006/main">
              <a:ext uri="{FF2B5EF4-FFF2-40B4-BE49-F238E27FC236}">
                <a16:creationId xmlns:a16="http://schemas.microsoft.com/office/drawing/2014/main" id="{22624B76-1982-4173-9A99-86721B99D1C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321726B7-B0C3-43C7-928A-D05E96DCE57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1">
            <a:extLst xmlns:a="http://schemas.openxmlformats.org/drawingml/2006/main">
              <a:ext uri="{FF2B5EF4-FFF2-40B4-BE49-F238E27FC236}">
                <a16:creationId xmlns:a16="http://schemas.microsoft.com/office/drawing/2014/main" id="{CAFBDD2A-F513-4E69-A32B-4E16139D933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3" name=""/>
          <p:cNvGraphicFramePr/>
          <p:nvPr/>
        </p:nvGraphicFramePr>
        <p:xfrm>
          <a:off xmlns:a="http://schemas.openxmlformats.org/drawingml/2006/main" x="571500" y="2133600"/>
          <a:ext xmlns:a="http://schemas.openxmlformats.org/drawingml/2006/main" cx="14097000" cy="2733675"/>
        </p:xfrm>
        <a:graphic xmlns:a="http://schemas.openxmlformats.org/drawingml/2006/main">
          <a:graphicData uri="http://schemas.openxmlformats.org/drawingml/2006/table">
            <a:tbl>
              <a:tblPr/>
              <a:tblGrid>
                <a:gridCol w="3905250"/>
                <a:gridCol w="6762750"/>
                <a:gridCol w="3429000"/>
              </a:tblGrid>
              <a:tr h="911225">
                <a:tc>
                  <a:txBody>
                    <a:bodyPr lIns="171450" tIns="95250" rIns="152400" bIns="95250"/>
                    <a:lstStyle/>
                    <a:p>
                      <a:r>
                        <a:rPr sz="2700" b="1">
                          <a:solidFill>
                            <a:srgbClr val="FFFFFF"/>
                          </a:solidFill>
                          <a:latin typeface="Arial"/>
                          <a:ea typeface="Arial"/>
                          <a:cs typeface="Arial"/>
                        </a:rPr>
                        <a:t>Marktpartij</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Vergelijking met P₀ = € 8</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Last per tas</a:t>
                      </a:r>
                    </a:p>
                  </a:txBody>
                  <a:tcPr marL="91440" marR="91440" marT="45720" marB="45720" anchor="ctr">
                    <a:solidFill>
                      <a:srgbClr val="183247"/>
                    </a:solidFill>
                  </a:tcPr>
                </a:tc>
              </a:tr>
              <a:tr h="911225">
                <a:tc>
                  <a:txBody>
                    <a:bodyPr lIns="171450" tIns="95250" rIns="152400" bIns="95250"/>
                    <a:lstStyle/>
                    <a:p>
                      <a:r>
                        <a:rPr sz="2700" b="0">
                          <a:solidFill>
                            <a:srgbClr val="183247"/>
                          </a:solidFill>
                          <a:latin typeface="Arial"/>
                          <a:ea typeface="Arial"/>
                          <a:cs typeface="Arial"/>
                        </a:rPr>
                        <a:t>Koper</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Pc − P₀ = 10 − 8</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€ 2</a:t>
                      </a:r>
                    </a:p>
                  </a:txBody>
                  <a:tcPr marL="91440" marR="91440" marT="45720" marB="45720" anchor="ctr">
                    <a:solidFill>
                      <a:srgbClr val="FFFFFF"/>
                    </a:solidFill>
                  </a:tcPr>
                </a:tc>
              </a:tr>
              <a:tr h="911225">
                <a:tc>
                  <a:txBody>
                    <a:bodyPr lIns="171450" tIns="95250" rIns="152400" bIns="95250"/>
                    <a:lstStyle/>
                    <a:p>
                      <a:r>
                        <a:rPr sz="2700" b="0">
                          <a:solidFill>
                            <a:srgbClr val="183247"/>
                          </a:solidFill>
                          <a:latin typeface="Arial"/>
                          <a:ea typeface="Arial"/>
                          <a:cs typeface="Arial"/>
                        </a:rPr>
                        <a:t>Verkoper</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P₀ − Pp = 8 − 7</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€ 1</a:t>
                      </a:r>
                    </a:p>
                  </a:txBody>
                  <a:tcPr marL="91440" marR="91440" marT="45720" marB="45720" anchor="ctr">
                    <a:solidFill>
                      <a:srgbClr val="EFF4F7"/>
                    </a:solidFill>
                  </a:tcPr>
                </a:tc>
              </a:tr>
            </a:tbl>
          </a:graphicData>
        </a:graphic>
      </p:graphicFrame>
      <p:sp>
        <p:nvSpPr>
          <p:cNvPr id="6" name="Afwenteling = (Pc − P₀) / t × 100%">
            <a:extLst xmlns:a="http://schemas.openxmlformats.org/drawingml/2006/main">
              <a:ext uri="{FF2B5EF4-FFF2-40B4-BE49-F238E27FC236}">
                <a16:creationId xmlns:a16="http://schemas.microsoft.com/office/drawing/2014/main" id="{77F3525C-3DF1-4CAF-B8C9-B70F685BB2F9}"/>
              </a:ext>
            </a:extLst>
          </p:cNvPr>
          <p:cNvSpPr>
            <a:spLocks xmlns:a="http://schemas.openxmlformats.org/drawingml/2006/main" noGrp="1"/>
          </p:cNvSpPr>
          <p:nvPr/>
        </p:nvSpPr>
        <p:spPr>
          <a:xfrm xmlns:a="http://schemas.openxmlformats.org/drawingml/2006/main">
            <a:off x="571500" y="55816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Afwenteling = (Pc − P₀) / t × 100%</a:t>
            </a:r>
          </a:p>
        </p:txBody>
      </p:sp>
      <p:sp>
        <p:nvSpPr>
          <p:cNvPr id="7" name="= 2 / 3 × 100% ≈ 66,67%">
            <a:extLst xmlns:a="http://schemas.openxmlformats.org/drawingml/2006/main">
              <a:ext uri="{FF2B5EF4-FFF2-40B4-BE49-F238E27FC236}">
                <a16:creationId xmlns:a16="http://schemas.microsoft.com/office/drawing/2014/main" id="{6888251C-226D-48BA-BE3E-434830A9603A}"/>
              </a:ext>
            </a:extLst>
          </p:cNvPr>
          <p:cNvSpPr>
            <a:spLocks xmlns:a="http://schemas.openxmlformats.org/drawingml/2006/main" noGrp="1"/>
          </p:cNvSpPr>
          <p:nvPr/>
        </p:nvSpPr>
        <p:spPr>
          <a:xfrm xmlns:a="http://schemas.openxmlformats.org/drawingml/2006/main">
            <a:off x="571500" y="65722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 2 / 3 × 100% ≈ 66,67%</a:t>
            </a:r>
          </a:p>
        </p:txBody>
      </p:sp>
      <p:sp>
        <p:nvSpPr>
          <p:cNvPr id="8" name="Controle: € 2 + € 1 = € 3 per verkochte tas">
            <a:extLst xmlns:a="http://schemas.openxmlformats.org/drawingml/2006/main">
              <a:ext uri="{FF2B5EF4-FFF2-40B4-BE49-F238E27FC236}">
                <a16:creationId xmlns:a16="http://schemas.microsoft.com/office/drawing/2014/main" id="{5B09DC37-AABB-4177-A6C6-37AEF4416051}"/>
              </a:ext>
            </a:extLst>
          </p:cNvPr>
          <p:cNvSpPr>
            <a:spLocks xmlns:a="http://schemas.openxmlformats.org/drawingml/2006/main" noGrp="1"/>
          </p:cNvSpPr>
          <p:nvPr/>
        </p:nvSpPr>
        <p:spPr>
          <a:xfrm xmlns:a="http://schemas.openxmlformats.org/drawingml/2006/main">
            <a:off x="571500" y="75533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Controle: € 2 + € 1 = € 3 per verkochte tas</a:t>
            </a:r>
          </a:p>
        </p:txBody>
      </p:sp>
    </p:spTree>
    <p:extLst>
      <p:ext uri="{BB962C8B-B14F-4D97-AF65-F5344CB8AC3E}">
        <p14:creationId xmlns:p14="http://schemas.microsoft.com/office/powerpoint/2010/main" val="1463537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b · De belastingopbrengst">
            <a:extLst xmlns:a="http://schemas.openxmlformats.org/drawingml/2006/main">
              <a:ext uri="{FF2B5EF4-FFF2-40B4-BE49-F238E27FC236}">
                <a16:creationId xmlns:a16="http://schemas.microsoft.com/office/drawing/2014/main" id="{229E0C33-DA6F-4BD2-80AA-C9C789BC3372}"/>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16b · De belastingopbrengst</a:t>
            </a:r>
          </a:p>
        </p:txBody>
      </p:sp>
      <p:sp>
        <p:nvSpPr>
          <p:cNvPr id="2" name="">
            <a:extLst xmlns:a="http://schemas.openxmlformats.org/drawingml/2006/main">
              <a:ext uri="{FF2B5EF4-FFF2-40B4-BE49-F238E27FC236}">
                <a16:creationId xmlns:a16="http://schemas.microsoft.com/office/drawing/2014/main" id="{199953B7-A60D-4665-BA77-6B9D19E891D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9C8BCE1B-8EF7-4A33-AF7F-74D354A8395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2">
            <a:extLst xmlns:a="http://schemas.openxmlformats.org/drawingml/2006/main">
              <a:ext uri="{FF2B5EF4-FFF2-40B4-BE49-F238E27FC236}">
                <a16:creationId xmlns:a16="http://schemas.microsoft.com/office/drawing/2014/main" id="{1C11A27D-0BD9-4088-BFE9-93F8750F26C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O = t × Qt">
            <a:extLst xmlns:a="http://schemas.openxmlformats.org/drawingml/2006/main">
              <a:ext uri="{FF2B5EF4-FFF2-40B4-BE49-F238E27FC236}">
                <a16:creationId xmlns:a16="http://schemas.microsoft.com/office/drawing/2014/main" id="{1135B44D-B7C1-4130-8975-44A3F1696886}"/>
              </a:ext>
            </a:extLst>
          </p:cNvPr>
          <p:cNvSpPr>
            <a:spLocks xmlns:a="http://schemas.openxmlformats.org/drawingml/2006/main" noGrp="1"/>
          </p:cNvSpPr>
          <p:nvPr/>
        </p:nvSpPr>
        <p:spPr>
          <a:xfrm xmlns:a="http://schemas.openxmlformats.org/drawingml/2006/main">
            <a:off x="571500" y="214312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A94D16"/>
                </a:solidFill>
                <a:latin typeface="Arial"/>
                <a:ea typeface="Arial"/>
                <a:cs typeface="Arial"/>
              </a:defRPr>
            </a:pPr>
            <a:r>
              <a:rPr sz="4125" b="1">
                <a:solidFill>
                  <a:srgbClr val="A94D16"/>
                </a:solidFill>
                <a:latin typeface="Arial"/>
                <a:ea typeface="Arial"/>
                <a:cs typeface="Arial"/>
              </a:rPr>
              <a:t>O = t × Qt</a:t>
            </a:r>
          </a:p>
        </p:txBody>
      </p:sp>
      <p:sp>
        <p:nvSpPr>
          <p:cNvPr id="6" name="= € 3 per tas × 50 tassen per dag">
            <a:extLst xmlns:a="http://schemas.openxmlformats.org/drawingml/2006/main">
              <a:ext uri="{FF2B5EF4-FFF2-40B4-BE49-F238E27FC236}">
                <a16:creationId xmlns:a16="http://schemas.microsoft.com/office/drawing/2014/main" id="{8FE4F53A-1ED7-47FA-AEFD-B94A40D3B034}"/>
              </a:ext>
            </a:extLst>
          </p:cNvPr>
          <p:cNvSpPr>
            <a:spLocks xmlns:a="http://schemas.openxmlformats.org/drawingml/2006/main" noGrp="1"/>
          </p:cNvSpPr>
          <p:nvPr/>
        </p:nvSpPr>
        <p:spPr>
          <a:xfrm xmlns:a="http://schemas.openxmlformats.org/drawingml/2006/main">
            <a:off x="571500" y="350520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 € 3 per tas × 50 tassen per dag</a:t>
            </a:r>
          </a:p>
        </p:txBody>
      </p:sp>
      <p:sp>
        <p:nvSpPr>
          <p:cNvPr id="7" name="= € 150 per dag">
            <a:extLst xmlns:a="http://schemas.openxmlformats.org/drawingml/2006/main">
              <a:ext uri="{FF2B5EF4-FFF2-40B4-BE49-F238E27FC236}">
                <a16:creationId xmlns:a16="http://schemas.microsoft.com/office/drawing/2014/main" id="{63E1F386-CB04-4F5A-ACF3-A88D0568F033}"/>
              </a:ext>
            </a:extLst>
          </p:cNvPr>
          <p:cNvSpPr>
            <a:spLocks xmlns:a="http://schemas.openxmlformats.org/drawingml/2006/main" noGrp="1"/>
          </p:cNvSpPr>
          <p:nvPr/>
        </p:nvSpPr>
        <p:spPr>
          <a:xfrm xmlns:a="http://schemas.openxmlformats.org/drawingml/2006/main">
            <a:off x="571500" y="49434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83247"/>
                </a:solidFill>
                <a:latin typeface="Arial"/>
                <a:ea typeface="Arial"/>
                <a:cs typeface="Arial"/>
              </a:defRPr>
            </a:pPr>
            <a:r>
              <a:rPr sz="4350" b="1">
                <a:solidFill>
                  <a:srgbClr val="183247"/>
                </a:solidFill>
                <a:latin typeface="Arial"/>
                <a:ea typeface="Arial"/>
                <a:cs typeface="Arial"/>
              </a:rPr>
              <a:t>= € 150 per dag</a:t>
            </a:r>
          </a:p>
        </p:txBody>
      </p:sp>
      <p:sp>
        <p:nvSpPr>
          <p:cNvPr id="8" name="De overheid ontvangt alleen over de 50 daadwerkelijke verkopen.">
            <a:extLst xmlns:a="http://schemas.openxmlformats.org/drawingml/2006/main">
              <a:ext uri="{FF2B5EF4-FFF2-40B4-BE49-F238E27FC236}">
                <a16:creationId xmlns:a16="http://schemas.microsoft.com/office/drawing/2014/main" id="{717BFBD6-D931-40B4-926B-0ECD9E3D6432}"/>
              </a:ext>
            </a:extLst>
          </p:cNvPr>
          <p:cNvSpPr>
            <a:spLocks xmlns:a="http://schemas.openxmlformats.org/drawingml/2006/main" noGrp="1"/>
          </p:cNvSpPr>
          <p:nvPr/>
        </p:nvSpPr>
        <p:spPr>
          <a:xfrm xmlns:a="http://schemas.openxmlformats.org/drawingml/2006/main">
            <a:off x="571500" y="693420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overheid ontvangt alleen over de 50 daadwerkelijke verkopen.</a:t>
            </a:r>
          </a:p>
        </p:txBody>
      </p:sp>
    </p:spTree>
    <p:extLst>
      <p:ext uri="{BB962C8B-B14F-4D97-AF65-F5344CB8AC3E}">
        <p14:creationId xmlns:p14="http://schemas.microsoft.com/office/powerpoint/2010/main" val="110751053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c · Surplus zonder belasting">
            <a:extLst xmlns:a="http://schemas.openxmlformats.org/drawingml/2006/main">
              <a:ext uri="{FF2B5EF4-FFF2-40B4-BE49-F238E27FC236}">
                <a16:creationId xmlns:a16="http://schemas.microsoft.com/office/drawing/2014/main" id="{27F80738-E859-450B-849E-800F19F446B2}"/>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16c · Surplus zonder belasting</a:t>
            </a:r>
          </a:p>
        </p:txBody>
      </p:sp>
      <p:sp>
        <p:nvSpPr>
          <p:cNvPr id="2" name="">
            <a:extLst xmlns:a="http://schemas.openxmlformats.org/drawingml/2006/main">
              <a:ext uri="{FF2B5EF4-FFF2-40B4-BE49-F238E27FC236}">
                <a16:creationId xmlns:a16="http://schemas.microsoft.com/office/drawing/2014/main" id="{CAB3040C-62FA-4F8D-91BB-44A8DA97A13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499410FE-BE92-4ABD-B334-F746A9A853C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3">
            <a:extLst xmlns:a="http://schemas.openxmlformats.org/drawingml/2006/main">
              <a:ext uri="{FF2B5EF4-FFF2-40B4-BE49-F238E27FC236}">
                <a16:creationId xmlns:a16="http://schemas.microsoft.com/office/drawing/2014/main" id="{25C8445D-673F-4110-BA21-5B017077B4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3"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497886ebf1674922"/>
          </a:graphicData>
        </a:graphic>
      </p:graphicFrame>
      <p:sp>
        <p:nvSpPr>
          <p:cNvPr id="6" name="Q₀ = 60 · P₀ = € 8">
            <a:extLst xmlns:a="http://schemas.openxmlformats.org/drawingml/2006/main">
              <a:ext uri="{FF2B5EF4-FFF2-40B4-BE49-F238E27FC236}">
                <a16:creationId xmlns:a16="http://schemas.microsoft.com/office/drawing/2014/main" id="{1612A5B3-4AAF-4608-AC0D-346AE149A949}"/>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Q₀ = 60 · P₀ = € 8</a:t>
            </a:r>
          </a:p>
        </p:txBody>
      </p:sp>
      <p:sp>
        <p:nvSpPr>
          <p:cNvPr id="7" name="CS = ½ × 60 × (20 − 8)&#10;= € 360 per dag&#10;&#10;PS = ½ × 60 × (8 − 2)&#10;= ">
            <a:extLst xmlns:a="http://schemas.openxmlformats.org/drawingml/2006/main">
              <a:ext uri="{FF2B5EF4-FFF2-40B4-BE49-F238E27FC236}">
                <a16:creationId xmlns:a16="http://schemas.microsoft.com/office/drawing/2014/main" id="{D79A4421-9EC9-4033-BBA3-6784E3BC02CB}"/>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CS = ½ × 60 × (20 − 8)</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€ 360 per dag</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PS = ½ × 60 × (8 − 2)</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€ 180 per dag</a:t>
            </a:r>
          </a:p>
        </p:txBody>
      </p:sp>
      <p:sp>
        <p:nvSpPr>
          <p:cNvPr id="8" name="Samen: € 540 per dag">
            <a:extLst xmlns:a="http://schemas.openxmlformats.org/drawingml/2006/main">
              <a:ext uri="{FF2B5EF4-FFF2-40B4-BE49-F238E27FC236}">
                <a16:creationId xmlns:a16="http://schemas.microsoft.com/office/drawing/2014/main" id="{6E2F38F1-D469-45B5-90E1-CAFBC067E093}"/>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Samen: € 540 per dag</a:t>
            </a:r>
          </a:p>
        </p:txBody>
      </p:sp>
    </p:spTree>
    <p:extLst>
      <p:ext uri="{BB962C8B-B14F-4D97-AF65-F5344CB8AC3E}">
        <p14:creationId xmlns:p14="http://schemas.microsoft.com/office/powerpoint/2010/main" val="82702744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c · Surplus met belasting">
            <a:extLst xmlns:a="http://schemas.openxmlformats.org/drawingml/2006/main">
              <a:ext uri="{FF2B5EF4-FFF2-40B4-BE49-F238E27FC236}">
                <a16:creationId xmlns:a16="http://schemas.microsoft.com/office/drawing/2014/main" id="{86718927-D014-4C48-AD19-3EF2BE78A0F3}"/>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16c · Surplus met belasting</a:t>
            </a:r>
          </a:p>
        </p:txBody>
      </p:sp>
      <p:sp>
        <p:nvSpPr>
          <p:cNvPr id="2" name="">
            <a:extLst xmlns:a="http://schemas.openxmlformats.org/drawingml/2006/main">
              <a:ext uri="{FF2B5EF4-FFF2-40B4-BE49-F238E27FC236}">
                <a16:creationId xmlns:a16="http://schemas.microsoft.com/office/drawing/2014/main" id="{71217417-7946-4507-984D-C1755127A89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3788B5CF-5C79-461F-8B8C-1E3A82ED7A2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4">
            <a:extLst xmlns:a="http://schemas.openxmlformats.org/drawingml/2006/main">
              <a:ext uri="{FF2B5EF4-FFF2-40B4-BE49-F238E27FC236}">
                <a16:creationId xmlns:a16="http://schemas.microsoft.com/office/drawing/2014/main" id="{6D462C16-C08D-4F2F-9151-8B5E0B38C59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ae72f3a0a9684968"/>
          </a:graphicData>
        </a:graphic>
      </p:graphicFrame>
      <p:sp>
        <p:nvSpPr>
          <p:cNvPr id="6" name="Qt = 50 · Pc = 10 · Pp = 7">
            <a:extLst xmlns:a="http://schemas.openxmlformats.org/drawingml/2006/main">
              <a:ext uri="{FF2B5EF4-FFF2-40B4-BE49-F238E27FC236}">
                <a16:creationId xmlns:a16="http://schemas.microsoft.com/office/drawing/2014/main" id="{F86020D6-A504-4FED-81F1-2EC752A9E7A0}"/>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Qt = 50 · Pc = 10 · Pp = 7</a:t>
            </a:r>
          </a:p>
        </p:txBody>
      </p:sp>
      <p:sp>
        <p:nvSpPr>
          <p:cNvPr id="7" name="CS = ½ × 50 × (20 − 10)&#10;= € 250 per dag&#10;&#10;PS = ½ × 50 × (7 − 2)&#10;=">
            <a:extLst xmlns:a="http://schemas.openxmlformats.org/drawingml/2006/main">
              <a:ext uri="{FF2B5EF4-FFF2-40B4-BE49-F238E27FC236}">
                <a16:creationId xmlns:a16="http://schemas.microsoft.com/office/drawing/2014/main" id="{8618BECD-7AE8-4302-B612-E71EF3C4C8A6}"/>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CS = ½ × 50 × (20 − 10)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€ 250 per dag</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PS = ½ × 50 × (7 − 2)</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€ 125 per dag</a:t>
            </a:r>
          </a:p>
        </p:txBody>
      </p:sp>
      <p:sp>
        <p:nvSpPr>
          <p:cNvPr id="8" name="De nieuwe prijzen zijn € per tas">
            <a:extLst xmlns:a="http://schemas.openxmlformats.org/drawingml/2006/main">
              <a:ext uri="{FF2B5EF4-FFF2-40B4-BE49-F238E27FC236}">
                <a16:creationId xmlns:a16="http://schemas.microsoft.com/office/drawing/2014/main" id="{6D7879C1-CD58-47D3-9FE5-C58D24B6A7AA}"/>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De nieuwe prijzen zijn € per tas</a:t>
            </a:r>
          </a:p>
        </p:txBody>
      </p:sp>
    </p:spTree>
    <p:extLst>
      <p:ext uri="{BB962C8B-B14F-4D97-AF65-F5344CB8AC3E}">
        <p14:creationId xmlns:p14="http://schemas.microsoft.com/office/powerpoint/2010/main" val="455674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6c · De nieuwe welvaartsmaat">
            <a:extLst xmlns:a="http://schemas.openxmlformats.org/drawingml/2006/main">
              <a:ext uri="{FF2B5EF4-FFF2-40B4-BE49-F238E27FC236}">
                <a16:creationId xmlns:a16="http://schemas.microsoft.com/office/drawing/2014/main" id="{480DBDE0-623C-4381-9842-FCFA4A0BB7AA}"/>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16c · De nieuwe welvaartsmaat</a:t>
            </a:r>
          </a:p>
        </p:txBody>
      </p:sp>
      <p:sp>
        <p:nvSpPr>
          <p:cNvPr id="2" name="">
            <a:extLst xmlns:a="http://schemas.openxmlformats.org/drawingml/2006/main">
              <a:ext uri="{FF2B5EF4-FFF2-40B4-BE49-F238E27FC236}">
                <a16:creationId xmlns:a16="http://schemas.microsoft.com/office/drawing/2014/main" id="{34BF2BA3-EBF2-46BC-B622-D0F8C2194F0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6670FDD8-7BD6-4FDB-B849-5C62102F1F1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5">
            <a:extLst xmlns:a="http://schemas.openxmlformats.org/drawingml/2006/main">
              <a:ext uri="{FF2B5EF4-FFF2-40B4-BE49-F238E27FC236}">
                <a16:creationId xmlns:a16="http://schemas.microsoft.com/office/drawing/2014/main" id="{7E20C3E1-1869-44B4-A9D4-7B4324A5D71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2" name=""/>
          <p:cNvGraphicFramePr/>
          <p:nvPr/>
        </p:nvGraphicFramePr>
        <p:xfrm>
          <a:off xmlns:a="http://schemas.openxmlformats.org/drawingml/2006/main" x="571500" y="2085975"/>
          <a:ext xmlns:a="http://schemas.openxmlformats.org/drawingml/2006/main" cx="14097000" cy="3667125"/>
        </p:xfrm>
        <a:graphic xmlns:a="http://schemas.openxmlformats.org/drawingml/2006/main">
          <a:graphicData uri="http://schemas.openxmlformats.org/drawingml/2006/table">
            <a:tbl>
              <a:tblPr/>
              <a:tblGrid>
                <a:gridCol w="6477000"/>
                <a:gridCol w="3810000"/>
                <a:gridCol w="3810000"/>
              </a:tblGrid>
              <a:tr h="733425">
                <a:tc>
                  <a:txBody>
                    <a:bodyPr lIns="171450" tIns="95250" rIns="152400" bIns="95250"/>
                    <a:lstStyle/>
                    <a:p>
                      <a:r>
                        <a:rPr sz="2625" b="1">
                          <a:solidFill>
                            <a:srgbClr val="FFFFFF"/>
                          </a:solidFill>
                          <a:latin typeface="Arial"/>
                          <a:ea typeface="Arial"/>
                          <a:cs typeface="Arial"/>
                        </a:rPr>
                        <a:t>Grootheid (€ per dag)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Zonder belasting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Met belasting</a:t>
                      </a:r>
                    </a:p>
                  </a:txBody>
                  <a:tcPr marL="91440" marR="91440" marT="45720" marB="45720" anchor="ctr">
                    <a:solidFill>
                      <a:srgbClr val="183247"/>
                    </a:solidFill>
                  </a:tcPr>
                </a:tc>
              </a:tr>
              <a:tr h="733425">
                <a:tc>
                  <a:txBody>
                    <a:bodyPr lIns="171450" tIns="95250" rIns="152400" bIns="95250"/>
                    <a:lstStyle/>
                    <a:p>
                      <a:r>
                        <a:rPr sz="262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360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250</a:t>
                      </a:r>
                    </a:p>
                  </a:txBody>
                  <a:tcPr marL="91440" marR="91440" marT="45720" marB="45720" anchor="ctr">
                    <a:solidFill>
                      <a:srgbClr val="FFFFFF"/>
                    </a:solidFill>
                  </a:tcPr>
                </a:tc>
              </a:tr>
              <a:tr h="733425">
                <a:tc>
                  <a:txBody>
                    <a:bodyPr lIns="171450" tIns="95250" rIns="152400" bIns="95250"/>
                    <a:lstStyle/>
                    <a:p>
                      <a:r>
                        <a:rPr sz="262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180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125</a:t>
                      </a:r>
                    </a:p>
                  </a:txBody>
                  <a:tcPr marL="91440" marR="91440" marT="45720" marB="45720" anchor="ctr">
                    <a:solidFill>
                      <a:srgbClr val="EFF4F7"/>
                    </a:solidFill>
                  </a:tcPr>
                </a:tc>
              </a:tr>
              <a:tr h="733425">
                <a:tc>
                  <a:txBody>
                    <a:bodyPr lIns="171450" tIns="95250" rIns="152400" bIns="95250"/>
                    <a:lstStyle/>
                    <a:p>
                      <a:r>
                        <a:rPr sz="2625" b="0">
                          <a:solidFill>
                            <a:srgbClr val="183247"/>
                          </a:solidFill>
                          <a:latin typeface="Arial"/>
                          <a:ea typeface="Arial"/>
                          <a:cs typeface="Arial"/>
                        </a:rPr>
                        <a:t>O</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150</a:t>
                      </a:r>
                    </a:p>
                  </a:txBody>
                  <a:tcPr marL="91440" marR="91440" marT="45720" marB="45720" anchor="ctr">
                    <a:solidFill>
                      <a:srgbClr val="FFFFFF"/>
                    </a:solidFill>
                  </a:tcPr>
                </a:tc>
              </a:tr>
              <a:tr h="733425">
                <a:tc>
                  <a:txBody>
                    <a:bodyPr lIns="171450" tIns="95250" rIns="152400" bIns="95250"/>
                    <a:lstStyle/>
                    <a:p>
                      <a:r>
                        <a:rPr sz="2625" b="0">
                          <a:solidFill>
                            <a:srgbClr val="183247"/>
                          </a:solidFill>
                          <a:latin typeface="Arial"/>
                          <a:ea typeface="Arial"/>
                          <a:cs typeface="Arial"/>
                        </a:rPr>
                        <a:t>CS + PS + O</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540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525</a:t>
                      </a:r>
                    </a:p>
                  </a:txBody>
                  <a:tcPr marL="91440" marR="91440" marT="45720" marB="45720" anchor="ctr">
                    <a:solidFill>
                      <a:srgbClr val="EFF4F7"/>
                    </a:solidFill>
                  </a:tcPr>
                </a:tc>
              </a:tr>
            </a:tbl>
          </a:graphicData>
        </a:graphic>
      </p:graphicFrame>
      <p:sp>
        <p:nvSpPr>
          <p:cNvPr id="6" name="Nieuw: 250 + 125 + 150 = € 525 per dag">
            <a:extLst xmlns:a="http://schemas.openxmlformats.org/drawingml/2006/main">
              <a:ext uri="{FF2B5EF4-FFF2-40B4-BE49-F238E27FC236}">
                <a16:creationId xmlns:a16="http://schemas.microsoft.com/office/drawing/2014/main" id="{4C4AAD3F-2AFA-4C45-949E-AA0B38C507C3}"/>
              </a:ext>
            </a:extLst>
          </p:cNvPr>
          <p:cNvSpPr>
            <a:spLocks xmlns:a="http://schemas.openxmlformats.org/drawingml/2006/main" noGrp="1"/>
          </p:cNvSpPr>
          <p:nvPr/>
        </p:nvSpPr>
        <p:spPr>
          <a:xfrm xmlns:a="http://schemas.openxmlformats.org/drawingml/2006/main">
            <a:off x="571500" y="62198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Nieuw: 250 + 125 + 150 = € 525 per dag</a:t>
            </a:r>
          </a:p>
        </p:txBody>
      </p:sp>
      <p:sp>
        <p:nvSpPr>
          <p:cNvPr id="7" name="W = 540 − 525 = € 15 per dag">
            <a:extLst xmlns:a="http://schemas.openxmlformats.org/drawingml/2006/main">
              <a:ext uri="{FF2B5EF4-FFF2-40B4-BE49-F238E27FC236}">
                <a16:creationId xmlns:a16="http://schemas.microsoft.com/office/drawing/2014/main" id="{FBD2F22E-7497-4ED8-BFD3-94C369CD5E72}"/>
              </a:ext>
            </a:extLst>
          </p:cNvPr>
          <p:cNvSpPr>
            <a:spLocks xmlns:a="http://schemas.openxmlformats.org/drawingml/2006/main" noGrp="1"/>
          </p:cNvSpPr>
          <p:nvPr/>
        </p:nvSpPr>
        <p:spPr>
          <a:xfrm xmlns:a="http://schemas.openxmlformats.org/drawingml/2006/main">
            <a:off x="571500" y="71723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3302A"/>
                </a:solidFill>
                <a:latin typeface="Arial"/>
                <a:ea typeface="Arial"/>
                <a:cs typeface="Arial"/>
              </a:defRPr>
            </a:pPr>
            <a:r>
              <a:rPr sz="3525" b="1">
                <a:solidFill>
                  <a:srgbClr val="A3302A"/>
                </a:solidFill>
                <a:latin typeface="Arial"/>
                <a:ea typeface="Arial"/>
                <a:cs typeface="Arial"/>
              </a:rPr>
              <a:t>W = 540 − 525 = € 15 per dag</a:t>
            </a:r>
          </a:p>
        </p:txBody>
      </p:sp>
    </p:spTree>
    <p:extLst>
      <p:ext uri="{BB962C8B-B14F-4D97-AF65-F5344CB8AC3E}">
        <p14:creationId xmlns:p14="http://schemas.microsoft.com/office/powerpoint/2010/main" val="186915832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d · Prijzen, hoeveelheid en O">
            <a:extLst xmlns:a="http://schemas.openxmlformats.org/drawingml/2006/main">
              <a:ext uri="{FF2B5EF4-FFF2-40B4-BE49-F238E27FC236}">
                <a16:creationId xmlns:a16="http://schemas.microsoft.com/office/drawing/2014/main" id="{39C5CF7A-C5EC-49EF-ABA3-CFE538E4EBD8}"/>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16d · Prijzen, hoeveelheid en O</a:t>
            </a:r>
          </a:p>
        </p:txBody>
      </p:sp>
      <p:sp>
        <p:nvSpPr>
          <p:cNvPr id="2" name="">
            <a:extLst xmlns:a="http://schemas.openxmlformats.org/drawingml/2006/main">
              <a:ext uri="{FF2B5EF4-FFF2-40B4-BE49-F238E27FC236}">
                <a16:creationId xmlns:a16="http://schemas.microsoft.com/office/drawing/2014/main" id="{585F1F08-0B46-4B2B-BB36-D318FC80D5A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5335D628-823D-4E1C-9CE2-C3D09373C7B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6">
            <a:extLst xmlns:a="http://schemas.openxmlformats.org/drawingml/2006/main">
              <a:ext uri="{FF2B5EF4-FFF2-40B4-BE49-F238E27FC236}">
                <a16:creationId xmlns:a16="http://schemas.microsoft.com/office/drawing/2014/main" id="{66AED545-B70D-4ED1-9FC7-597F377BF5C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3"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4dd0f2b2edf94991"/>
          </a:graphicData>
        </a:graphic>
      </p:graphicFrame>
      <p:sp>
        <p:nvSpPr>
          <p:cNvPr id="6" name="Markeringen">
            <a:extLst xmlns:a="http://schemas.openxmlformats.org/drawingml/2006/main">
              <a:ext uri="{FF2B5EF4-FFF2-40B4-BE49-F238E27FC236}">
                <a16:creationId xmlns:a16="http://schemas.microsoft.com/office/drawing/2014/main" id="{169FFD8F-E111-4058-8031-71230CF0B4D1}"/>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Markeringen</a:t>
            </a:r>
          </a:p>
        </p:txBody>
      </p:sp>
      <p:sp>
        <p:nvSpPr>
          <p:cNvPr id="7" name="Qt = 50 tassen per dag&#10;Pc = € 10 per tas&#10;Pp = € 7 per tas&#10;&#10;O = 5">
            <a:extLst xmlns:a="http://schemas.openxmlformats.org/drawingml/2006/main">
              <a:ext uri="{FF2B5EF4-FFF2-40B4-BE49-F238E27FC236}">
                <a16:creationId xmlns:a16="http://schemas.microsoft.com/office/drawing/2014/main" id="{08AE04DD-D87E-4233-B284-45AE9E616655}"/>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Qt = 50 tassen per dag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Pc = € 10 per tas</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Pp = € 7 per tas</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 = 50 × (10 − 7)</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€ 150 per dag</a:t>
            </a:r>
          </a:p>
        </p:txBody>
      </p:sp>
      <p:sp>
        <p:nvSpPr>
          <p:cNvPr id="8" name="O: verticale arcering">
            <a:extLst xmlns:a="http://schemas.openxmlformats.org/drawingml/2006/main">
              <a:ext uri="{FF2B5EF4-FFF2-40B4-BE49-F238E27FC236}">
                <a16:creationId xmlns:a16="http://schemas.microsoft.com/office/drawing/2014/main" id="{80CE4C53-D0CD-4D13-A721-8BC1B9EBA79E}"/>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O: verticale arcering</a:t>
            </a:r>
          </a:p>
        </p:txBody>
      </p:sp>
    </p:spTree>
    <p:extLst>
      <p:ext uri="{BB962C8B-B14F-4D97-AF65-F5344CB8AC3E}">
        <p14:creationId xmlns:p14="http://schemas.microsoft.com/office/powerpoint/2010/main" val="193587385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d · De verliesdriehoek W">
            <a:extLst xmlns:a="http://schemas.openxmlformats.org/drawingml/2006/main">
              <a:ext uri="{FF2B5EF4-FFF2-40B4-BE49-F238E27FC236}">
                <a16:creationId xmlns:a16="http://schemas.microsoft.com/office/drawing/2014/main" id="{E73D613C-1DEF-43BD-BFFA-84A79F1AE0D3}"/>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16d · De verliesdriehoek W</a:t>
            </a:r>
          </a:p>
        </p:txBody>
      </p:sp>
      <p:sp>
        <p:nvSpPr>
          <p:cNvPr id="2" name="">
            <a:extLst xmlns:a="http://schemas.openxmlformats.org/drawingml/2006/main">
              <a:ext uri="{FF2B5EF4-FFF2-40B4-BE49-F238E27FC236}">
                <a16:creationId xmlns:a16="http://schemas.microsoft.com/office/drawing/2014/main" id="{CC63C2E8-0D85-41EB-BA7F-C1066FDB9A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0FDF0817-88E3-4E1D-A06D-F978FFBC4ED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7">
            <a:extLst xmlns:a="http://schemas.openxmlformats.org/drawingml/2006/main">
              <a:ext uri="{FF2B5EF4-FFF2-40B4-BE49-F238E27FC236}">
                <a16:creationId xmlns:a16="http://schemas.microsoft.com/office/drawing/2014/main" id="{9AA19B71-CE2A-4299-99AC-ADA3B24235A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graphicFrame>
        <p:nvGraphicFramePr>
          <p:cNvPr id="13"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880bc623390f47ef"/>
          </a:graphicData>
        </a:graphic>
      </p:graphicFrame>
      <p:sp>
        <p:nvSpPr>
          <p:cNvPr id="6" name="Gemiste transacties">
            <a:extLst xmlns:a="http://schemas.openxmlformats.org/drawingml/2006/main">
              <a:ext uri="{FF2B5EF4-FFF2-40B4-BE49-F238E27FC236}">
                <a16:creationId xmlns:a16="http://schemas.microsoft.com/office/drawing/2014/main" id="{0C4C79F8-E386-4CBF-AB2E-56C1BD5CADF8}"/>
              </a:ext>
            </a:extLst>
          </p:cNvPr>
          <p:cNvSpPr>
            <a:spLocks xmlns:a="http://schemas.openxmlformats.org/drawingml/2006/main" noGrp="1"/>
          </p:cNvSpPr>
          <p:nvPr/>
        </p:nvSpPr>
        <p:spPr>
          <a:xfrm xmlns:a="http://schemas.openxmlformats.org/drawingml/2006/main">
            <a:off x="10382250" y="2447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3302A"/>
                </a:solidFill>
                <a:latin typeface="Arial"/>
                <a:ea typeface="Arial"/>
                <a:cs typeface="Arial"/>
              </a:defRPr>
            </a:pPr>
            <a:r>
              <a:rPr sz="2550" b="1">
                <a:solidFill>
                  <a:srgbClr val="A3302A"/>
                </a:solidFill>
                <a:latin typeface="Arial"/>
                <a:ea typeface="Arial"/>
                <a:cs typeface="Arial"/>
              </a:rPr>
              <a:t>Gemiste transacties</a:t>
            </a:r>
          </a:p>
        </p:txBody>
      </p:sp>
      <p:sp>
        <p:nvSpPr>
          <p:cNvPr id="7" name="Basis = 60 − 50&#10;= 10 tassen per dag&#10;Hoogte = 10 − 7&#10;= € 3 per ta">
            <a:extLst xmlns:a="http://schemas.openxmlformats.org/drawingml/2006/main">
              <a:ext uri="{FF2B5EF4-FFF2-40B4-BE49-F238E27FC236}">
                <a16:creationId xmlns:a16="http://schemas.microsoft.com/office/drawing/2014/main" id="{1D043B3C-C5D2-4AD7-A44B-61FBF541A8B6}"/>
              </a:ext>
            </a:extLst>
          </p:cNvPr>
          <p:cNvSpPr>
            <a:spLocks xmlns:a="http://schemas.openxmlformats.org/drawingml/2006/main" noGrp="1"/>
          </p:cNvSpPr>
          <p:nvPr/>
        </p:nvSpPr>
        <p:spPr>
          <a:xfrm xmlns:a="http://schemas.openxmlformats.org/drawingml/2006/main">
            <a:off x="10382250" y="3267075"/>
            <a:ext cx="4286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Basis = 60 − 50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10 tassen per dag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 = 10 − 7</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€ 3 per tas</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 = ½ × 10 × 3</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€ 15 per dag</a:t>
            </a:r>
          </a:p>
        </p:txBody>
      </p:sp>
      <p:sp>
        <p:nvSpPr>
          <p:cNvPr id="8" name="W: horizontale arcering">
            <a:extLst xmlns:a="http://schemas.openxmlformats.org/drawingml/2006/main">
              <a:ext uri="{FF2B5EF4-FFF2-40B4-BE49-F238E27FC236}">
                <a16:creationId xmlns:a16="http://schemas.microsoft.com/office/drawing/2014/main" id="{0E2ED447-E44E-4C86-A2D2-C58E65B83DE8}"/>
              </a:ext>
            </a:extLst>
          </p:cNvPr>
          <p:cNvSpPr>
            <a:spLocks xmlns:a="http://schemas.openxmlformats.org/drawingml/2006/main" noGrp="1"/>
          </p:cNvSpPr>
          <p:nvPr/>
        </p:nvSpPr>
        <p:spPr>
          <a:xfrm xmlns:a="http://schemas.openxmlformats.org/drawingml/2006/main">
            <a:off x="10382250" y="63627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3302A"/>
                </a:solidFill>
                <a:latin typeface="Arial"/>
                <a:ea typeface="Arial"/>
                <a:cs typeface="Arial"/>
              </a:defRPr>
            </a:pPr>
            <a:r>
              <a:rPr sz="2400" b="1">
                <a:solidFill>
                  <a:srgbClr val="A3302A"/>
                </a:solidFill>
                <a:latin typeface="Arial"/>
                <a:ea typeface="Arial"/>
                <a:cs typeface="Arial"/>
              </a:rPr>
              <a:t>W: horizontale arcering</a:t>
            </a:r>
          </a:p>
        </p:txBody>
      </p:sp>
    </p:spTree>
    <p:extLst>
      <p:ext uri="{BB962C8B-B14F-4D97-AF65-F5344CB8AC3E}">
        <p14:creationId xmlns:p14="http://schemas.microsoft.com/office/powerpoint/2010/main" val="188933653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e · Wie kan minder makkelijk uitwijken?">
            <a:extLst xmlns:a="http://schemas.openxmlformats.org/drawingml/2006/main">
              <a:ext uri="{FF2B5EF4-FFF2-40B4-BE49-F238E27FC236}">
                <a16:creationId xmlns:a16="http://schemas.microsoft.com/office/drawing/2014/main" id="{ACE2C768-39B9-4E14-9129-D5B1A6193AB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Opgave 16e · Wie kan minder makkelijk uitwijken?</a:t>
            </a:r>
          </a:p>
        </p:txBody>
      </p:sp>
      <p:sp>
        <p:nvSpPr>
          <p:cNvPr id="2" name="">
            <a:extLst xmlns:a="http://schemas.openxmlformats.org/drawingml/2006/main">
              <a:ext uri="{FF2B5EF4-FFF2-40B4-BE49-F238E27FC236}">
                <a16:creationId xmlns:a16="http://schemas.microsoft.com/office/drawing/2014/main" id="{97024348-B0CA-4ED8-9B27-B316C2B6957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 Doelopgave 16 · Boekpagina 21">
            <a:extLst xmlns:a="http://schemas.openxmlformats.org/drawingml/2006/main">
              <a:ext uri="{FF2B5EF4-FFF2-40B4-BE49-F238E27FC236}">
                <a16:creationId xmlns:a16="http://schemas.microsoft.com/office/drawing/2014/main" id="{702CBEB8-DA91-4537-B9BC-55038A9CE3D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 Doelopgave 16 · Boekpagina 21</a:t>
            </a:r>
          </a:p>
        </p:txBody>
      </p:sp>
      <p:sp>
        <p:nvSpPr>
          <p:cNvPr id="4" name="28">
            <a:extLst xmlns:a="http://schemas.openxmlformats.org/drawingml/2006/main">
              <a:ext uri="{FF2B5EF4-FFF2-40B4-BE49-F238E27FC236}">
                <a16:creationId xmlns:a16="http://schemas.microsoft.com/office/drawing/2014/main" id="{DEEBC65D-948D-4B74-A65F-3083680CA27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Als de vraag nog minder prijsgevoelig was,&#10;zouden wij minder be">
            <a:extLst xmlns:a="http://schemas.openxmlformats.org/drawingml/2006/main">
              <a:ext uri="{FF2B5EF4-FFF2-40B4-BE49-F238E27FC236}">
                <a16:creationId xmlns:a16="http://schemas.microsoft.com/office/drawing/2014/main" id="{0CFE6F34-0995-4D43-A95E-1E7C7E6CFD43}"/>
              </a:ext>
            </a:extLst>
          </p:cNvPr>
          <p:cNvSpPr>
            <a:spLocks xmlns:a="http://schemas.openxmlformats.org/drawingml/2006/main" noGrp="1"/>
          </p:cNvSpPr>
          <p:nvPr/>
        </p:nvSpPr>
        <p:spPr>
          <a:xfrm xmlns:a="http://schemas.openxmlformats.org/drawingml/2006/main">
            <a:off x="571500" y="2143125"/>
            <a:ext cx="1409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“Als de vraag nog minder prijsgevoelig was,</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zouden wij minder belasting dragen.”</a:t>
            </a:r>
          </a:p>
        </p:txBody>
      </p:sp>
      <p:sp>
        <p:nvSpPr>
          <p:cNvPr id="6" name="Onjuist, bij gelijk aanbod en dezelfde belasting.">
            <a:extLst xmlns:a="http://schemas.openxmlformats.org/drawingml/2006/main">
              <a:ext uri="{FF2B5EF4-FFF2-40B4-BE49-F238E27FC236}">
                <a16:creationId xmlns:a16="http://schemas.microsoft.com/office/drawing/2014/main" id="{4F1CA5FC-A21A-4FAD-AA27-A7CF43DB31BE}"/>
              </a:ext>
            </a:extLst>
          </p:cNvPr>
          <p:cNvSpPr>
            <a:spLocks xmlns:a="http://schemas.openxmlformats.org/drawingml/2006/main" noGrp="1"/>
          </p:cNvSpPr>
          <p:nvPr/>
        </p:nvSpPr>
        <p:spPr>
          <a:xfrm xmlns:a="http://schemas.openxmlformats.org/drawingml/2006/main">
            <a:off x="571500" y="425767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3302A"/>
                </a:solidFill>
                <a:latin typeface="Arial"/>
                <a:ea typeface="Arial"/>
                <a:cs typeface="Arial"/>
              </a:defRPr>
            </a:pPr>
            <a:r>
              <a:rPr sz="3225" b="1">
                <a:solidFill>
                  <a:srgbClr val="A3302A"/>
                </a:solidFill>
                <a:latin typeface="Arial"/>
                <a:ea typeface="Arial"/>
                <a:cs typeface="Arial"/>
              </a:rPr>
              <a:t>Onjuist, bij gelijk aanbod en dezelfde belasting.</a:t>
            </a:r>
          </a:p>
        </p:txBody>
      </p:sp>
      <p:sp>
        <p:nvSpPr>
          <p:cNvPr id="7" name="Kopers kunnen minder makkelijk afzien van aankoop.&#10;Een groter de">
            <a:extLst xmlns:a="http://schemas.openxmlformats.org/drawingml/2006/main">
              <a:ext uri="{FF2B5EF4-FFF2-40B4-BE49-F238E27FC236}">
                <a16:creationId xmlns:a16="http://schemas.microsoft.com/office/drawing/2014/main" id="{8BD5695D-8070-41BE-A6FC-BF0AB843A778}"/>
              </a:ext>
            </a:extLst>
          </p:cNvPr>
          <p:cNvSpPr>
            <a:spLocks xmlns:a="http://schemas.openxmlformats.org/drawingml/2006/main" noGrp="1"/>
          </p:cNvSpPr>
          <p:nvPr/>
        </p:nvSpPr>
        <p:spPr>
          <a:xfrm xmlns:a="http://schemas.openxmlformats.org/drawingml/2006/main">
            <a:off x="571500" y="5505450"/>
            <a:ext cx="1409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Kopers kunnen minder makkelijk afzien van aankoop.</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Een groter deel komt via de kopersprijs bij hen terecht.</a:t>
            </a:r>
          </a:p>
        </p:txBody>
      </p:sp>
      <p:sp>
        <p:nvSpPr>
          <p:cNvPr id="8" name="De minder prijsgevoelige kant draagt relatief meer last.">
            <a:extLst xmlns:a="http://schemas.openxmlformats.org/drawingml/2006/main">
              <a:ext uri="{FF2B5EF4-FFF2-40B4-BE49-F238E27FC236}">
                <a16:creationId xmlns:a16="http://schemas.microsoft.com/office/drawing/2014/main" id="{EB2180E9-FADD-4C14-B9CE-E87495DFBA4C}"/>
              </a:ext>
            </a:extLst>
          </p:cNvPr>
          <p:cNvSpPr>
            <a:spLocks xmlns:a="http://schemas.openxmlformats.org/drawingml/2006/main" noGrp="1"/>
          </p:cNvSpPr>
          <p:nvPr/>
        </p:nvSpPr>
        <p:spPr>
          <a:xfrm xmlns:a="http://schemas.openxmlformats.org/drawingml/2006/main">
            <a:off x="571500" y="736282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De minder prijsgevoelige kant draagt relatief meer last.</a:t>
            </a:r>
          </a:p>
        </p:txBody>
      </p:sp>
    </p:spTree>
    <p:extLst>
      <p:ext uri="{BB962C8B-B14F-4D97-AF65-F5344CB8AC3E}">
        <p14:creationId xmlns:p14="http://schemas.microsoft.com/office/powerpoint/2010/main" val="145924036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2 Belastingdruk en welvaartsverlies">
            <a:extLst xmlns:a="http://schemas.openxmlformats.org/drawingml/2006/main">
              <a:ext uri="{FF2B5EF4-FFF2-40B4-BE49-F238E27FC236}">
                <a16:creationId xmlns:a16="http://schemas.microsoft.com/office/drawing/2014/main" id="{FB60240E-C4DD-477C-B1E4-2EE3D0578E77}"/>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§3.1.2 Belastingdruk en welvaartsverlies</a:t>
            </a:r>
          </a:p>
        </p:txBody>
      </p:sp>
      <p:sp>
        <p:nvSpPr>
          <p:cNvPr id="2" name="">
            <a:extLst xmlns:a="http://schemas.openxmlformats.org/drawingml/2006/main">
              <a:ext uri="{FF2B5EF4-FFF2-40B4-BE49-F238E27FC236}">
                <a16:creationId xmlns:a16="http://schemas.microsoft.com/office/drawing/2014/main" id="{2E326CF0-A36C-4BB2-BE59-BD7E19949B2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2 Belastingdruk en welvaartsverlies">
            <a:extLst xmlns:a="http://schemas.openxmlformats.org/drawingml/2006/main">
              <a:ext uri="{FF2B5EF4-FFF2-40B4-BE49-F238E27FC236}">
                <a16:creationId xmlns:a16="http://schemas.microsoft.com/office/drawing/2014/main" id="{0766ED94-E94C-499B-8841-5E34F1B4FB0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§3.1.2 Belastingdruk en welvaartsverlies</a:t>
            </a:r>
          </a:p>
        </p:txBody>
      </p:sp>
      <p:sp>
        <p:nvSpPr>
          <p:cNvPr id="4" name="29">
            <a:extLst xmlns:a="http://schemas.openxmlformats.org/drawingml/2006/main">
              <a:ext uri="{FF2B5EF4-FFF2-40B4-BE49-F238E27FC236}">
                <a16:creationId xmlns:a16="http://schemas.microsoft.com/office/drawing/2014/main" id="{FACEBFED-B1D5-4C05-8BA2-86C7C1D916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sp>
        <p:nvSpPr>
          <p:cNvPr id="5" name="phase">
            <a:extLst xmlns:a="http://schemas.openxmlformats.org/drawingml/2006/main">
              <a:ext uri="{FF2B5EF4-FFF2-40B4-BE49-F238E27FC236}">
                <a16:creationId xmlns:a16="http://schemas.microsoft.com/office/drawing/2014/main" id="{D49510F3-F737-4D62-A13F-5259C906C1B9}"/>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F55CCDFF-09AA-49E5-AA30-E97D3BF58C02}"/>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95C4E21D-C6F3-4326-BA1B-BEEEB4E7C4A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0860B3FA-D2A4-4354-BB3B-BEFED8A73FA2}"/>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0328CE57-C4A7-47EC-844D-37D5AEA43B5D}"/>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946DDE2E-D4E1-4AB2-8EA8-61CC2B3E3C89}"/>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FB395B79-CAC6-433B-BADB-24B5FB34954A}"/>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13A19BA-7301-44AE-9AEB-C48274995DDC}"/>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8A030C02-B56C-4A26-9331-099F114FC00C}"/>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D7C5A645-B28E-4F5C-B04C-8F84C3A3A651}"/>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0ABECDD-EAF6-4204-B98E-284F7A7F457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6AE264BD-4C06-4879-9B50-61B3E1FB81E3}"/>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63A8025-B0C3-4955-AE4E-8EDEC15690B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365D5C2-891B-47DA-AD76-48345D06BB44}"/>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7">
            <a:extLst xmlns:a="http://schemas.openxmlformats.org/drawingml/2006/main">
              <a:ext uri="{FF2B5EF4-FFF2-40B4-BE49-F238E27FC236}">
                <a16:creationId xmlns:a16="http://schemas.microsoft.com/office/drawing/2014/main" id="{2FFDE839-D0FE-4F73-921A-5AF95FDE92A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D4F5DA0-6D47-4683-9840-F17494EBA08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BE965E89-A67F-429B-B8C9-ECA5866D816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5BB47A9-3CC0-4934-8144-CA79FF9E97D7}"/>
              </a:ext>
            </a:extLst>
          </p:cNvPr>
          <p:cNvSpPr>
            <a:spLocks xmlns:a="http://schemas.openxmlformats.org/drawingml/2006/main" noGrp="1"/>
          </p:cNvSpPr>
          <p:nvPr/>
        </p:nvSpPr>
        <p:spPr>
          <a:xfrm xmlns:a="http://schemas.openxmlformats.org/drawingml/2006/main">
            <a:off x="9258300" y="2324100"/>
            <a:ext cx="5381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Belastingdruk verdelen;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CS, PS, O en W berekenen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markeren; prijsgevoeligheid uitleggen.</a:t>
            </a:r>
          </a:p>
        </p:txBody>
      </p:sp>
      <p:sp>
        <p:nvSpPr>
          <p:cNvPr id="23" name="">
            <a:extLst xmlns:a="http://schemas.openxmlformats.org/drawingml/2006/main">
              <a:ext uri="{FF2B5EF4-FFF2-40B4-BE49-F238E27FC236}">
                <a16:creationId xmlns:a16="http://schemas.microsoft.com/office/drawing/2014/main" id="{7A7EB8FE-9A70-4ADB-9492-79EE17E409B5}"/>
              </a:ext>
            </a:extLst>
          </p:cNvPr>
          <p:cNvSpPr>
            <a:spLocks xmlns:a="http://schemas.openxmlformats.org/drawingml/2006/main" noGrp="1"/>
          </p:cNvSpPr>
          <p:nvPr/>
        </p:nvSpPr>
        <p:spPr>
          <a:xfrm xmlns:a="http://schemas.openxmlformats.org/drawingml/2006/main">
            <a:off x="9258300" y="36766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010172D-429C-45F0-B2D2-6E50F80D1640}"/>
              </a:ext>
            </a:extLst>
          </p:cNvPr>
          <p:cNvSpPr>
            <a:spLocks xmlns:a="http://schemas.openxmlformats.org/drawingml/2006/main" noGrp="1"/>
          </p:cNvSpPr>
          <p:nvPr/>
        </p:nvSpPr>
        <p:spPr>
          <a:xfrm xmlns:a="http://schemas.openxmlformats.org/drawingml/2006/main">
            <a:off x="9258300" y="38957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B31FA18-0823-41A6-89DA-AA47B443BBFD}"/>
              </a:ext>
            </a:extLst>
          </p:cNvPr>
          <p:cNvSpPr>
            <a:spLocks xmlns:a="http://schemas.openxmlformats.org/drawingml/2006/main" noGrp="1"/>
          </p:cNvSpPr>
          <p:nvPr/>
        </p:nvSpPr>
        <p:spPr>
          <a:xfrm xmlns:a="http://schemas.openxmlformats.org/drawingml/2006/main">
            <a:off x="9258300" y="441007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18 · Opgaven 10 en 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verkennen, theorie p. 14–16</a:t>
            </a:r>
          </a:p>
        </p:txBody>
      </p:sp>
      <p:sp>
        <p:nvSpPr>
          <p:cNvPr id="26" name="">
            <a:extLst xmlns:a="http://schemas.openxmlformats.org/drawingml/2006/main">
              <a:ext uri="{FF2B5EF4-FFF2-40B4-BE49-F238E27FC236}">
                <a16:creationId xmlns:a16="http://schemas.microsoft.com/office/drawing/2014/main" id="{E4B4B3E7-26B0-404A-84DB-2E7D0A86BCF0}"/>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EA09CA3-1578-4C73-8B2A-90C9FCCF068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DFE2426-0EFE-4717-B7A6-104BBB543421}"/>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§3.1.2 · Opgaven 12 t/m 16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12 en 13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14 en 15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16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4795528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2026-10-01T09:16:17.8990000Z</dcterms:created>
  <dcterms:modified xsi:type="dcterms:W3CDTF">2026-10-01T09:16:17.8990000Z</dcterms:modified>
</coreProperties>
</file>
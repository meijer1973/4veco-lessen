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6.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8.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9.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0.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11.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12.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13.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4.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15.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f6b0b61cf1145e2" /><Relationship Type="http://schemas.openxmlformats.org/officeDocument/2006/relationships/extended-properties" Target="/docProps/app.xml" Id="R5c0e4235f0fb4ecd" /><Relationship Type="http://schemas.openxmlformats.org/officeDocument/2006/relationships/officeDocument" Target="/ppt/presentation.xml" Id="R3dffa753f4184551" /></Relationships>
</file>

<file path=ppt/presentation.xml><?xml version="1.0" encoding="utf-8"?>
<p:presentation xmlns:p="http://schemas.openxmlformats.org/presentationml/2006/main">
  <p:sldMasterIdLst>
    <p:sldMasterId xmlns:r="http://schemas.openxmlformats.org/officeDocument/2006/relationships" id="2147483648" r:id="R26b11eddadc74c1e"/>
  </p:sldMasterIdLst>
  <p:notesMasterIdLst>
    <p:notesMasterId xmlns:r="http://schemas.openxmlformats.org/officeDocument/2006/relationships" r:id="R7b1a6e5fe4d44098"/>
  </p:notesMasterIdLst>
  <p:sldIdLst>
    <p:sldId xmlns:r="http://schemas.openxmlformats.org/officeDocument/2006/relationships" id="256" r:id="R8e4005e07b2d4913"/>
    <p:sldId xmlns:r="http://schemas.openxmlformats.org/officeDocument/2006/relationships" id="257" r:id="R0f99cf8cf00e4edf"/>
    <p:sldId xmlns:r="http://schemas.openxmlformats.org/officeDocument/2006/relationships" id="258" r:id="Ra46edb551a5f4dd5"/>
    <p:sldId xmlns:r="http://schemas.openxmlformats.org/officeDocument/2006/relationships" id="259" r:id="R07247c278ea24966"/>
    <p:sldId xmlns:r="http://schemas.openxmlformats.org/officeDocument/2006/relationships" id="260" r:id="Rbba94a5794464e5c"/>
    <p:sldId xmlns:r="http://schemas.openxmlformats.org/officeDocument/2006/relationships" id="261" r:id="R9b310c96d5c841ee"/>
    <p:sldId xmlns:r="http://schemas.openxmlformats.org/officeDocument/2006/relationships" id="262" r:id="R098b4ae2dcc94fa4"/>
    <p:sldId xmlns:r="http://schemas.openxmlformats.org/officeDocument/2006/relationships" id="263" r:id="Rc957695abe114e5f"/>
    <p:sldId xmlns:r="http://schemas.openxmlformats.org/officeDocument/2006/relationships" id="264" r:id="R27179a5fdf674b68"/>
    <p:sldId xmlns:r="http://schemas.openxmlformats.org/officeDocument/2006/relationships" id="265" r:id="R9327c6b0310f4d7e"/>
    <p:sldId xmlns:r="http://schemas.openxmlformats.org/officeDocument/2006/relationships" id="266" r:id="R77317267162e4834"/>
    <p:sldId xmlns:r="http://schemas.openxmlformats.org/officeDocument/2006/relationships" id="267" r:id="Rdf010ccaa6264e4a"/>
    <p:sldId xmlns:r="http://schemas.openxmlformats.org/officeDocument/2006/relationships" id="268" r:id="Re40f09df3b954f4c"/>
    <p:sldId xmlns:r="http://schemas.openxmlformats.org/officeDocument/2006/relationships" id="269" r:id="R27ff7a9d072e47dd"/>
    <p:sldId xmlns:r="http://schemas.openxmlformats.org/officeDocument/2006/relationships" id="270" r:id="R6375741726f242b3"/>
    <p:sldId xmlns:r="http://schemas.openxmlformats.org/officeDocument/2006/relationships" id="271" r:id="R2d5609faf6d94e47"/>
    <p:sldId xmlns:r="http://schemas.openxmlformats.org/officeDocument/2006/relationships" id="272" r:id="R1920cfa65a294c5a"/>
    <p:sldId xmlns:r="http://schemas.openxmlformats.org/officeDocument/2006/relationships" id="273" r:id="Rb3a9b6599066447b"/>
    <p:sldId xmlns:r="http://schemas.openxmlformats.org/officeDocument/2006/relationships" id="274" r:id="Rec3aa4e2219240d9"/>
    <p:sldId xmlns:r="http://schemas.openxmlformats.org/officeDocument/2006/relationships" id="275" r:id="Ra005ffb2fd414032"/>
    <p:sldId xmlns:r="http://schemas.openxmlformats.org/officeDocument/2006/relationships" id="276" r:id="R6d13c74090b74ff6"/>
    <p:sldId xmlns:r="http://schemas.openxmlformats.org/officeDocument/2006/relationships" id="277" r:id="R911d6f053cdf4d7a"/>
    <p:sldId xmlns:r="http://schemas.openxmlformats.org/officeDocument/2006/relationships" id="278" r:id="R5b8b508784b045de"/>
    <p:sldId xmlns:r="http://schemas.openxmlformats.org/officeDocument/2006/relationships" id="279" r:id="R2f2d4efdd5c744e6"/>
    <p:sldId xmlns:r="http://schemas.openxmlformats.org/officeDocument/2006/relationships" id="280" r:id="Raca26d0953b041b9"/>
    <p:sldId xmlns:r="http://schemas.openxmlformats.org/officeDocument/2006/relationships" id="281" r:id="R956aa97884294ba0"/>
    <p:sldId xmlns:r="http://schemas.openxmlformats.org/officeDocument/2006/relationships" id="282" r:id="R105a125118754522"/>
    <p:sldId xmlns:r="http://schemas.openxmlformats.org/officeDocument/2006/relationships" id="283" r:id="Rb85c06f0eb8146dc"/>
    <p:sldId xmlns:r="http://schemas.openxmlformats.org/officeDocument/2006/relationships" id="284" r:id="Raa56b5cec26248b8"/>
    <p:sldId xmlns:r="http://schemas.openxmlformats.org/officeDocument/2006/relationships" id="285" r:id="R61e1c15312f148c5"/>
    <p:sldId xmlns:r="http://schemas.openxmlformats.org/officeDocument/2006/relationships" id="286" r:id="R50741ea4443649b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e8a37d24dca4e42" /><Relationship Type="http://schemas.openxmlformats.org/officeDocument/2006/relationships/slideMaster" Target="/ppt/slideMasters/slideMaster1.xml" Id="R26b11eddadc74c1e" /><Relationship Type="http://schemas.openxmlformats.org/officeDocument/2006/relationships/notesMaster" Target="/ppt/notesMasters/notesMaster1.xml" Id="R7b1a6e5fe4d44098" /><Relationship Type="http://schemas.openxmlformats.org/officeDocument/2006/relationships/presProps" Target="/ppt/presProps.xml" Id="Rebaa888d308c4806" /><Relationship Type="http://schemas.openxmlformats.org/officeDocument/2006/relationships/tableStyles" Target="/ppt/tableStyles.xml" Id="R29b37826f08c4344" /><Relationship Type="http://schemas.openxmlformats.org/officeDocument/2006/relationships/slide" Target="/ppt/slides/slide1.xml" Id="R8e4005e07b2d4913" /><Relationship Type="http://schemas.openxmlformats.org/officeDocument/2006/relationships/slide" Target="/ppt/slides/slide2.xml" Id="R0f99cf8cf00e4edf" /><Relationship Type="http://schemas.openxmlformats.org/officeDocument/2006/relationships/slide" Target="/ppt/slides/slide3.xml" Id="Ra46edb551a5f4dd5" /><Relationship Type="http://schemas.openxmlformats.org/officeDocument/2006/relationships/slide" Target="/ppt/slides/slide4.xml" Id="R07247c278ea24966" /><Relationship Type="http://schemas.openxmlformats.org/officeDocument/2006/relationships/slide" Target="/ppt/slides/slide5.xml" Id="Rbba94a5794464e5c" /><Relationship Type="http://schemas.openxmlformats.org/officeDocument/2006/relationships/slide" Target="/ppt/slides/slide6.xml" Id="R9b310c96d5c841ee" /><Relationship Type="http://schemas.openxmlformats.org/officeDocument/2006/relationships/slide" Target="/ppt/slides/slide7.xml" Id="R098b4ae2dcc94fa4" /><Relationship Type="http://schemas.openxmlformats.org/officeDocument/2006/relationships/slide" Target="/ppt/slides/slide8.xml" Id="Rc957695abe114e5f" /><Relationship Type="http://schemas.openxmlformats.org/officeDocument/2006/relationships/slide" Target="/ppt/slides/slide9.xml" Id="R27179a5fdf674b68" /><Relationship Type="http://schemas.openxmlformats.org/officeDocument/2006/relationships/slide" Target="/ppt/slides/slide10.xml" Id="R9327c6b0310f4d7e" /><Relationship Type="http://schemas.openxmlformats.org/officeDocument/2006/relationships/slide" Target="/ppt/slides/slide11.xml" Id="R77317267162e4834" /><Relationship Type="http://schemas.openxmlformats.org/officeDocument/2006/relationships/slide" Target="/ppt/slides/slide12.xml" Id="Rdf010ccaa6264e4a" /><Relationship Type="http://schemas.openxmlformats.org/officeDocument/2006/relationships/slide" Target="/ppt/slides/slide13.xml" Id="Re40f09df3b954f4c" /><Relationship Type="http://schemas.openxmlformats.org/officeDocument/2006/relationships/slide" Target="/ppt/slides/slide14.xml" Id="R27ff7a9d072e47dd" /><Relationship Type="http://schemas.openxmlformats.org/officeDocument/2006/relationships/slide" Target="/ppt/slides/slide15.xml" Id="R6375741726f242b3" /><Relationship Type="http://schemas.openxmlformats.org/officeDocument/2006/relationships/slide" Target="/ppt/slides/slide16.xml" Id="R2d5609faf6d94e47" /><Relationship Type="http://schemas.openxmlformats.org/officeDocument/2006/relationships/slide" Target="/ppt/slides/slide17.xml" Id="R1920cfa65a294c5a" /><Relationship Type="http://schemas.openxmlformats.org/officeDocument/2006/relationships/slide" Target="/ppt/slides/slide18.xml" Id="Rb3a9b6599066447b" /><Relationship Type="http://schemas.openxmlformats.org/officeDocument/2006/relationships/slide" Target="/ppt/slides/slide19.xml" Id="Rec3aa4e2219240d9" /><Relationship Type="http://schemas.openxmlformats.org/officeDocument/2006/relationships/slide" Target="/ppt/slides/slide20.xml" Id="Ra005ffb2fd414032" /><Relationship Type="http://schemas.openxmlformats.org/officeDocument/2006/relationships/slide" Target="/ppt/slides/slide21.xml" Id="R6d13c74090b74ff6" /><Relationship Type="http://schemas.openxmlformats.org/officeDocument/2006/relationships/slide" Target="/ppt/slides/slide22.xml" Id="R911d6f053cdf4d7a" /><Relationship Type="http://schemas.openxmlformats.org/officeDocument/2006/relationships/slide" Target="/ppt/slides/slide23.xml" Id="R5b8b508784b045de" /><Relationship Type="http://schemas.openxmlformats.org/officeDocument/2006/relationships/slide" Target="/ppt/slides/slide24.xml" Id="R2f2d4efdd5c744e6" /><Relationship Type="http://schemas.openxmlformats.org/officeDocument/2006/relationships/slide" Target="/ppt/slides/slide25.xml" Id="Raca26d0953b041b9" /><Relationship Type="http://schemas.openxmlformats.org/officeDocument/2006/relationships/slide" Target="/ppt/slides/slide26.xml" Id="R956aa97884294ba0" /><Relationship Type="http://schemas.openxmlformats.org/officeDocument/2006/relationships/slide" Target="/ppt/slides/slide27.xml" Id="R105a125118754522" /><Relationship Type="http://schemas.openxmlformats.org/officeDocument/2006/relationships/slide" Target="/ppt/slides/slide28.xml" Id="Rb85c06f0eb8146dc" /><Relationship Type="http://schemas.openxmlformats.org/officeDocument/2006/relationships/slide" Target="/ppt/slides/slide29.xml" Id="Raa56b5cec26248b8" /><Relationship Type="http://schemas.openxmlformats.org/officeDocument/2006/relationships/slide" Target="/ppt/slides/slide30.xml" Id="R61e1c15312f148c5" /><Relationship Type="http://schemas.openxmlformats.org/officeDocument/2006/relationships/slide" Target="/ppt/slides/slide31.xml" Id="R50741ea4443649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0198accbfc4b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2d09f806b24c3a" /><Relationship Type="http://schemas.openxmlformats.org/officeDocument/2006/relationships/notesMaster" Target="/ppt/notesMasters/notesMaster1.xml" Id="R051fbabb536248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f3a4aedfd9457d" /><Relationship Type="http://schemas.openxmlformats.org/officeDocument/2006/relationships/notesMaster" Target="/ppt/notesMasters/notesMaster1.xml" Id="Rc30952a9f56449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a68393605f46bc" /><Relationship Type="http://schemas.openxmlformats.org/officeDocument/2006/relationships/notesMaster" Target="/ppt/notesMasters/notesMaster1.xml" Id="R751a3703a87a4f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baf4b4add9452a" /><Relationship Type="http://schemas.openxmlformats.org/officeDocument/2006/relationships/notesMaster" Target="/ppt/notesMasters/notesMaster1.xml" Id="Rf345323641364c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cfecf35fab4ca5" /><Relationship Type="http://schemas.openxmlformats.org/officeDocument/2006/relationships/notesMaster" Target="/ppt/notesMasters/notesMaster1.xml" Id="Ra057c5e15415477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de60ca17a04934" /><Relationship Type="http://schemas.openxmlformats.org/officeDocument/2006/relationships/notesMaster" Target="/ppt/notesMasters/notesMaster1.xml" Id="R5f1913e56ebd48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e506e1c04b4ee2" /><Relationship Type="http://schemas.openxmlformats.org/officeDocument/2006/relationships/notesMaster" Target="/ppt/notesMasters/notesMaster1.xml" Id="R0bc239933b714d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7f9d4842c44222" /><Relationship Type="http://schemas.openxmlformats.org/officeDocument/2006/relationships/notesMaster" Target="/ppt/notesMasters/notesMaster1.xml" Id="R6a972034954e4e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2814de26264cb9" /><Relationship Type="http://schemas.openxmlformats.org/officeDocument/2006/relationships/notesMaster" Target="/ppt/notesMasters/notesMaster1.xml" Id="R73cd20da583c49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7d92c62d094e24" /><Relationship Type="http://schemas.openxmlformats.org/officeDocument/2006/relationships/notesMaster" Target="/ppt/notesMasters/notesMaster1.xml" Id="Ra1c557a9b7644a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c9cc42b7dd4705" /><Relationship Type="http://schemas.openxmlformats.org/officeDocument/2006/relationships/notesMaster" Target="/ppt/notesMasters/notesMaster1.xml" Id="Ree5b66a222944a2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96dff7b96d340d9" /><Relationship Type="http://schemas.openxmlformats.org/officeDocument/2006/relationships/notesMaster" Target="/ppt/notesMasters/notesMaster1.xml" Id="R1667f82762d34a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209585964c4386" /><Relationship Type="http://schemas.openxmlformats.org/officeDocument/2006/relationships/notesMaster" Target="/ppt/notesMasters/notesMaster1.xml" Id="R0543550691fe45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f1a391145494b12" /><Relationship Type="http://schemas.openxmlformats.org/officeDocument/2006/relationships/notesMaster" Target="/ppt/notesMasters/notesMaster1.xml" Id="Rf087a772fdaa4bd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463a32862ab4c0c" /><Relationship Type="http://schemas.openxmlformats.org/officeDocument/2006/relationships/notesMaster" Target="/ppt/notesMasters/notesMaster1.xml" Id="R60ae7b9bbb5a40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c7062fdcbc4783" /><Relationship Type="http://schemas.openxmlformats.org/officeDocument/2006/relationships/notesMaster" Target="/ppt/notesMasters/notesMaster1.xml" Id="Red6621be960743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aaf0e4d5cf94775" /><Relationship Type="http://schemas.openxmlformats.org/officeDocument/2006/relationships/notesMaster" Target="/ppt/notesMasters/notesMaster1.xml" Id="R8aa3e97bb54a45b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16d917273d45cc" /><Relationship Type="http://schemas.openxmlformats.org/officeDocument/2006/relationships/notesMaster" Target="/ppt/notesMasters/notesMaster1.xml" Id="R3909512378cc441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e9fed6863804dec" /><Relationship Type="http://schemas.openxmlformats.org/officeDocument/2006/relationships/notesMaster" Target="/ppt/notesMasters/notesMaster1.xml" Id="R7247bbcce5e54d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6dd2e6cb234034" /><Relationship Type="http://schemas.openxmlformats.org/officeDocument/2006/relationships/notesMaster" Target="/ppt/notesMasters/notesMaster1.xml" Id="R5b48f76b9e78424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61cf07eb5e4e3e" /><Relationship Type="http://schemas.openxmlformats.org/officeDocument/2006/relationships/notesMaster" Target="/ppt/notesMasters/notesMaster1.xml" Id="Rd96f5a85d3c84ae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bf301a9591f4a61" /><Relationship Type="http://schemas.openxmlformats.org/officeDocument/2006/relationships/notesMaster" Target="/ppt/notesMasters/notesMaster1.xml" Id="Rf4361afb042d43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a1c18f6085b4870" /><Relationship Type="http://schemas.openxmlformats.org/officeDocument/2006/relationships/notesMaster" Target="/ppt/notesMasters/notesMaster1.xml" Id="Rc9d5be89568b447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bae746f5934ac7" /><Relationship Type="http://schemas.openxmlformats.org/officeDocument/2006/relationships/notesMaster" Target="/ppt/notesMasters/notesMaster1.xml" Id="R48bf422894d9465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8f65492ea034a39" /><Relationship Type="http://schemas.openxmlformats.org/officeDocument/2006/relationships/notesMaster" Target="/ppt/notesMasters/notesMaster1.xml" Id="R53488175b7194f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94b9e477b24103" /><Relationship Type="http://schemas.openxmlformats.org/officeDocument/2006/relationships/notesMaster" Target="/ppt/notesMasters/notesMaster1.xml" Id="R3346f9beb1ef474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c4267b2f154b98" /><Relationship Type="http://schemas.openxmlformats.org/officeDocument/2006/relationships/notesMaster" Target="/ppt/notesMasters/notesMaster1.xml" Id="Re29c411642394fa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42ddd79fc094238" /><Relationship Type="http://schemas.openxmlformats.org/officeDocument/2006/relationships/notesMaster" Target="/ppt/notesMasters/notesMaster1.xml" Id="R88bcc2cb7b3e415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b2249c3d4194e0e" /><Relationship Type="http://schemas.openxmlformats.org/officeDocument/2006/relationships/notesMaster" Target="/ppt/notesMasters/notesMaster1.xml" Id="R0656ef275feb447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4087992e5474955" /><Relationship Type="http://schemas.openxmlformats.org/officeDocument/2006/relationships/notesMaster" Target="/ppt/notesMasters/notesMaster1.xml" Id="Rf9b02467f48540a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2235de4fce24927" /><Relationship Type="http://schemas.openxmlformats.org/officeDocument/2006/relationships/notesMaster" Target="/ppt/notesMasters/notesMaster1.xml" Id="R3893ab1c7e1649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helpt je bij opgave 2?</a:t>
            </a:r>
          </a:p>
          <a:p xmlns:a="http://schemas.openxmlformats.org/drawingml/2006/main">
            <a:r>
              <a:rPr sz="1400"/>
              <a:t/>
            </a:r>
          </a:p>
          <a:p xmlns:a="http://schemas.openxmlformats.org/drawingml/2006/main">
            <a:r>
              <a:rPr sz="1400"/>
              <a:t>Uitleg: Laat deze dia staan tijdens startopdracht. Start 1–2 en basis 3 staan op p. 59, basis 4 en zelfstandig 5–6 op p. 60, doel 7 op p. 61. Huiswerk is 3, 4, 5, 6 en 7 maken en nakijken. Bonus 8 en herhaling 9 zijn extra. Opgave 1 haalt de monopolieprocedure uit §4.1.4, p. 32–36, terug. In opgave 2 is overdracht versus verdwenen surplus de nieuwe bewerking: laat leerlingen de definities op p. 55 en de uitleg op p. 57 raadplegen, onzekerheden noteren en dit als verkenning proberen. Vóór het basiswerk keren leerlingen na de uitleg terug naar opgave 2. Bespreek dan: ΔTS = −120 + 80 = −40 euro per week. Niet het hele verlies van kopers verdwijnt. Start 1: MO = 30 − Q, MK = 10, Qm = 20, Pm = 20, winst = 160 euro per dag. Gebruik deze antwoorden pas als feedback na de poging. De docentengids reserveert voorlopig twee lessen van 55 minuten voor deze volledige route; dat is geen gemeten tijdsfit. Rond de route zo nodig later af.</a:t>
            </a:r>
          </a:p>
          <a:p xmlns:a="http://schemas.openxmlformats.org/drawingml/2006/main">
            <a:r>
              <a:rPr sz="1400"/>
              <a:t/>
            </a:r>
          </a:p>
          <a:p xmlns:a="http://schemas.openxmlformats.org/drawingml/2006/main">
            <a:r>
              <a:rPr sz="1400"/>
              <a:t>Misvatting: Het hoofdstuk noemt p. 7 en 9; het complete boek heeft hier gedrukte pagina 59 en 61.</a:t>
            </a:r>
          </a:p>
          <a:p xmlns:a="http://schemas.openxmlformats.org/drawingml/2006/main">
            <a:r>
              <a:rPr sz="1400"/>
              <a:t/>
            </a:r>
          </a:p>
          <a:p xmlns:a="http://schemas.openxmlformats.org/drawingml/2006/main">
            <a:r>
              <a:rPr sz="1400"/>
              <a:t>Overgang: Volg de volgende lesfase en bied steun waar nodig.</a:t>
            </a:r>
          </a:p>
          <a:p xmlns:a="http://schemas.openxmlformats.org/drawingml/2006/main">
            <a:r>
              <a:rPr sz="1400"/>
              <a:t/>
            </a:r>
          </a:p>
          <a:p xmlns:a="http://schemas.openxmlformats.org/drawingml/2006/main">
            <a:r>
              <a:rPr sz="1400"/>
              <a:t>Bron: Boek 4 v3, gedrukte pagina 55–61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meer winst samengaan met minder gezamenlijk voordeel?</a:t>
            </a:r>
          </a:p>
          <a:p xmlns:a="http://schemas.openxmlformats.org/drawingml/2006/main">
            <a:r>
              <a:rPr sz="1400"/>
              <a:t/>
            </a:r>
          </a:p>
          <a:p xmlns:a="http://schemas.openxmlformats.org/drawingml/2006/main">
            <a:r>
              <a:rPr sz="1400"/>
              <a:t>Uitleg: We vergelijken het gezamenlijke voordeel van kopers en aanbieder. Daarvoor houden we vraag, kosten, kwaliteit en constante kosten gelijk. De surplusberekening gebruikt betalingsbereidheid in euro en geeft geen volledig oordeel over welzijn of rechtvaardigheid. Bij één monopolist is de ondernemingsafzet q gelijk aan markthoeveelheid Q.</a:t>
            </a:r>
          </a:p>
          <a:p xmlns:a="http://schemas.openxmlformats.org/drawingml/2006/main">
            <a:r>
              <a:rPr sz="1400"/>
              <a:t/>
            </a:r>
          </a:p>
          <a:p xmlns:a="http://schemas.openxmlformats.org/drawingml/2006/main">
            <a:r>
              <a:rPr sz="1400"/>
              <a:t>Misvatting: Winst, producentensurplus en totaal surplus zijn drie verschillende grootheden.</a:t>
            </a:r>
          </a:p>
          <a:p xmlns:a="http://schemas.openxmlformats.org/drawingml/2006/main">
            <a:r>
              <a:rPr sz="1400"/>
              <a:t/>
            </a:r>
          </a:p>
          <a:p xmlns:a="http://schemas.openxmlformats.org/drawingml/2006/main">
            <a:r>
              <a:rPr sz="1400"/>
              <a:t>Overgang: Haal eerst de betekenissen van de surplusbedragen terug.</a:t>
            </a:r>
          </a:p>
          <a:p xmlns:a="http://schemas.openxmlformats.org/drawingml/2006/main">
            <a:r>
              <a:rPr sz="1400"/>
              <a:t/>
            </a:r>
          </a:p>
          <a:p xmlns:a="http://schemas.openxmlformats.org/drawingml/2006/main">
            <a:r>
              <a:rPr sz="1400"/>
              <a:t>Bron: Boek 4 v3, gedrukte pagina 55–58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PS groter dan winst als er constante kosten zijn?</a:t>
            </a:r>
          </a:p>
          <a:p xmlns:a="http://schemas.openxmlformats.org/drawingml/2006/main">
            <a:r>
              <a:rPr sz="1400"/>
              <a:t/>
            </a:r>
          </a:p>
          <a:p xmlns:a="http://schemas.openxmlformats.org/drawingml/2006/main">
            <a:r>
              <a:rPr sz="1400"/>
              <a:t>Uitleg: CS telt het voordeel van kopers op. PS = TO − TVK: in de grafiek de ruimte tussen prijs en MK tot de verkochte hoeveelheid. TS telt beide op. Winst trekt ook de constante kosten af. Omdat TCK gelijk blijft, is een verandering in TS gelijk aan de verandering van het gezamenlijke voordeel na aftrek van TCK. Oppervlakte: hoeveelheid per week maal euro per eenheid geeft euro per week.</a:t>
            </a:r>
          </a:p>
          <a:p xmlns:a="http://schemas.openxmlformats.org/drawingml/2006/main">
            <a:r>
              <a:rPr sz="1400"/>
              <a:t/>
            </a:r>
          </a:p>
          <a:p xmlns:a="http://schemas.openxmlformats.org/drawingml/2006/main">
            <a:r>
              <a:rPr sz="1400"/>
              <a:t>Misvatting: PS is geen omzet: variabele kosten zijn er al af.</a:t>
            </a:r>
          </a:p>
          <a:p xmlns:a="http://schemas.openxmlformats.org/drawingml/2006/main">
            <a:r>
              <a:rPr sz="1400"/>
              <a:t/>
            </a:r>
          </a:p>
          <a:p xmlns:a="http://schemas.openxmlformats.org/drawingml/2006/main">
            <a:r>
              <a:rPr sz="1400"/>
              <a:t>Overgang: Gebruik deze begrippen in een eigen voorbeeld.</a:t>
            </a:r>
          </a:p>
          <a:p xmlns:a="http://schemas.openxmlformats.org/drawingml/2006/main">
            <a:r>
              <a:rPr sz="1400"/>
              <a:t/>
            </a:r>
          </a:p>
          <a:p xmlns:a="http://schemas.openxmlformats.org/drawingml/2006/main">
            <a:r>
              <a:rPr sz="1400"/>
              <a:t>Bron: Boek 4 v3, gedrukte pagina 55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constant als we straks twee uitkomsten vergelijken?</a:t>
            </a:r>
          </a:p>
          <a:p xmlns:a="http://schemas.openxmlformats.org/drawingml/2006/main">
            <a:r>
              <a:rPr sz="1400"/>
              <a:t/>
            </a:r>
          </a:p>
          <a:p xmlns:a="http://schemas.openxmlformats.org/drawingml/2006/main">
            <a:r>
              <a:rPr sz="1400"/>
              <a:t>Uitleg: Dit is een eigen uitlegvoorbeeld. De capaciteit is 60 bakbeurten per week. De constante kosten van 144 euro zijn deze week onvermijdbaar en in beide situaties gelijk. Alle bakbeurten worden binnen één situatie tegen dezelfde prijs verkocht. De functies zijn doorlopende benaderingen; de uitkomsten zijn hier hele aantallen.</a:t>
            </a:r>
          </a:p>
          <a:p xmlns:a="http://schemas.openxmlformats.org/drawingml/2006/main">
            <a:r>
              <a:rPr sz="1400"/>
              <a:t/>
            </a:r>
          </a:p>
          <a:p xmlns:a="http://schemas.openxmlformats.org/drawingml/2006/main">
            <a:r>
              <a:rPr sz="1400"/>
              <a:t>Misvatting: We vergelijken geen andere technologie of kwaliteit.</a:t>
            </a:r>
          </a:p>
          <a:p xmlns:a="http://schemas.openxmlformats.org/drawingml/2006/main">
            <a:r>
              <a:rPr sz="1400"/>
              <a:t/>
            </a:r>
          </a:p>
          <a:p xmlns:a="http://schemas.openxmlformats.org/drawingml/2006/main">
            <a:r>
              <a:rPr sz="1400"/>
              <a:t>Overgang: Bepaal eerst de winstmaximale hoeveelheid.</a:t>
            </a:r>
          </a:p>
          <a:p xmlns:a="http://schemas.openxmlformats.org/drawingml/2006/main">
            <a:r>
              <a:rPr sz="1400"/>
              <a:t/>
            </a:r>
          </a:p>
          <a:p xmlns:a="http://schemas.openxmlformats.org/drawingml/2006/main">
            <a:r>
              <a:rPr sz="1400"/>
              <a:t>Bron: Boek 4 v3, gedrukte pagina 55–58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vind je met MO = MK?</a:t>
            </a:r>
          </a:p>
          <a:p xmlns:a="http://schemas.openxmlformats.org/drawingml/2006/main">
            <a:r>
              <a:rPr sz="1400"/>
              <a:t/>
            </a:r>
          </a:p>
          <a:p xmlns:a="http://schemas.openxmlformats.org/drawingml/2006/main">
            <a:r>
              <a:rPr sz="1400"/>
              <a:t>Uitleg: TO = P × Q, de afgeleide is MO = 96 − 2Q. De afgeleide van TK is MK = 24 + Q. Bij Q = 24 zijn MO en MK beide 48 euro per bakbeurt. MO is vóór 24 groter dan MK en erna kleiner: de winst stijgt eerst en daalt daarna. Controleer 0 ≤ 24 ≤ 60.</a:t>
            </a:r>
          </a:p>
          <a:p xmlns:a="http://schemas.openxmlformats.org/drawingml/2006/main">
            <a:r>
              <a:rPr sz="1400"/>
              <a:t/>
            </a:r>
          </a:p>
          <a:p xmlns:a="http://schemas.openxmlformats.org/drawingml/2006/main">
            <a:r>
              <a:rPr sz="1400"/>
              <a:t>Misvatting: 48 euro bij het snijpunt is nog niet de verkoopprijs.</a:t>
            </a:r>
          </a:p>
          <a:p xmlns:a="http://schemas.openxmlformats.org/drawingml/2006/main">
            <a:r>
              <a:rPr sz="1400"/>
              <a:t/>
            </a:r>
          </a:p>
          <a:p xmlns:a="http://schemas.openxmlformats.org/drawingml/2006/main">
            <a:r>
              <a:rPr sz="1400"/>
              <a:t>Overgang: Lees bij Q = 24 de prijs op de vraaglijn.</a:t>
            </a:r>
          </a:p>
          <a:p xmlns:a="http://schemas.openxmlformats.org/drawingml/2006/main">
            <a:r>
              <a:rPr sz="1400"/>
              <a:t/>
            </a:r>
          </a:p>
          <a:p xmlns:a="http://schemas.openxmlformats.org/drawingml/2006/main">
            <a:r>
              <a:rPr sz="1400"/>
              <a:t>Bron: Boek 4 v3, gedrukte pagina 56; voorkennis p. 32–36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lezen we de prijs niet bij MO = MK?</a:t>
            </a:r>
          </a:p>
          <a:p xmlns:a="http://schemas.openxmlformats.org/drawingml/2006/main">
            <a:r>
              <a:rPr sz="1400"/>
              <a:t/>
            </a:r>
          </a:p>
          <a:p xmlns:a="http://schemas.openxmlformats.org/drawingml/2006/main">
            <a:r>
              <a:rPr sz="1400"/>
              <a:t>Uitleg: Ga bij Q = 24 omhoog naar de vraaglijn. Daar ligt M. Een prijs van 72 euro verkoopt volgens de vraagfunctie 24 bakbeurten. De extra opbrengst op de marginale bakbeurt ligt lager dan de prijs omdat de prijsverlaging ook eerdere verkopen raakt.</a:t>
            </a:r>
          </a:p>
          <a:p xmlns:a="http://schemas.openxmlformats.org/drawingml/2006/main">
            <a:r>
              <a:rPr sz="1400"/>
              <a:t/>
            </a:r>
          </a:p>
          <a:p xmlns:a="http://schemas.openxmlformats.org/drawingml/2006/main">
            <a:r>
              <a:rPr sz="1400"/>
              <a:t>Misvatting: Gebruik nooit MO als betalingsbereidheid van de koper.</a:t>
            </a:r>
          </a:p>
          <a:p xmlns:a="http://schemas.openxmlformats.org/drawingml/2006/main">
            <a:r>
              <a:rPr sz="1400"/>
              <a:t/>
            </a:r>
          </a:p>
          <a:p xmlns:a="http://schemas.openxmlformats.org/drawingml/2006/main">
            <a:r>
              <a:rPr sz="1400"/>
              <a:t>Overgang: Vergelijk dit met de hoeveelheid die het gezamenlijke surplus maximaliseert.</a:t>
            </a:r>
          </a:p>
          <a:p xmlns:a="http://schemas.openxmlformats.org/drawingml/2006/main">
            <a:r>
              <a:rPr sz="1400"/>
              <a:t/>
            </a:r>
          </a:p>
          <a:p xmlns:a="http://schemas.openxmlformats.org/drawingml/2006/main">
            <a:r>
              <a:rPr sz="1400"/>
              <a:t>Bron: Boek 4 v3, gedrukte pagina 56; voorkennis p. 33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kunnen kopers en aanbieder samen profiteren van extra transacties tussen 24 en 36?</a:t>
            </a:r>
          </a:p>
          <a:p xmlns:a="http://schemas.openxmlformats.org/drawingml/2006/main">
            <a:r>
              <a:rPr sz="1400"/>
              <a:t/>
            </a:r>
          </a:p>
          <a:p xmlns:a="http://schemas.openxmlformats.org/drawingml/2006/main">
            <a:r>
              <a:rPr sz="1400"/>
              <a:t>Uitleg: Bij een extra bakbeurt meet de vraaglijn de betalingsbereidheid. Zolang die hoger is dan MK, voegt een transactie gezamenlijk voordeel toe. Dat gaat door tot Q = 36. Boven 36 zijn MK hoger dan de betalingsbereidheid. E = (36,60); 36 past binnen de capaciteit. De efficiënte uitkomst is een maatstaf bij dezelfde vraag, kosten en kwaliteit, geen algemene voorspelling over iedere concurrerende markt.</a:t>
            </a:r>
          </a:p>
          <a:p xmlns:a="http://schemas.openxmlformats.org/drawingml/2006/main">
            <a:r>
              <a:rPr sz="1400"/>
              <a:t/>
            </a:r>
          </a:p>
          <a:p xmlns:a="http://schemas.openxmlformats.org/drawingml/2006/main">
            <a:r>
              <a:rPr sz="1400"/>
              <a:t>Misvatting: De maatschappelijke vergelijking gebruikt P, niet MO.</a:t>
            </a:r>
          </a:p>
          <a:p xmlns:a="http://schemas.openxmlformats.org/drawingml/2006/main">
            <a:r>
              <a:rPr sz="1400"/>
              <a:t/>
            </a:r>
          </a:p>
          <a:p xmlns:a="http://schemas.openxmlformats.org/drawingml/2006/main">
            <a:r>
              <a:rPr sz="1400"/>
              <a:t>Overgang: Bereken eerst het kopersvoordeel bij monopolie.</a:t>
            </a:r>
          </a:p>
          <a:p xmlns:a="http://schemas.openxmlformats.org/drawingml/2006/main">
            <a:r>
              <a:rPr sz="1400"/>
              <a:t/>
            </a:r>
          </a:p>
          <a:p xmlns:a="http://schemas.openxmlformats.org/drawingml/2006/main">
            <a:r>
              <a:rPr sz="1400"/>
              <a:t>Bron: Boek 4 v3, gedrukte pagina 56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stellen basis en hoogte economisch voor?</a:t>
            </a:r>
          </a:p>
          <a:p xmlns:a="http://schemas.openxmlformats.org/drawingml/2006/main">
            <a:r>
              <a:rPr sz="1400"/>
              <a:t/>
            </a:r>
          </a:p>
          <a:p xmlns:a="http://schemas.openxmlformats.org/drawingml/2006/main">
            <a:r>
              <a:rPr sz="1400"/>
              <a:t>Uitleg: Arceer tussen de vraaglijn en de horizontale prijs 72, van Q = 0 tot Q = 24. De basis is 24 bakbeurten per week, hoogte 24 euro per bakbeurt. De driehoek meet voordeel boven wat kopers werkelijk betalen.</a:t>
            </a:r>
          </a:p>
          <a:p xmlns:a="http://schemas.openxmlformats.org/drawingml/2006/main">
            <a:r>
              <a:rPr sz="1400"/>
              <a:t/>
            </a:r>
          </a:p>
          <a:p xmlns:a="http://schemas.openxmlformats.org/drawingml/2006/main">
            <a:r>
              <a:rPr sz="1400"/>
              <a:t>Misvatting: De volledige driehoek onder de vraaglijn is geen CS.</a:t>
            </a:r>
          </a:p>
          <a:p xmlns:a="http://schemas.openxmlformats.org/drawingml/2006/main">
            <a:r>
              <a:rPr sz="1400"/>
              <a:t/>
            </a:r>
          </a:p>
          <a:p xmlns:a="http://schemas.openxmlformats.org/drawingml/2006/main">
            <a:r>
              <a:rPr sz="1400"/>
              <a:t>Overgang: Bereken nu het voordeel van de aanbieder.</a:t>
            </a:r>
          </a:p>
          <a:p xmlns:a="http://schemas.openxmlformats.org/drawingml/2006/main">
            <a:r>
              <a:rPr sz="1400"/>
              <a:t/>
            </a:r>
          </a:p>
          <a:p xmlns:a="http://schemas.openxmlformats.org/drawingml/2006/main">
            <a:r>
              <a:rPr sz="1400"/>
              <a:t>Bron: Boek 4 v3, gedrukte pagina 55,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dit gebied een rechthoek plus een driehoek?</a:t>
            </a:r>
          </a:p>
          <a:p xmlns:a="http://schemas.openxmlformats.org/drawingml/2006/main">
            <a:r>
              <a:rPr sz="1400"/>
              <a:t/>
            </a:r>
          </a:p>
          <a:p xmlns:a="http://schemas.openxmlformats.org/drawingml/2006/main">
            <a:r>
              <a:rPr sz="1400"/>
              <a:t>Uitleg: PS ligt tussen P = 72 en MK tot Q = 24. Splits het trapezium bij MK(24) = 48. De bovenste rechthoek geeft 576 euro en de onderste driehoek 288 euro. De variabele kosten zijn de ruimte onder MK en horen niet bij PS.</a:t>
            </a:r>
          </a:p>
          <a:p xmlns:a="http://schemas.openxmlformats.org/drawingml/2006/main">
            <a:r>
              <a:rPr sz="1400"/>
              <a:t/>
            </a:r>
          </a:p>
          <a:p xmlns:a="http://schemas.openxmlformats.org/drawingml/2006/main">
            <a:r>
              <a:rPr sz="1400"/>
              <a:t>Misvatting: Gebruik bij de onderste hoek MK(0) = 24, niet nul.</a:t>
            </a:r>
          </a:p>
          <a:p xmlns:a="http://schemas.openxmlformats.org/drawingml/2006/main">
            <a:r>
              <a:rPr sz="1400"/>
              <a:t/>
            </a:r>
          </a:p>
          <a:p xmlns:a="http://schemas.openxmlformats.org/drawingml/2006/main">
            <a:r>
              <a:rPr sz="1400"/>
              <a:t>Overgang: Trek voor winst ook de constante kosten af.</a:t>
            </a:r>
          </a:p>
          <a:p xmlns:a="http://schemas.openxmlformats.org/drawingml/2006/main">
            <a:r>
              <a:rPr sz="1400"/>
              <a:t/>
            </a:r>
          </a:p>
          <a:p xmlns:a="http://schemas.openxmlformats.org/drawingml/2006/main">
            <a:r>
              <a:rPr sz="1400"/>
              <a:t>Bron: Boek 4 v3, gedrukte pagina 55,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zit de 144 euro als je TO − TK gebruikt?</a:t>
            </a:r>
          </a:p>
          <a:p xmlns:a="http://schemas.openxmlformats.org/drawingml/2006/main">
            <a:r>
              <a:rPr sz="1400"/>
              <a:t/>
            </a:r>
          </a:p>
          <a:p xmlns:a="http://schemas.openxmlformats.org/drawingml/2006/main">
            <a:r>
              <a:rPr sz="1400"/>
              <a:t>Uitleg: Trek 144 af van PS. Controleer langs TO − TK. Dezelfde winst volgt: 720 euro per week. De winstmaximale hoeveelheid verandert niet door deze onvermijdbare constante kosten; de hoogte van de winst wel.</a:t>
            </a:r>
          </a:p>
          <a:p xmlns:a="http://schemas.openxmlformats.org/drawingml/2006/main">
            <a:r>
              <a:rPr sz="1400"/>
              <a:t/>
            </a:r>
          </a:p>
          <a:p xmlns:a="http://schemas.openxmlformats.org/drawingml/2006/main">
            <a:r>
              <a:rPr sz="1400"/>
              <a:t>Misvatting: Trek TCK precies één keer af. PS is 864, winst 720.</a:t>
            </a:r>
          </a:p>
          <a:p xmlns:a="http://schemas.openxmlformats.org/drawingml/2006/main">
            <a:r>
              <a:rPr sz="1400"/>
              <a:t/>
            </a:r>
          </a:p>
          <a:p xmlns:a="http://schemas.openxmlformats.org/drawingml/2006/main">
            <a:r>
              <a:rPr sz="1400"/>
              <a:t>Overgang: Bereken de surplussen bij de efficiënte hoeveelheid.</a:t>
            </a:r>
          </a:p>
          <a:p xmlns:a="http://schemas.openxmlformats.org/drawingml/2006/main">
            <a:r>
              <a:rPr sz="1400"/>
              <a:t/>
            </a:r>
          </a:p>
          <a:p xmlns:a="http://schemas.openxmlformats.org/drawingml/2006/main">
            <a:r>
              <a:rPr sz="1400"/>
              <a:t>Bron: Boek 4 v3, gedrukte pagina 55, 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heeft PS nu geen bovenste rechthoek?</a:t>
            </a:r>
          </a:p>
          <a:p xmlns:a="http://schemas.openxmlformats.org/drawingml/2006/main">
            <a:r>
              <a:rPr sz="1400"/>
              <a:t/>
            </a:r>
          </a:p>
          <a:p xmlns:a="http://schemas.openxmlformats.org/drawingml/2006/main">
            <a:r>
              <a:rPr sz="1400"/>
              <a:t>Uitleg: Bij E sluiten vraag en MK aan. CS en PS zijn hier driehoeken, omdat de MK-lijn bij Qe de prijs bereikt. De gelijke bedragen komen door de gegeven hellingen en zijn geen algemene regel. De labels M en E maken duidelijk dat dezelfde markt wordt vergeleken.</a:t>
            </a:r>
          </a:p>
          <a:p xmlns:a="http://schemas.openxmlformats.org/drawingml/2006/main">
            <a:r>
              <a:rPr sz="1400"/>
              <a:t/>
            </a:r>
          </a:p>
          <a:p xmlns:a="http://schemas.openxmlformats.org/drawingml/2006/main">
            <a:r>
              <a:rPr sz="1400"/>
              <a:t>Misvatting: Een efficiënte uitkomst hoeft CS en PS niet gelijk te verdelen.</a:t>
            </a:r>
          </a:p>
          <a:p xmlns:a="http://schemas.openxmlformats.org/drawingml/2006/main">
            <a:r>
              <a:rPr sz="1400"/>
              <a:t/>
            </a:r>
          </a:p>
          <a:p xmlns:a="http://schemas.openxmlformats.org/drawingml/2006/main">
            <a:r>
              <a:rPr sz="1400"/>
              <a:t>Overgang: Zet beide uitkomsten naast elkaar.</a:t>
            </a:r>
          </a:p>
          <a:p xmlns:a="http://schemas.openxmlformats.org/drawingml/2006/main">
            <a:r>
              <a:rPr sz="1400"/>
              <a:t/>
            </a:r>
          </a:p>
          <a:p xmlns:a="http://schemas.openxmlformats.org/drawingml/2006/main">
            <a:r>
              <a:rPr sz="1400"/>
              <a:t>Bron: Boek 4 v3, gedrukte pagina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één partij winnen terwijl het totaal daalt?</a:t>
            </a:r>
          </a:p>
          <a:p xmlns:a="http://schemas.openxmlformats.org/drawingml/2006/main">
            <a:r>
              <a:rPr sz="1400"/>
              <a:t/>
            </a:r>
          </a:p>
          <a:p xmlns:a="http://schemas.openxmlformats.org/drawingml/2006/main">
            <a:r>
              <a:rPr sz="1400"/>
              <a:t>Uitleg: Vergelijk vanuit de efficiënte uitkomst naar monopolie. De aanbieder wint 216 euro PS en winst, maar kopers verliezen 360 euro CS. Per saldo verdwijnt 144 euro gezamenlijk surplus. Constante kosten blijven gelijk.</a:t>
            </a:r>
          </a:p>
          <a:p xmlns:a="http://schemas.openxmlformats.org/drawingml/2006/main">
            <a:r>
              <a:rPr sz="1400"/>
              <a:t/>
            </a:r>
          </a:p>
          <a:p xmlns:a="http://schemas.openxmlformats.org/drawingml/2006/main">
            <a:r>
              <a:rPr sz="1400"/>
              <a:t>Misvatting: Een hoger PS is geen bewijs voor een hoger TS.</a:t>
            </a:r>
          </a:p>
          <a:p xmlns:a="http://schemas.openxmlformats.org/drawingml/2006/main">
            <a:r>
              <a:rPr sz="1400"/>
              <a:t/>
            </a:r>
          </a:p>
          <a:p xmlns:a="http://schemas.openxmlformats.org/drawingml/2006/main">
            <a:r>
              <a:rPr sz="1400"/>
              <a:t>Overgang: Scheid eerst het bedrag dat alleen van ontvanger wisselt.</a:t>
            </a:r>
          </a:p>
          <a:p xmlns:a="http://schemas.openxmlformats.org/drawingml/2006/main">
            <a:r>
              <a:rPr sz="1400"/>
              <a:t/>
            </a:r>
          </a:p>
          <a:p xmlns:a="http://schemas.openxmlformats.org/drawingml/2006/main">
            <a:r>
              <a:rPr sz="1400"/>
              <a:t>Bron: Boek 4 v3, gedrukte pagina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Wie ontvangt de 288 euro die kopers extra betalen?</a:t>
            </a:r>
          </a:p>
          <a:p xmlns:a="http://schemas.openxmlformats.org/drawingml/2006/main">
            <a:r>
              <a:rPr sz="1400"/>
              <a:t/>
            </a:r>
          </a:p>
          <a:p xmlns:a="http://schemas.openxmlformats.org/drawingml/2006/main">
            <a:r>
              <a:rPr sz="1400"/>
              <a:t>Uitleg: De rechthoek A gaat van Q = 0 tot 24 en van P = 60 tot 72. Dat is het extra bedrag op de blijvende verkopen. Kopers betalen wat de aanbieder ontvangt. Binnen CS + PS valt deze overdracht weg. Dit is één deel van de totale verandering.</a:t>
            </a:r>
          </a:p>
          <a:p xmlns:a="http://schemas.openxmlformats.org/drawingml/2006/main">
            <a:r>
              <a:rPr sz="1400"/>
              <a:t/>
            </a:r>
          </a:p>
          <a:p xmlns:a="http://schemas.openxmlformats.org/drawingml/2006/main">
            <a:r>
              <a:rPr sz="1400"/>
              <a:t>Misvatting: De totale stijging van PS is niet 288: ook producentenvoordeel op gemiste verkopen verdwijnt.</a:t>
            </a:r>
          </a:p>
          <a:p xmlns:a="http://schemas.openxmlformats.org/drawingml/2006/main">
            <a:r>
              <a:rPr sz="1400"/>
              <a:t/>
            </a:r>
          </a:p>
          <a:p xmlns:a="http://schemas.openxmlformats.org/drawingml/2006/main">
            <a:r>
              <a:rPr sz="1400"/>
              <a:t>Overgang: Kijk vervolgens naar de bakbeurten die niet meer plaatsvinden.</a:t>
            </a:r>
          </a:p>
          <a:p xmlns:a="http://schemas.openxmlformats.org/drawingml/2006/main">
            <a:r>
              <a:rPr sz="1400"/>
              <a:t/>
            </a:r>
          </a:p>
          <a:p xmlns:a="http://schemas.openxmlformats.org/drawingml/2006/main">
            <a:r>
              <a:rPr sz="1400"/>
              <a:t>Bron: Boek 4 v3, gedrukte pagina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gebruikt de hoogte 48 en niet 60?</a:t>
            </a:r>
          </a:p>
          <a:p xmlns:a="http://schemas.openxmlformats.org/drawingml/2006/main">
            <a:r>
              <a:rPr sz="1400"/>
              <a:t/>
            </a:r>
          </a:p>
          <a:p xmlns:a="http://schemas.openxmlformats.org/drawingml/2006/main">
            <a:r>
              <a:rPr sz="1400"/>
              <a:t>Uitleg: De verliesdriehoek is begrensd door vraag, MK en Qm. De hoogte is Pm − MK(Qm), niet Pm − Pe. Tussen 24 en 36 was de betalingsbereidheid groter dan de extra kosten, maar de monopolist verkoopt die bakbeurten niet. Dit verdwenen voordeel is geen betaling aan iemand.</a:t>
            </a:r>
          </a:p>
          <a:p xmlns:a="http://schemas.openxmlformats.org/drawingml/2006/main">
            <a:r>
              <a:rPr sz="1400"/>
              <a:t/>
            </a:r>
          </a:p>
          <a:p xmlns:a="http://schemas.openxmlformats.org/drawingml/2006/main">
            <a:r>
              <a:rPr sz="1400"/>
              <a:t>Misvatting: Gebruik geen MO-lijn als ondergrens van welvaartsverlies.</a:t>
            </a:r>
          </a:p>
          <a:p xmlns:a="http://schemas.openxmlformats.org/drawingml/2006/main">
            <a:r>
              <a:rPr sz="1400"/>
              <a:t/>
            </a:r>
          </a:p>
          <a:p xmlns:a="http://schemas.openxmlformats.org/drawingml/2006/main">
            <a:r>
              <a:rPr sz="1400"/>
              <a:t>Overgang: Tel overdracht en gemiste voordelen per partij bij elkaar.</a:t>
            </a:r>
          </a:p>
          <a:p xmlns:a="http://schemas.openxmlformats.org/drawingml/2006/main">
            <a:r>
              <a:rPr sz="1400"/>
              <a:t/>
            </a:r>
          </a:p>
          <a:p xmlns:a="http://schemas.openxmlformats.org/drawingml/2006/main">
            <a:r>
              <a:rPr sz="1400"/>
              <a:t>Bron: Boek 4 v3, gedrukte pagina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groeit PS met minder dan de overdracht?</a:t>
            </a:r>
          </a:p>
          <a:p xmlns:a="http://schemas.openxmlformats.org/drawingml/2006/main">
            <a:r>
              <a:rPr sz="1400"/>
              <a:t/>
            </a:r>
          </a:p>
          <a:p xmlns:a="http://schemas.openxmlformats.org/drawingml/2006/main">
            <a:r>
              <a:rPr sz="1400"/>
              <a:t>Uitleg: Elke helft van de verliesdriehoek is hier 72 euro: ½ × 12 × 12. Boven Pe verdwijnt kopersvoordeel; onder Pe verdwijnt producentenvoordeel. CS: −288 − 72 = −360. PS: +288 − 72 = +216. TS: −144. De gelijke helften zijn specifiek voor dit model. Dit ondersteunt later de veranderingen in opgave 5, zonder die toegewezen opgave uit te werken.</a:t>
            </a:r>
          </a:p>
          <a:p xmlns:a="http://schemas.openxmlformats.org/drawingml/2006/main">
            <a:r>
              <a:rPr sz="1400"/>
              <a:t/>
            </a:r>
          </a:p>
          <a:p xmlns:a="http://schemas.openxmlformats.org/drawingml/2006/main">
            <a:r>
              <a:rPr sz="1400"/>
              <a:t>Misvatting: Alleen een saldo bekijken verbergt de twee verschillende mechanismen.</a:t>
            </a:r>
          </a:p>
          <a:p xmlns:a="http://schemas.openxmlformats.org/drawingml/2006/main">
            <a:r>
              <a:rPr sz="1400"/>
              <a:t/>
            </a:r>
          </a:p>
          <a:p xmlns:a="http://schemas.openxmlformats.org/drawingml/2006/main">
            <a:r>
              <a:rPr sz="1400"/>
              <a:t>Overgang: Controleer het onderscheid met één uitspraak.</a:t>
            </a:r>
          </a:p>
          <a:p xmlns:a="http://schemas.openxmlformats.org/drawingml/2006/main">
            <a:r>
              <a:rPr sz="1400"/>
              <a:t/>
            </a:r>
          </a:p>
          <a:p xmlns:a="http://schemas.openxmlformats.org/drawingml/2006/main">
            <a:r>
              <a:rPr sz="1400"/>
              <a:t>Bron: Boek 4 v3, gedrukte pagina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iedere euro die kopers verliezen ook voor de hele groep verdwenen?</a:t>
            </a:r>
          </a:p>
          <a:p xmlns:a="http://schemas.openxmlformats.org/drawingml/2006/main">
            <a:r>
              <a:rPr sz="1400"/>
              <a:t/>
            </a:r>
          </a:p>
          <a:p xmlns:a="http://schemas.openxmlformats.org/drawingml/2006/main">
            <a:r>
              <a:rPr sz="1400"/>
              <a:t>Uitleg: Laat eerst leerlingen antwoorden. CS daalt 360, PS stijgt 216; TS daalt 144 euro. De 288 overdracht verschuift voordeel, terwijl 72 kopersvoordeel en 72 producentenvoordeel verdwijnen. De berekening geeft geen norm voor eerlijkheid en dekt niet alle welzijn. Laat leerlingen dit verwoorden zonder nieuwe boekopgaven toe te voegen.</a:t>
            </a:r>
          </a:p>
          <a:p xmlns:a="http://schemas.openxmlformats.org/drawingml/2006/main">
            <a:r>
              <a:rPr sz="1400"/>
              <a:t/>
            </a:r>
          </a:p>
          <a:p xmlns:a="http://schemas.openxmlformats.org/drawingml/2006/main">
            <a:r>
              <a:rPr sz="1400"/>
              <a:t>Misvatting: Verwar een verdelingsoordeel niet met de berekening van TS.</a:t>
            </a:r>
          </a:p>
          <a:p xmlns:a="http://schemas.openxmlformats.org/drawingml/2006/main">
            <a:r>
              <a:rPr sz="1400"/>
              <a:t/>
            </a:r>
          </a:p>
          <a:p xmlns:a="http://schemas.openxmlformats.org/drawingml/2006/main">
            <a:r>
              <a:rPr sz="1400"/>
              <a:t>Overgang: Keer terug naar startopgave 2 met de nieuwe kennis, dan basis 3–4.</a:t>
            </a:r>
          </a:p>
          <a:p xmlns:a="http://schemas.openxmlformats.org/drawingml/2006/main">
            <a:r>
              <a:rPr sz="1400"/>
              <a:t/>
            </a:r>
          </a:p>
          <a:p xmlns:a="http://schemas.openxmlformats.org/drawingml/2006/main">
            <a:r>
              <a:rPr sz="1400"/>
              <a:t>Bron: Boek 4 v3, gedrukte pagina 55, 57–58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Uitlegvoorbeeld — niet uit het boek. De context keramiekoven, functies en gegevens zijn voor deze les gemaakt. De boekverwijzing onderbouwt alleen de werkwijze.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of redenering moet je nog afmaken?</a:t>
            </a:r>
          </a:p>
          <a:p xmlns:a="http://schemas.openxmlformats.org/drawingml/2006/main">
            <a:r>
              <a:rPr sz="1400"/>
              <a:t/>
            </a:r>
          </a:p>
          <a:p xmlns:a="http://schemas.openxmlformats.org/drawingml/2006/main">
            <a:r>
              <a:rPr sz="1400"/>
              <a:t>Uitleg: Laat deze dia staan tijdens zelfstandig werken. Start 1–2 en basis 3 staan op p. 59, basis 4 en zelfstandig 5–6 op p. 60, doel 7 op p. 61. Huiswerk is 3, 4, 5, 6 en 7 maken en nakijken. Bonus 8 en herhaling 9 zijn extra. Opgave 1 haalt de monopolieprocedure uit §4.1.4, p. 32–36, terug. In opgave 2 is overdracht versus verdwenen surplus de nieuwe bewerking: laat leerlingen de definities op p. 55 en de uitleg op p. 57 raadplegen, onzekerheden noteren en dit als verkenning proberen. Vóór het basiswerk keren leerlingen na de uitleg terug naar opgave 2. Bespreek dan: ΔTS = −120 + 80 = −40 euro per week. Niet het hele verlies van kopers verdwijnt. Start 1: MO = 30 − Q, MK = 10, Qm = 20, Pm = 20, winst = 160 euro per dag. Gebruik deze antwoorden pas als feedback na de poging. De docentengids reserveert voorlopig twee lessen van 55 minuten voor deze volledige route; dat is geen gemeten tijdsfit. Rond de route zo nodig later af.</a:t>
            </a:r>
          </a:p>
          <a:p xmlns:a="http://schemas.openxmlformats.org/drawingml/2006/main">
            <a:r>
              <a:rPr sz="1400"/>
              <a:t/>
            </a:r>
          </a:p>
          <a:p xmlns:a="http://schemas.openxmlformats.org/drawingml/2006/main">
            <a:r>
              <a:rPr sz="1400"/>
              <a:t>Misvatting: Het hoofdstuk noemt p. 7 en 9; het complete boek heeft hier gedrukte pagina 59 en 61.</a:t>
            </a:r>
          </a:p>
          <a:p xmlns:a="http://schemas.openxmlformats.org/drawingml/2006/main">
            <a:r>
              <a:rPr sz="1400"/>
              <a:t/>
            </a:r>
          </a:p>
          <a:p xmlns:a="http://schemas.openxmlformats.org/drawingml/2006/main">
            <a:r>
              <a:rPr sz="1400"/>
              <a:t>Overgang: Volg de volgende lesfase en bied steun waar nodig.</a:t>
            </a:r>
          </a:p>
          <a:p xmlns:a="http://schemas.openxmlformats.org/drawingml/2006/main">
            <a:r>
              <a:rPr sz="1400"/>
              <a:t/>
            </a:r>
          </a:p>
          <a:p xmlns:a="http://schemas.openxmlformats.org/drawingml/2006/main">
            <a:r>
              <a:rPr sz="1400"/>
              <a:t>Bron: Boek 4 v3, gedrukte pagina 55–61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aannamen houden de twee situaties vergelijkbaar?</a:t>
            </a:r>
          </a:p>
          <a:p xmlns:a="http://schemas.openxmlformats.org/drawingml/2006/main">
            <a:r>
              <a:rPr sz="1400"/>
              <a:t/>
            </a:r>
          </a:p>
          <a:p xmlns:a="http://schemas.openxmlformats.org/drawingml/2006/main">
            <a:r>
              <a:rPr sz="1400"/>
              <a:t>Uitleg: Lees de volledige bron. Alle gegevens op deze dia komen uit de echte doeloefening. De basisgrafiek en alle deelvragen volgen zonder antwoorden. Houd boekpagina 61 open tijdens de bespreking.</a:t>
            </a:r>
          </a:p>
          <a:p xmlns:a="http://schemas.openxmlformats.org/drawingml/2006/main">
            <a:r>
              <a:rPr sz="1400"/>
              <a:t/>
            </a:r>
          </a:p>
          <a:p xmlns:a="http://schemas.openxmlformats.org/drawingml/2006/main">
            <a:r>
              <a:rPr sz="1400"/>
              <a:t>Misvatting: De bron gebruikt één hele markt; Q telt alle sessies.</a:t>
            </a:r>
          </a:p>
          <a:p xmlns:a="http://schemas.openxmlformats.org/drawingml/2006/main">
            <a:r>
              <a:rPr sz="1400"/>
              <a:t/>
            </a:r>
          </a:p>
          <a:p xmlns:a="http://schemas.openxmlformats.org/drawingml/2006/main">
            <a:r>
              <a:rPr sz="1400"/>
              <a:t>Overgang: Bekijk de gegeven lijnen voordat je vragen a–e bespreekt.</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gebruik je voor de hoeveelheid, en welke voor de prijs?</a:t>
            </a:r>
          </a:p>
          <a:p xmlns:a="http://schemas.openxmlformats.org/drawingml/2006/main">
            <a:r>
              <a:rPr sz="1400"/>
              <a:t/>
            </a:r>
          </a:p>
          <a:p xmlns:a="http://schemas.openxmlformats.org/drawingml/2006/main">
            <a:r>
              <a:rPr sz="1400"/>
              <a:t>Uitleg: Dit is de basisgrafiek uit de opgave, opnieuw als bewerkbare XY-grafiek met dezelfde functies en het domein 0–100. Vraag = GO, MO en MK zijn gegeven, zonder uitkomstmarkeringen of arcering. MO eindigt bij Q = 80 waar MO nul is; het negatieve vervolg is buiten het getoonde prijsbereik. De volgende dia’s geven alle deelvragen voordat oplossingen verschijnen.</a:t>
            </a:r>
          </a:p>
          <a:p xmlns:a="http://schemas.openxmlformats.org/drawingml/2006/main">
            <a:r>
              <a:rPr sz="1400"/>
              <a:t/>
            </a:r>
          </a:p>
          <a:p xmlns:a="http://schemas.openxmlformats.org/drawingml/2006/main">
            <a:r>
              <a:rPr sz="1400"/>
              <a:t>Misvatting: De basisgrafiek bevat nog geen antwoordpunten.</a:t>
            </a:r>
          </a:p>
          <a:p xmlns:a="http://schemas.openxmlformats.org/drawingml/2006/main">
            <a:r>
              <a:rPr sz="1400"/>
              <a:t/>
            </a:r>
          </a:p>
          <a:p xmlns:a="http://schemas.openxmlformats.org/drawingml/2006/main">
            <a:r>
              <a:rPr sz="1400"/>
              <a:t>Overgang: Lees de vragen a en b.</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moet voorafgaan aan je arcering?</a:t>
            </a:r>
          </a:p>
          <a:p xmlns:a="http://schemas.openxmlformats.org/drawingml/2006/main">
            <a:r>
              <a:rPr sz="1400"/>
              <a:t/>
            </a:r>
          </a:p>
          <a:p xmlns:a="http://schemas.openxmlformats.org/drawingml/2006/main">
            <a:r>
              <a:rPr sz="1400"/>
              <a:t>Uitleg: Deze tekst volgt de echte vragen a en b. Toon nog geen oplossing. De context blijft via het boek en de twee voorgaande dia’s beschikbaar. Laat leerlingen hun berekeningen en arcering klaarleggen.</a:t>
            </a:r>
          </a:p>
          <a:p xmlns:a="http://schemas.openxmlformats.org/drawingml/2006/main">
            <a:r>
              <a:rPr sz="1400"/>
              <a:t/>
            </a:r>
          </a:p>
          <a:p xmlns:a="http://schemas.openxmlformats.org/drawingml/2006/main">
            <a:r>
              <a:rPr sz="1400"/>
              <a:t>Misvatting: Bij b wordt naast PS ook winst gevraagd.</a:t>
            </a:r>
          </a:p>
          <a:p xmlns:a="http://schemas.openxmlformats.org/drawingml/2006/main">
            <a:r>
              <a:rPr sz="1400"/>
              <a:t/>
            </a:r>
          </a:p>
          <a:p xmlns:a="http://schemas.openxmlformats.org/drawingml/2006/main">
            <a:r>
              <a:rPr sz="1400"/>
              <a:t>Overgang: Lees ook c, d en e voordat de antwoorden verschijnen.</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verschillende oordelen zitten in de uitspraak bij e?</a:t>
            </a:r>
          </a:p>
          <a:p xmlns:a="http://schemas.openxmlformats.org/drawingml/2006/main">
            <a:r>
              <a:rPr sz="1400"/>
              <a:t/>
            </a:r>
          </a:p>
          <a:p xmlns:a="http://schemas.openxmlformats.org/drawingml/2006/main">
            <a:r>
              <a:rPr sz="1400"/>
              <a:t>Uitleg: Nu zijn context, basisgrafiek en alle vijf deelvragen zonder oplossingen beschikbaar geweest. Geef ruimte om antwoorden te vergelijken en onzekere stappen aan te wijzen. Begin pas daarna de stapsgewijze bespreking.</a:t>
            </a:r>
          </a:p>
          <a:p xmlns:a="http://schemas.openxmlformats.org/drawingml/2006/main">
            <a:r>
              <a:rPr sz="1400"/>
              <a:t/>
            </a:r>
          </a:p>
          <a:p xmlns:a="http://schemas.openxmlformats.org/drawingml/2006/main">
            <a:r>
              <a:rPr sz="1400"/>
              <a:t>Misvatting: Een goede berekening vervangt de gevraagde uitleg niet.</a:t>
            </a:r>
          </a:p>
          <a:p xmlns:a="http://schemas.openxmlformats.org/drawingml/2006/main">
            <a:r>
              <a:rPr sz="1400"/>
              <a:t/>
            </a:r>
          </a:p>
          <a:p xmlns:a="http://schemas.openxmlformats.org/drawingml/2006/main">
            <a:r>
              <a:rPr sz="1400"/>
              <a:t>Overgang: Begin de uitwerking bij de keuze van de monopolist.</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punt is de combinatie die kopers werkelijk zien?</a:t>
            </a:r>
          </a:p>
          <a:p xmlns:a="http://schemas.openxmlformats.org/drawingml/2006/main">
            <a:r>
              <a:rPr sz="1400"/>
              <a:t/>
            </a:r>
          </a:p>
          <a:p xmlns:a="http://schemas.openxmlformats.org/drawingml/2006/main">
            <a:r>
              <a:rPr sz="1400"/>
              <a:t>Uitleg: De afgeleide van TO is MO = 80 − Q. MO = MK geeft 40 sessies per week. MO daalt en MK stijgt, dus vóór 40 kan de winst stijgen en erna daalt ze. 40 ≤ 100. Lees Pm = 60 van de vraaglijn, niet de 40 euro bij MO = MK.</a:t>
            </a:r>
          </a:p>
          <a:p xmlns:a="http://schemas.openxmlformats.org/drawingml/2006/main">
            <a:r>
              <a:rPr sz="1400"/>
              <a:t/>
            </a:r>
          </a:p>
          <a:p xmlns:a="http://schemas.openxmlformats.org/drawingml/2006/main">
            <a:r>
              <a:rPr sz="1400"/>
              <a:t>Misvatting: MO = MK is hier 40 euro, niet de prijs.</a:t>
            </a:r>
          </a:p>
          <a:p xmlns:a="http://schemas.openxmlformats.org/drawingml/2006/main">
            <a:r>
              <a:rPr sz="1400"/>
              <a:t/>
            </a:r>
          </a:p>
          <a:p xmlns:a="http://schemas.openxmlformats.org/drawingml/2006/main">
            <a:r>
              <a:rPr sz="1400"/>
              <a:t>Overgang: Bepaal de efficiënte vergelijking bij dezelfde vraag en kosten.</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gebruiken we nu P in plaats van MO?</a:t>
            </a:r>
          </a:p>
          <a:p xmlns:a="http://schemas.openxmlformats.org/drawingml/2006/main">
            <a:r>
              <a:rPr sz="1400"/>
              <a:t/>
            </a:r>
          </a:p>
          <a:p xmlns:a="http://schemas.openxmlformats.org/drawingml/2006/main">
            <a:r>
              <a:rPr sz="1400"/>
              <a:t>Uitleg: Bij de laatste gezamenlijk voordelige sessie is betalingsbereidheid gelijk aan MK. Qe = 60 en Pe = 50. Markeer E op de vraag- en MK-lijn. Houd het verschil met M zichtbaar: monopolie verkoopt 20 sessies minder en vraagt 10 euro meer.</a:t>
            </a:r>
          </a:p>
          <a:p xmlns:a="http://schemas.openxmlformats.org/drawingml/2006/main">
            <a:r>
              <a:rPr sz="1400"/>
              <a:t/>
            </a:r>
          </a:p>
          <a:p xmlns:a="http://schemas.openxmlformats.org/drawingml/2006/main">
            <a:r>
              <a:rPr sz="1400"/>
              <a:t>Misvatting: Verander de kostenfunctie niet bij de vergelijking.</a:t>
            </a:r>
          </a:p>
          <a:p xmlns:a="http://schemas.openxmlformats.org/drawingml/2006/main">
            <a:r>
              <a:rPr sz="1400"/>
              <a:t/>
            </a:r>
          </a:p>
          <a:p xmlns:a="http://schemas.openxmlformats.org/drawingml/2006/main">
            <a:r>
              <a:rPr sz="1400"/>
              <a:t>Overgang: Arceer het CS bij de feitelijke monopolieverkopen.</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Tot welke hoeveelheid mag je arceren?</a:t>
            </a:r>
          </a:p>
          <a:p xmlns:a="http://schemas.openxmlformats.org/drawingml/2006/main">
            <a:r>
              <a:rPr sz="1400"/>
              <a:t/>
            </a:r>
          </a:p>
          <a:p xmlns:a="http://schemas.openxmlformats.org/drawingml/2006/main">
            <a:r>
              <a:rPr sz="1400"/>
              <a:t>Uitleg: CS ligt onder de vraaglijn en boven P = 60 tot Q = 40. Beide uitkomsten zijn gemarkeerd, maar de arcering gaat alleen over het monopolie. Benoem de eenheden van basis en hoogte.</a:t>
            </a:r>
          </a:p>
          <a:p xmlns:a="http://schemas.openxmlformats.org/drawingml/2006/main">
            <a:r>
              <a:rPr sz="1400"/>
              <a:t/>
            </a:r>
          </a:p>
          <a:p xmlns:a="http://schemas.openxmlformats.org/drawingml/2006/main">
            <a:r>
              <a:rPr sz="1400"/>
              <a:t>Misvatting: Gebruik niet Qe = 60 als basis van CSm.</a:t>
            </a:r>
          </a:p>
          <a:p xmlns:a="http://schemas.openxmlformats.org/drawingml/2006/main">
            <a:r>
              <a:rPr sz="1400"/>
              <a:t/>
            </a:r>
          </a:p>
          <a:p xmlns:a="http://schemas.openxmlformats.org/drawingml/2006/main">
            <a:r>
              <a:rPr sz="1400"/>
              <a:t>Overgang: Arceer en bereken nu PS.</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ondergrens heeft de driehoek bij Q = 0?</a:t>
            </a:r>
          </a:p>
          <a:p xmlns:a="http://schemas.openxmlformats.org/drawingml/2006/main">
            <a:r>
              <a:rPr sz="1400"/>
              <a:t/>
            </a:r>
          </a:p>
          <a:p xmlns:a="http://schemas.openxmlformats.org/drawingml/2006/main">
            <a:r>
              <a:rPr sz="1400"/>
              <a:t>Uitleg: Arceer tussen prijs 60 en MK tot Q = 40. De bovenste rechthoek is 800 euro, de onderste driehoek 400 euro. Samen 1200. De oppervlakte onder MK vertegenwoordigt variabele kosten en hoort niet bij PS.</a:t>
            </a:r>
          </a:p>
          <a:p xmlns:a="http://schemas.openxmlformats.org/drawingml/2006/main">
            <a:r>
              <a:rPr sz="1400"/>
              <a:t/>
            </a:r>
          </a:p>
          <a:p xmlns:a="http://schemas.openxmlformats.org/drawingml/2006/main">
            <a:r>
              <a:rPr sz="1400"/>
              <a:t>Misvatting: PS is hier een trapezium, geen enkele driehoek onder de prijs.</a:t>
            </a:r>
          </a:p>
          <a:p xmlns:a="http://schemas.openxmlformats.org/drawingml/2006/main">
            <a:r>
              <a:rPr sz="1400"/>
              <a:t/>
            </a:r>
          </a:p>
          <a:p xmlns:a="http://schemas.openxmlformats.org/drawingml/2006/main">
            <a:r>
              <a:rPr sz="1400"/>
              <a:t>Overgang: Bereken uit PS de gevraagde winst.</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kosten moeten er nog af als je begint met PS?</a:t>
            </a:r>
          </a:p>
          <a:p xmlns:a="http://schemas.openxmlformats.org/drawingml/2006/main">
            <a:r>
              <a:rPr sz="1400"/>
              <a:t/>
            </a:r>
          </a:p>
          <a:p xmlns:a="http://schemas.openxmlformats.org/drawingml/2006/main">
            <a:r>
              <a:rPr sz="1400"/>
              <a:t>Uitleg: PS minus de onvermijdbare constante kosten levert winst 1000 euro per week. Controle via de totale kosten: 200 + 800 + 400 = 1400. TO = 2400. Het verschil is weer 1000.</a:t>
            </a:r>
          </a:p>
          <a:p xmlns:a="http://schemas.openxmlformats.org/drawingml/2006/main">
            <a:r>
              <a:rPr sz="1400"/>
              <a:t/>
            </a:r>
          </a:p>
          <a:p xmlns:a="http://schemas.openxmlformats.org/drawingml/2006/main">
            <a:r>
              <a:rPr sz="1400"/>
              <a:t>Misvatting: Trek niet ook opnieuw TVK van PS af.</a:t>
            </a:r>
          </a:p>
          <a:p xmlns:a="http://schemas.openxmlformats.org/drawingml/2006/main">
            <a:r>
              <a:rPr sz="1400"/>
              <a:t/>
            </a:r>
          </a:p>
          <a:p xmlns:a="http://schemas.openxmlformats.org/drawingml/2006/main">
            <a:r>
              <a:rPr sz="1400"/>
              <a:t>Overgang: Vergelijk nu het totale surplus in beide situaties.</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prijzen en hoeveelheden horen bij de rechterkolom?</a:t>
            </a:r>
          </a:p>
          <a:p xmlns:a="http://schemas.openxmlformats.org/drawingml/2006/main">
            <a:r>
              <a:rPr sz="1400"/>
              <a:t/>
            </a:r>
          </a:p>
          <a:p xmlns:a="http://schemas.openxmlformats.org/drawingml/2006/main">
            <a:r>
              <a:rPr sz="1400"/>
              <a:t>Uitleg: Bereken CS en PS bij E met Q = 60 en P = 50. Beide driehoeken zijn 900 euro. Het totale surplus bij monopolie is 1600, efficiënt 1800. TCK blijft gelijk, dus het verschil in gezamenlijk voordeel na constante kosten is ook 200.</a:t>
            </a:r>
          </a:p>
          <a:p xmlns:a="http://schemas.openxmlformats.org/drawingml/2006/main">
            <a:r>
              <a:rPr sz="1400"/>
              <a:t/>
            </a:r>
          </a:p>
          <a:p xmlns:a="http://schemas.openxmlformats.org/drawingml/2006/main">
            <a:r>
              <a:rPr sz="1400"/>
              <a:t>Misvatting: Trek TCK niet af bij de definitie TS = CS + PS.</a:t>
            </a:r>
          </a:p>
          <a:p xmlns:a="http://schemas.openxmlformats.org/drawingml/2006/main">
            <a:r>
              <a:rPr sz="1400"/>
              <a:t/>
            </a:r>
          </a:p>
          <a:p xmlns:a="http://schemas.openxmlformats.org/drawingml/2006/main">
            <a:r>
              <a:rPr sz="1400"/>
              <a:t>Overgang: Controleer het bedrag met de verliesdriehoek.</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hoogte niet 60 − 50?</a:t>
            </a:r>
          </a:p>
          <a:p xmlns:a="http://schemas.openxmlformats.org/drawingml/2006/main">
            <a:r>
              <a:rPr sz="1400"/>
              <a:t/>
            </a:r>
          </a:p>
          <a:p xmlns:a="http://schemas.openxmlformats.org/drawingml/2006/main">
            <a:r>
              <a:rPr sz="1400"/>
              <a:t>Uitleg: De driehoek wordt begrensd door vraag, MK en de verticale lijn bij 40. De basis is 20 sessies per week. De hoogte is 20 euro per sessie. Welvaartsverlies is 200 euro per week. Van Q 40 tot 60 was betalingsbereidheid hoger dan MK, maar die sessies vinden niet plaats.</a:t>
            </a:r>
          </a:p>
          <a:p xmlns:a="http://schemas.openxmlformats.org/drawingml/2006/main">
            <a:r>
              <a:rPr sz="1400"/>
              <a:t/>
            </a:r>
          </a:p>
          <a:p xmlns:a="http://schemas.openxmlformats.org/drawingml/2006/main">
            <a:r>
              <a:rPr sz="1400"/>
              <a:t>Misvatting: Het prijsverschil tussen M en E hoort bij de overdracht, niet bij de volle hoogte van B.</a:t>
            </a:r>
          </a:p>
          <a:p xmlns:a="http://schemas.openxmlformats.org/drawingml/2006/main">
            <a:r>
              <a:rPr sz="1400"/>
              <a:t/>
            </a:r>
          </a:p>
          <a:p xmlns:a="http://schemas.openxmlformats.org/drawingml/2006/main">
            <a:r>
              <a:rPr sz="1400"/>
              <a:t>Overgang: Scheid daarvan de rechthoek van de overdracht.</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is A gebleven als je CS en PS optelt?</a:t>
            </a:r>
          </a:p>
          <a:p xmlns:a="http://schemas.openxmlformats.org/drawingml/2006/main">
            <a:r>
              <a:rPr sz="1400"/>
              <a:t/>
            </a:r>
          </a:p>
          <a:p xmlns:a="http://schemas.openxmlformats.org/drawingml/2006/main">
            <a:r>
              <a:rPr sz="1400"/>
              <a:t>Uitleg: De 40 blijvende sessies worden 10 euro duurder. Die 400 euro gaat van kopers naar de aanbieder en is geen verdwenen surplus. Verloren sessies kosten daarnaast kopers 100 en de aanbieder 100 euro surplus. Daardoor daalt CS 500, stijgt PS 300 en daalt TS 200.</a:t>
            </a:r>
          </a:p>
          <a:p xmlns:a="http://schemas.openxmlformats.org/drawingml/2006/main">
            <a:r>
              <a:rPr sz="1400"/>
              <a:t/>
            </a:r>
          </a:p>
          <a:p xmlns:a="http://schemas.openxmlformats.org/drawingml/2006/main">
            <a:r>
              <a:rPr sz="1400"/>
              <a:t>Misvatting: PS stijgt niet met de hele overdracht: 100 producentenvoordeel op gemiste sessies vervalt.</a:t>
            </a:r>
          </a:p>
          <a:p xmlns:a="http://schemas.openxmlformats.org/drawingml/2006/main">
            <a:r>
              <a:rPr sz="1400"/>
              <a:t/>
            </a:r>
          </a:p>
          <a:p xmlns:a="http://schemas.openxmlformats.org/drawingml/2006/main">
            <a:r>
              <a:rPr sz="1400"/>
              <a:t>Overgang: Beoordeel nu de uitspraak over beter en eerlijker.</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cijfers weerleggen het eerste deel, en wat ontbreekt voor het tweede deel?</a:t>
            </a:r>
          </a:p>
          <a:p xmlns:a="http://schemas.openxmlformats.org/drawingml/2006/main">
            <a:r>
              <a:rPr sz="1400"/>
              <a:t/>
            </a:r>
          </a:p>
          <a:p xmlns:a="http://schemas.openxmlformats.org/drawingml/2006/main">
            <a:r>
              <a:rPr sz="1400"/>
              <a:t>Uitleg: De uitspraak is onjuist. De aanbieder ontvangt meer PS, maar het verlies bij kopers is groter. TS daalt 200 euro per week. Een oordeel over eerlijkheid vraagt een afzonderlijk verdelingsoordeel; de surplusberekening geeft daarvoor geen norm en omvat niet alle aspecten van welzijn. Laat leerlingen de combinatie van cijferbewijs en redenering in hun eigen antwoord verbeteren.</a:t>
            </a:r>
          </a:p>
          <a:p xmlns:a="http://schemas.openxmlformats.org/drawingml/2006/main">
            <a:r>
              <a:rPr sz="1400"/>
              <a:t/>
            </a:r>
          </a:p>
          <a:p xmlns:a="http://schemas.openxmlformats.org/drawingml/2006/main">
            <a:r>
              <a:rPr sz="1400"/>
              <a:t>Misvatting: Stel een verandering in verdeling niet gelijk aan een objectief oordeel over rechtvaardigheid.</a:t>
            </a:r>
          </a:p>
          <a:p xmlns:a="http://schemas.openxmlformats.org/drawingml/2006/main">
            <a:r>
              <a:rPr sz="1400"/>
              <a:t/>
            </a:r>
          </a:p>
          <a:p xmlns:a="http://schemas.openxmlformats.org/drawingml/2006/main">
            <a:r>
              <a:rPr sz="1400"/>
              <a:t>Overgang: Rond af met huiswerk en één verbeterpunt in het eigen werk.</a:t>
            </a:r>
          </a:p>
          <a:p xmlns:a="http://schemas.openxmlformats.org/drawingml/2006/main">
            <a:r>
              <a:rPr sz="1400"/>
              <a:t/>
            </a:r>
          </a:p>
          <a:p xmlns:a="http://schemas.openxmlformats.org/drawingml/2006/main">
            <a:r>
              <a:rPr sz="1400"/>
              <a:t>Bron: Boek 4 v3, gedrukte pagina 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of redenering moet je nog afmaken?</a:t>
            </a:r>
          </a:p>
          <a:p xmlns:a="http://schemas.openxmlformats.org/drawingml/2006/main">
            <a:r>
              <a:rPr sz="1400"/>
              <a:t/>
            </a:r>
          </a:p>
          <a:p xmlns:a="http://schemas.openxmlformats.org/drawingml/2006/main">
            <a:r>
              <a:rPr sz="1400"/>
              <a:t>Uitleg: Laat deze dia staan tijdens afsluiting / huiswerk. Start 1–2 en basis 3 staan op p. 59, basis 4 en zelfstandig 5–6 op p. 60, doel 7 op p. 61. Huiswerk is 3, 4, 5, 6 en 7 maken en nakijken. Bonus 8 en herhaling 9 zijn extra. Opgave 1 haalt de monopolieprocedure uit §4.1.4, p. 32–36, terug. In opgave 2 is overdracht versus verdwenen surplus de nieuwe bewerking: laat leerlingen de definities op p. 55 en de uitleg op p. 57 raadplegen, onzekerheden noteren en dit als verkenning proberen. Vóór het basiswerk keren leerlingen na de uitleg terug naar opgave 2. Bespreek dan: ΔTS = −120 + 80 = −40 euro per week. Niet het hele verlies van kopers verdwijnt. Start 1: MO = 30 − Q, MK = 10, Qm = 20, Pm = 20, winst = 160 euro per dag. Gebruik deze antwoorden pas als feedback na de poging. De docentengids reserveert voorlopig twee lessen van 55 minuten voor deze volledige route; dat is geen gemeten tijdsfit. Rond de route zo nodig later af.</a:t>
            </a:r>
          </a:p>
          <a:p xmlns:a="http://schemas.openxmlformats.org/drawingml/2006/main">
            <a:r>
              <a:rPr sz="1400"/>
              <a:t/>
            </a:r>
          </a:p>
          <a:p xmlns:a="http://schemas.openxmlformats.org/drawingml/2006/main">
            <a:r>
              <a:rPr sz="1400"/>
              <a:t>Misvatting: Het hoofdstuk noemt p. 7 en 9; het complete boek heeft hier gedrukte pagina 59 en 61.</a:t>
            </a:r>
          </a:p>
          <a:p xmlns:a="http://schemas.openxmlformats.org/drawingml/2006/main">
            <a:r>
              <a:rPr sz="1400"/>
              <a:t/>
            </a:r>
          </a:p>
          <a:p xmlns:a="http://schemas.openxmlformats.org/drawingml/2006/main">
            <a:r>
              <a:rPr sz="1400"/>
              <a:t>Overgang: Zet opgaven 3–7 maken en nakijken in de agenda.</a:t>
            </a:r>
          </a:p>
          <a:p xmlns:a="http://schemas.openxmlformats.org/drawingml/2006/main">
            <a:r>
              <a:rPr sz="1400"/>
              <a:t/>
            </a:r>
          </a:p>
          <a:p xmlns:a="http://schemas.openxmlformats.org/drawingml/2006/main">
            <a:r>
              <a:rPr sz="1400"/>
              <a:t>Bron: Boek 4 v3, gedrukte pagina 55–61 van het complete leerlingenboek.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https://github.com/meijer1973/4veco-lessen/blob/e734532a42b27732ac25ce990fc9448b12309d28/edities/books34-v3/books/book-4/chapters/4.2/4.2.1%20manuscript.md</a:t>
            </a:r>
          </a:p>
          <a:p xmlns:a="http://schemas.openxmlformats.org/drawingml/2006/main">
            <a:r>
              <a:rPr sz="1400"/>
              <a:t>Antwoordmodel: https://github.com/meijer1973/4veco-lessen/blob/e734532a42b27732ac25ce990fc9448b12309d28/edities/books34-v3/books/book-4/chapters/4.2/Antwoorden.md#antwoord7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eefbd3437948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2e1e0f10594bce" /><Relationship Type="http://schemas.openxmlformats.org/officeDocument/2006/relationships/slideLayout" Target="/ppt/slideLayouts/slideLayout1.xml" Id="R91de41e712d0477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de41e712d047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13046cca3304dcd" /><Relationship Type="http://schemas.openxmlformats.org/officeDocument/2006/relationships/notesSlide" Target="/ppt/notesSlides/notesSlide1.xml" Id="Rc123eae6737841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c14113522c34bcd" /><Relationship Type="http://schemas.openxmlformats.org/officeDocument/2006/relationships/notesSlide" Target="/ppt/notesSlides/notesSlide2.xml" Id="R86fb1eaee06248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ed229279fde437d" /><Relationship Type="http://schemas.openxmlformats.org/officeDocument/2006/relationships/notesSlide" Target="/ppt/notesSlides/notesSlide3.xml" Id="R4509d4e5a7c44a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b6f6b83fe1f4357" /><Relationship Type="http://schemas.openxmlformats.org/officeDocument/2006/relationships/notesSlide" Target="/ppt/notesSlides/notesSlide4.xml" Id="R3f3e5303a00442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ae0eb8488d4688" /><Relationship Type="http://schemas.openxmlformats.org/officeDocument/2006/relationships/chart" Target="/ppt/slides/charts/chart1.xml" Id="R63e8d71f6362494e" /><Relationship Type="http://schemas.openxmlformats.org/officeDocument/2006/relationships/notesSlide" Target="/ppt/notesSlides/notesSlide5.xml" Id="R299259f912a248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e71451b62c46c9" /><Relationship Type="http://schemas.openxmlformats.org/officeDocument/2006/relationships/chart" Target="/ppt/slides/charts/chart2.xml" Id="R518d689e653044e6" /><Relationship Type="http://schemas.openxmlformats.org/officeDocument/2006/relationships/notesSlide" Target="/ppt/notesSlides/notesSlide6.xml" Id="Rb3ca7723501541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fe35ab6be94272" /><Relationship Type="http://schemas.openxmlformats.org/officeDocument/2006/relationships/chart" Target="/ppt/slides/charts/chart3.xml" Id="R3bb5bb506be64e57" /><Relationship Type="http://schemas.openxmlformats.org/officeDocument/2006/relationships/notesSlide" Target="/ppt/notesSlides/notesSlide7.xml" Id="R6f919fca53e544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cda41143a924ade" /><Relationship Type="http://schemas.openxmlformats.org/officeDocument/2006/relationships/chart" Target="/ppt/slides/charts/chart4.xml" Id="Rc073046459e147c8" /><Relationship Type="http://schemas.openxmlformats.org/officeDocument/2006/relationships/notesSlide" Target="/ppt/notesSlides/notesSlide8.xml" Id="R0979b83fc8064b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49467d1106040de" /><Relationship Type="http://schemas.openxmlformats.org/officeDocument/2006/relationships/chart" Target="/ppt/slides/charts/chart5.xml" Id="Rd2013f3a694b4138" /><Relationship Type="http://schemas.openxmlformats.org/officeDocument/2006/relationships/notesSlide" Target="/ppt/notesSlides/notesSlide9.xml" Id="Re674760f0da144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8bbe8cf9784c3b" /><Relationship Type="http://schemas.openxmlformats.org/officeDocument/2006/relationships/notesSlide" Target="/ppt/notesSlides/notesSlide10.xml" Id="Rc3c3119bd64e428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6e2ef0531534ddf" /><Relationship Type="http://schemas.openxmlformats.org/officeDocument/2006/relationships/chart" Target="/ppt/slides/charts/chart6.xml" Id="R1a430fc6ea4f45e3" /><Relationship Type="http://schemas.openxmlformats.org/officeDocument/2006/relationships/notesSlide" Target="/ppt/notesSlides/notesSlide11.xml" Id="Rb18f67774d9a46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415395c8ff64021" /><Relationship Type="http://schemas.openxmlformats.org/officeDocument/2006/relationships/notesSlide" Target="/ppt/notesSlides/notesSlide12.xml" Id="Rf7eefd97bf054e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f54ef2dc6b345de" /><Relationship Type="http://schemas.openxmlformats.org/officeDocument/2006/relationships/chart" Target="/ppt/slides/charts/chart7.xml" Id="R8b72442bc6f64eb4" /><Relationship Type="http://schemas.openxmlformats.org/officeDocument/2006/relationships/notesSlide" Target="/ppt/notesSlides/notesSlide13.xml" Id="R1e0fa6849a5b42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d8f66b78e7144b3" /><Relationship Type="http://schemas.openxmlformats.org/officeDocument/2006/relationships/chart" Target="/ppt/slides/charts/chart8.xml" Id="Rb8eeca3417b04a8f" /><Relationship Type="http://schemas.openxmlformats.org/officeDocument/2006/relationships/notesSlide" Target="/ppt/notesSlides/notesSlide14.xml" Id="Rb8fc419771004d0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daeb7e907004f71" /><Relationship Type="http://schemas.openxmlformats.org/officeDocument/2006/relationships/notesSlide" Target="/ppt/notesSlides/notesSlide15.xml" Id="R1f26960e22174b9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59404ff4c344b39" /><Relationship Type="http://schemas.openxmlformats.org/officeDocument/2006/relationships/notesSlide" Target="/ppt/notesSlides/notesSlide16.xml" Id="R9816522cc52447c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14265f95b0c404c" /><Relationship Type="http://schemas.openxmlformats.org/officeDocument/2006/relationships/notesSlide" Target="/ppt/notesSlides/notesSlide17.xml" Id="Rbc864cf789b64ff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beec805191441db" /><Relationship Type="http://schemas.openxmlformats.org/officeDocument/2006/relationships/notesSlide" Target="/ppt/notesSlides/notesSlide18.xml" Id="R4d19b98826cf44c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ebd90804c6f4684" /><Relationship Type="http://schemas.openxmlformats.org/officeDocument/2006/relationships/chart" Target="/ppt/slides/charts/chart9.xml" Id="Rd2d03e31168f4514" /><Relationship Type="http://schemas.openxmlformats.org/officeDocument/2006/relationships/notesSlide" Target="/ppt/notesSlides/notesSlide19.xml" Id="Rdc9efe46625b488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c120be876354622" /><Relationship Type="http://schemas.openxmlformats.org/officeDocument/2006/relationships/notesSlide" Target="/ppt/notesSlides/notesSlide20.xml" Id="Ra0890896ae754d6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425173f73994ac2" /><Relationship Type="http://schemas.openxmlformats.org/officeDocument/2006/relationships/notesSlide" Target="/ppt/notesSlides/notesSlide21.xml" Id="R5018f90e0d884f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d9a54f59fd54efb" /><Relationship Type="http://schemas.openxmlformats.org/officeDocument/2006/relationships/chart" Target="/ppt/slides/charts/chart10.xml" Id="R5de313c1f7bc4cd4" /><Relationship Type="http://schemas.openxmlformats.org/officeDocument/2006/relationships/notesSlide" Target="/ppt/notesSlides/notesSlide22.xml" Id="R69d7746f4fe244f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5821e49339c4833" /><Relationship Type="http://schemas.openxmlformats.org/officeDocument/2006/relationships/chart" Target="/ppt/slides/charts/chart11.xml" Id="R01b12b932c764f25" /><Relationship Type="http://schemas.openxmlformats.org/officeDocument/2006/relationships/notesSlide" Target="/ppt/notesSlides/notesSlide23.xml" Id="R90de96c973c343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1328c7455cb4fb1" /><Relationship Type="http://schemas.openxmlformats.org/officeDocument/2006/relationships/chart" Target="/ppt/slides/charts/chart12.xml" Id="Rb0b805917e884ccf" /><Relationship Type="http://schemas.openxmlformats.org/officeDocument/2006/relationships/notesSlide" Target="/ppt/notesSlides/notesSlide24.xml" Id="Re5860af4ea6949b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59b01fb10234f4a" /><Relationship Type="http://schemas.openxmlformats.org/officeDocument/2006/relationships/chart" Target="/ppt/slides/charts/chart13.xml" Id="Reae61e2ec83046e4" /><Relationship Type="http://schemas.openxmlformats.org/officeDocument/2006/relationships/notesSlide" Target="/ppt/notesSlides/notesSlide25.xml" Id="R108d64c0945c4ef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eb0ab58b7944502" /><Relationship Type="http://schemas.openxmlformats.org/officeDocument/2006/relationships/notesSlide" Target="/ppt/notesSlides/notesSlide26.xml" Id="R723b19fdfb5c4c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1f12c4fb43f421a" /><Relationship Type="http://schemas.openxmlformats.org/officeDocument/2006/relationships/notesSlide" Target="/ppt/notesSlides/notesSlide27.xml" Id="Re08ee36acb9d4c6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5a602baff234026" /><Relationship Type="http://schemas.openxmlformats.org/officeDocument/2006/relationships/chart" Target="/ppt/slides/charts/chart14.xml" Id="R7df6837c13ca43c2" /><Relationship Type="http://schemas.openxmlformats.org/officeDocument/2006/relationships/notesSlide" Target="/ppt/notesSlides/notesSlide28.xml" Id="R0b71b0edaf4f47a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b022fd36af1473e" /><Relationship Type="http://schemas.openxmlformats.org/officeDocument/2006/relationships/chart" Target="/ppt/slides/charts/chart15.xml" Id="R6eebee4176b84195" /><Relationship Type="http://schemas.openxmlformats.org/officeDocument/2006/relationships/notesSlide" Target="/ppt/notesSlides/notesSlide29.xml" Id="R78fdca989afa403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26b07125aec41ae" /><Relationship Type="http://schemas.openxmlformats.org/officeDocument/2006/relationships/notesSlide" Target="/ppt/notesSlides/notesSlide30.xml" Id="R252d99e768644f8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9c7ad713e264400" /><Relationship Type="http://schemas.openxmlformats.org/officeDocument/2006/relationships/notesSlide" Target="/ppt/notesSlides/notesSlide31.xml" Id="R61f33ab4656b43d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_rels/chart13.xml.rels><Relationships xmlns="http://schemas.openxmlformats.org/package/2006/relationships"><Relationship Id="rIdChartSnapshot1" Type="http://schemas.openxmlformats.org/officeDocument/2006/relationships/package" Target="../../embeddings/chart-data-snapshot-013.xlsx"/></Relationships>
</file>

<file path=ppt/slides/charts/_rels/chart14.xml.rels><Relationships xmlns="http://schemas.openxmlformats.org/package/2006/relationships"><Relationship Id="rIdChartSnapshot1" Type="http://schemas.openxmlformats.org/officeDocument/2006/relationships/package" Target="../../embeddings/chart-data-snapshot-014.xlsx"/></Relationships>
</file>

<file path=ppt/slides/charts/_rels/chart15.xml.rels><Relationships xmlns="http://schemas.openxmlformats.org/package/2006/relationships"><Relationship Id="rIdChartSnapshot1" Type="http://schemas.openxmlformats.org/officeDocument/2006/relationships/package" Target="../../embeddings/chart-data-snapshot-01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Qm</c:v>
          </c:tx>
          <c:spPr>
            <a:ln xmlns:a="http://schemas.openxmlformats.org/drawingml/2006/main" w="12383">
              <a:solidFill>
                <a:srgbClr val="445B6B"/>
              </a:solidFill>
            </a:ln>
          </c:spPr>
          <c:marker>
            <c:symbol val="none"/>
          </c:marker>
          <c:xVal>
            <c:numRef>
              <c:f>'Chart Data'!$A$2:$A$3</c:f>
              <c:numCache>
                <c:formatCode>General</c:formatCode>
                <c:ptCount val="2"/>
                <c:pt idx="0">
                  <c:v>24</c:v>
                </c:pt>
                <c:pt idx="1">
                  <c:v>24</c:v>
                </c:pt>
              </c:numCache>
            </c:numRef>
          </c:xVal>
          <c:yVal>
            <c:numRef>
              <c:f>'Chart Data'!$B$2:$B$3</c:f>
              <c:numCache>
                <c:formatCode>0</c:formatCode>
                <c:ptCount val="2"/>
                <c:pt idx="0">
                  <c:v>0</c:v>
                </c:pt>
                <c:pt idx="1">
                  <c:v>72</c:v>
                </c:pt>
              </c:numCache>
            </c:numRef>
          </c:yVal>
          <c:smooth val="0"/>
        </c:ser>
        <c:ser>
          <c:idx val="1"/>
          <c:order val="1"/>
          <c:tx>
            <c:v>MK at Qm</c:v>
          </c:tx>
          <c:spPr>
            <a:ln xmlns:a="http://schemas.openxmlformats.org/drawingml/2006/main" w="12383">
              <a:solidFill>
                <a:srgbClr val="445B6B"/>
              </a:solidFill>
            </a:ln>
          </c:spPr>
          <c:marker>
            <c:symbol val="none"/>
          </c:marker>
          <c:xVal>
            <c:numRef>
              <c:f>'Chart Data'!$C$2:$C$3</c:f>
              <c:numCache>
                <c:formatCode>General</c:formatCode>
                <c:ptCount val="2"/>
                <c:pt idx="0">
                  <c:v>0</c:v>
                </c:pt>
                <c:pt idx="1">
                  <c:v>24</c:v>
                </c:pt>
              </c:numCache>
            </c:numRef>
          </c:xVal>
          <c:yVal>
            <c:numRef>
              <c:f>'Chart Data'!$D$2:$D$3</c:f>
              <c:numCache>
                <c:formatCode>0</c:formatCode>
                <c:ptCount val="2"/>
                <c:pt idx="0">
                  <c:v>48</c:v>
                </c:pt>
                <c:pt idx="1">
                  <c:v>48</c:v>
                </c:pt>
              </c:numCache>
            </c:numRef>
          </c:yVal>
          <c:smooth val="0"/>
        </c:ser>
        <c:ser>
          <c:idx val="2"/>
          <c:order val="2"/>
          <c:tx>
            <c:v>Vraag = GO</c:v>
          </c:tx>
          <c:spPr>
            <a:ln xmlns:a="http://schemas.openxmlformats.org/drawingml/2006/main" w="38100">
              <a:solidFill>
                <a:srgbClr val="17658A"/>
              </a:solidFill>
            </a:ln>
          </c:spPr>
          <c:marker>
            <c:symbol val="none"/>
          </c:marker>
          <c:xVal>
            <c:numRef>
              <c:f>'Chart Data'!$E$2:$E$3</c:f>
              <c:numCache>
                <c:formatCode>General</c:formatCode>
                <c:ptCount val="2"/>
                <c:pt idx="0">
                  <c:v>0</c:v>
                </c:pt>
                <c:pt idx="1">
                  <c:v>60</c:v>
                </c:pt>
              </c:numCache>
            </c:numRef>
          </c:xVal>
          <c:yVal>
            <c:numRef>
              <c:f>'Chart Data'!$F$2:$F$3</c:f>
              <c:numCache>
                <c:formatCode>0</c:formatCode>
                <c:ptCount val="2"/>
                <c:pt idx="0">
                  <c:v>96</c:v>
                </c:pt>
                <c:pt idx="1">
                  <c:v>36</c:v>
                </c:pt>
              </c:numCache>
            </c:numRef>
          </c:yVal>
          <c:smooth val="0"/>
        </c:ser>
        <c:ser>
          <c:idx val="3"/>
          <c:order val="3"/>
          <c:tx>
            <c:v>MK</c:v>
          </c:tx>
          <c:spPr>
            <a:ln xmlns:a="http://schemas.openxmlformats.org/drawingml/2006/main" w="38100">
              <a:solidFill>
                <a:srgbClr val="A94D16"/>
              </a:solidFill>
            </a:ln>
          </c:spPr>
          <c:marker>
            <c:symbol val="none"/>
          </c:marker>
          <c:xVal>
            <c:numRef>
              <c:f>'Chart Data'!$G$2:$G$3</c:f>
              <c:numCache>
                <c:formatCode>General</c:formatCode>
                <c:ptCount val="2"/>
                <c:pt idx="0">
                  <c:v>0</c:v>
                </c:pt>
                <c:pt idx="1">
                  <c:v>60</c:v>
                </c:pt>
              </c:numCache>
            </c:numRef>
          </c:xVal>
          <c:yVal>
            <c:numRef>
              <c:f>'Chart Data'!$H$2:$H$3</c:f>
              <c:numCache>
                <c:formatCode>0</c:formatCode>
                <c:ptCount val="2"/>
                <c:pt idx="0">
                  <c:v>24</c:v>
                </c:pt>
                <c:pt idx="1">
                  <c:v>84</c:v>
                </c:pt>
              </c:numCache>
            </c:numRef>
          </c:yVal>
          <c:smooth val="0"/>
        </c:ser>
        <c:ser>
          <c:idx val="4"/>
          <c:order val="4"/>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Data'!$I$2:$I$2</c:f>
              <c:numCache>
                <c:formatCode>General</c:formatCode>
                <c:ptCount val="1"/>
                <c:pt idx="0">
                  <c:v>46.8</c:v>
                </c:pt>
              </c:numCache>
            </c:numRef>
          </c:xVal>
          <c:yVal>
            <c:numRef>
              <c:f>'Chart Data'!$J$2:$J$2</c:f>
              <c:numCache>
                <c:formatCode>0</c:formatCode>
                <c:ptCount val="1"/>
                <c:pt idx="0">
                  <c:v>31.2</c:v>
                </c:pt>
              </c:numCache>
            </c:numRef>
          </c:yVal>
          <c:smooth val="0"/>
        </c:ser>
        <c:ser>
          <c:idx val="5"/>
          <c:order val="5"/>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53.4</c:v>
                </c:pt>
              </c:numCache>
            </c:numRef>
          </c:xVal>
          <c:yVal>
            <c:numRef>
              <c:f>'Chart Data'!$L$2:$L$2</c:f>
              <c:numCache>
                <c:formatCode>0</c:formatCode>
                <c:ptCount val="1"/>
                <c:pt idx="0">
                  <c:v>84.9</c:v>
                </c:pt>
              </c:numCache>
            </c:numRef>
          </c:yVal>
          <c:smooth val="0"/>
        </c:ser>
        <c:ser>
          <c:idx val="6"/>
          <c:order val="6"/>
          <c:tx>
            <c:v>MO</c:v>
          </c:tx>
          <c:spPr>
            <a:ln xmlns:a="http://schemas.openxmlformats.org/drawingml/2006/main" w="28575">
              <a:solidFill>
                <a:srgbClr val="7B2D8E"/>
              </a:solidFill>
              <a:prstDash val="dash"/>
            </a:ln>
          </c:spPr>
          <c:marker>
            <c:symbol val="none"/>
          </c:marker>
          <c:xVal>
            <c:numRef>
              <c:f>'Chart Data'!$M$2:$M$3</c:f>
              <c:numCache>
                <c:formatCode>General</c:formatCode>
                <c:ptCount val="2"/>
                <c:pt idx="0">
                  <c:v>0</c:v>
                </c:pt>
                <c:pt idx="1">
                  <c:v>48</c:v>
                </c:pt>
              </c:numCache>
            </c:numRef>
          </c:xVal>
          <c:yVal>
            <c:numRef>
              <c:f>'Chart Data'!$N$2:$N$3</c:f>
              <c:numCache>
                <c:formatCode>0</c:formatCode>
                <c:ptCount val="2"/>
                <c:pt idx="0">
                  <c:v>96</c:v>
                </c:pt>
                <c:pt idx="1">
                  <c:v>0</c:v>
                </c:pt>
              </c:numCache>
            </c:numRef>
          </c:yVal>
          <c:smooth val="0"/>
        </c:ser>
        <c:ser>
          <c:idx val="7"/>
          <c:order val="7"/>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18.6</c:v>
                </c:pt>
              </c:numCache>
            </c:numRef>
          </c:xVal>
          <c:yVal>
            <c:numRef>
              <c:f>'Chart Data'!$P$2:$P$2</c:f>
              <c:numCache>
                <c:formatCode>0</c:formatCode>
                <c:ptCount val="1"/>
                <c:pt idx="0">
                  <c:v>63.8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Qm</c:v>
          </c:tx>
          <c:spPr>
            <a:ln xmlns:a="http://schemas.openxmlformats.org/drawingml/2006/main" w="12383">
              <a:solidFill>
                <a:srgbClr val="445B6B"/>
              </a:solidFill>
            </a:ln>
          </c:spPr>
          <c:marker>
            <c:symbol val="none"/>
          </c:marker>
          <c:xVal>
            <c:numRef>
              <c:f>'Chart Data'!$A$2:$A$3</c:f>
              <c:numCache>
                <c:formatCode>General</c:formatCode>
                <c:ptCount val="2"/>
                <c:pt idx="0">
                  <c:v>24</c:v>
                </c:pt>
                <c:pt idx="1">
                  <c:v>24</c:v>
                </c:pt>
              </c:numCache>
            </c:numRef>
          </c:xVal>
          <c:yVal>
            <c:numRef>
              <c:f>'Chart Data'!$B$2:$B$3</c:f>
              <c:numCache>
                <c:formatCode>0</c:formatCode>
                <c:ptCount val="2"/>
                <c:pt idx="0">
                  <c:v>0</c:v>
                </c:pt>
                <c:pt idx="1">
                  <c:v>72</c:v>
                </c:pt>
              </c:numCache>
            </c:numRef>
          </c:yVal>
          <c:smooth val="0"/>
        </c:ser>
        <c:ser>
          <c:idx val="1"/>
          <c:order val="1"/>
          <c:tx>
            <c:v>Pm</c:v>
          </c:tx>
          <c:spPr>
            <a:ln xmlns:a="http://schemas.openxmlformats.org/drawingml/2006/main" w="12383">
              <a:solidFill>
                <a:srgbClr val="445B6B"/>
              </a:solidFill>
            </a:ln>
          </c:spPr>
          <c:marker>
            <c:symbol val="none"/>
          </c:marker>
          <c:xVal>
            <c:numRef>
              <c:f>'Chart Data'!$C$2:$C$3</c:f>
              <c:numCache>
                <c:formatCode>General</c:formatCode>
                <c:ptCount val="2"/>
                <c:pt idx="0">
                  <c:v>0</c:v>
                </c:pt>
                <c:pt idx="1">
                  <c:v>24</c:v>
                </c:pt>
              </c:numCache>
            </c:numRef>
          </c:xVal>
          <c:yVal>
            <c:numRef>
              <c:f>'Chart Data'!$D$2:$D$3</c:f>
              <c:numCache>
                <c:formatCode>0</c:formatCode>
                <c:ptCount val="2"/>
                <c:pt idx="0">
                  <c:v>72</c:v>
                </c:pt>
                <c:pt idx="1">
                  <c:v>72</c:v>
                </c:pt>
              </c:numCache>
            </c:numRef>
          </c:yVal>
          <c:smooth val="0"/>
        </c:ser>
        <c:ser>
          <c:idx val="2"/>
          <c:order val="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24.9</c:v>
                </c:pt>
              </c:numCache>
            </c:numRef>
          </c:xVal>
          <c:yVal>
            <c:numRef>
              <c:f>'Chart Data'!$F$2:$F$2</c:f>
              <c:numCache>
                <c:formatCode>0</c:formatCode>
                <c:ptCount val="1"/>
                <c:pt idx="0">
                  <c:v>78.5</c:v>
                </c:pt>
              </c:numCache>
            </c:numRef>
          </c:yVal>
          <c:smooth val="0"/>
        </c:ser>
        <c:ser>
          <c:idx val="3"/>
          <c:order val="3"/>
          <c:tx>
            <c:v>Vraag = GO</c:v>
          </c:tx>
          <c:spPr>
            <a:ln xmlns:a="http://schemas.openxmlformats.org/drawingml/2006/main" w="38100">
              <a:solidFill>
                <a:srgbClr val="17658A"/>
              </a:solidFill>
            </a:ln>
          </c:spPr>
          <c:marker>
            <c:symbol val="none"/>
          </c:marker>
          <c:xVal>
            <c:numRef>
              <c:f>'Chart Data'!$G$2:$G$3</c:f>
              <c:numCache>
                <c:formatCode>General</c:formatCode>
                <c:ptCount val="2"/>
                <c:pt idx="0">
                  <c:v>0</c:v>
                </c:pt>
                <c:pt idx="1">
                  <c:v>60</c:v>
                </c:pt>
              </c:numCache>
            </c:numRef>
          </c:xVal>
          <c:yVal>
            <c:numRef>
              <c:f>'Chart Data'!$H$2:$H$3</c:f>
              <c:numCache>
                <c:formatCode>0</c:formatCode>
                <c:ptCount val="2"/>
                <c:pt idx="0">
                  <c:v>96</c:v>
                </c:pt>
                <c:pt idx="1">
                  <c:v>36</c:v>
                </c:pt>
              </c:numCache>
            </c:numRef>
          </c:yVal>
          <c:smooth val="0"/>
        </c:ser>
        <c:ser>
          <c:idx val="4"/>
          <c:order val="4"/>
          <c:tx>
            <c:v>MK</c:v>
          </c:tx>
          <c:spPr>
            <a:ln xmlns:a="http://schemas.openxmlformats.org/drawingml/2006/main" w="38100">
              <a:solidFill>
                <a:srgbClr val="A94D16"/>
              </a:solidFill>
            </a:ln>
          </c:spPr>
          <c:marker>
            <c:symbol val="none"/>
          </c:marker>
          <c:xVal>
            <c:numRef>
              <c:f>'Chart Data'!$I$2:$I$3</c:f>
              <c:numCache>
                <c:formatCode>General</c:formatCode>
                <c:ptCount val="2"/>
                <c:pt idx="0">
                  <c:v>0</c:v>
                </c:pt>
                <c:pt idx="1">
                  <c:v>60</c:v>
                </c:pt>
              </c:numCache>
            </c:numRef>
          </c:xVal>
          <c:yVal>
            <c:numRef>
              <c:f>'Chart Data'!$J$2:$J$3</c:f>
              <c:numCache>
                <c:formatCode>0</c:formatCode>
                <c:ptCount val="2"/>
                <c:pt idx="0">
                  <c:v>24</c:v>
                </c:pt>
                <c:pt idx="1">
                  <c:v>84</c:v>
                </c:pt>
              </c:numCache>
            </c:numRef>
          </c:yVal>
          <c:smooth val="0"/>
        </c:ser>
        <c:ser>
          <c:idx val="5"/>
          <c:order val="5"/>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46.8</c:v>
                </c:pt>
              </c:numCache>
            </c:numRef>
          </c:xVal>
          <c:yVal>
            <c:numRef>
              <c:f>'Chart Data'!$L$2:$L$2</c:f>
              <c:numCache>
                <c:formatCode>0</c:formatCode>
                <c:ptCount val="1"/>
                <c:pt idx="0">
                  <c:v>31.2</c:v>
                </c:pt>
              </c:numCache>
            </c:numRef>
          </c:yVal>
          <c:smooth val="0"/>
        </c:ser>
        <c:ser>
          <c:idx val="6"/>
          <c:order val="6"/>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53.4</c:v>
                </c:pt>
              </c:numCache>
            </c:numRef>
          </c:xVal>
          <c:yVal>
            <c:numRef>
              <c:f>'Chart Data'!$N$2:$N$2</c:f>
              <c:numCache>
                <c:formatCode>0</c:formatCode>
                <c:ptCount val="1"/>
                <c:pt idx="0">
                  <c:v>84.9</c:v>
                </c:pt>
              </c:numCache>
            </c:numRef>
          </c:yVal>
          <c:smooth val="0"/>
        </c:ser>
        <c:ser>
          <c:idx val="7"/>
          <c:order val="7"/>
          <c:tx>
            <c:v>MO</c:v>
          </c:tx>
          <c:spPr>
            <a:ln xmlns:a="http://schemas.openxmlformats.org/drawingml/2006/main" w="28575">
              <a:solidFill>
                <a:srgbClr val="7B2D8E"/>
              </a:solidFill>
              <a:prstDash val="dash"/>
            </a:ln>
          </c:spPr>
          <c:marker>
            <c:symbol val="none"/>
          </c:marker>
          <c:xVal>
            <c:numRef>
              <c:f>'Chart Data'!$O$2:$O$3</c:f>
              <c:numCache>
                <c:formatCode>General</c:formatCode>
                <c:ptCount val="2"/>
                <c:pt idx="0">
                  <c:v>0</c:v>
                </c:pt>
                <c:pt idx="1">
                  <c:v>48</c:v>
                </c:pt>
              </c:numCache>
            </c:numRef>
          </c:xVal>
          <c:yVal>
            <c:numRef>
              <c:f>'Chart Data'!$P$2:$P$3</c:f>
              <c:numCache>
                <c:formatCode>0</c:formatCode>
                <c:ptCount val="2"/>
                <c:pt idx="0">
                  <c:v>96</c:v>
                </c:pt>
                <c:pt idx="1">
                  <c:v>0</c:v>
                </c:pt>
              </c:numCache>
            </c:numRef>
          </c:yVal>
          <c:smooth val="0"/>
        </c:ser>
        <c:ser>
          <c:idx val="8"/>
          <c:order val="8"/>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18.6</c:v>
                </c:pt>
              </c:numCache>
            </c:numRef>
          </c:xVal>
          <c:yVal>
            <c:numRef>
              <c:f>'Chart Data'!$R$2:$R$2</c:f>
              <c:numCache>
                <c:formatCode>0</c:formatCode>
                <c:ptCount val="1"/>
                <c:pt idx="0">
                  <c:v>63.8</c:v>
                </c:pt>
              </c:numCache>
            </c:numRef>
          </c:yVal>
          <c:smooth val="0"/>
        </c:ser>
        <c:ser>
          <c:idx val="9"/>
          <c:order val="9"/>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Data'!$S$2:$S$2</c:f>
              <c:numCache>
                <c:formatCode>General</c:formatCode>
                <c:ptCount val="1"/>
                <c:pt idx="0">
                  <c:v>24</c:v>
                </c:pt>
              </c:numCache>
            </c:numRef>
          </c:xVal>
          <c:yVal>
            <c:numRef>
              <c:f>'Chart Data'!$T$2:$T$2</c:f>
              <c:numCache>
                <c:formatCode>0</c:formatCode>
                <c:ptCount val="1"/>
                <c:pt idx="0">
                  <c:v>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Qm</c:v>
          </c:tx>
          <c:spPr>
            <a:ln xmlns:a="http://schemas.openxmlformats.org/drawingml/2006/main" w="12383">
              <a:solidFill>
                <a:srgbClr val="445B6B"/>
              </a:solidFill>
            </a:ln>
          </c:spPr>
          <c:marker>
            <c:symbol val="none"/>
          </c:marker>
          <c:xVal>
            <c:numRef>
              <c:f>'Chart Data'!$A$2:$A$3</c:f>
              <c:numCache>
                <c:formatCode>General</c:formatCode>
                <c:ptCount val="2"/>
                <c:pt idx="0">
                  <c:v>24</c:v>
                </c:pt>
                <c:pt idx="1">
                  <c:v>24</c:v>
                </c:pt>
              </c:numCache>
            </c:numRef>
          </c:xVal>
          <c:yVal>
            <c:numRef>
              <c:f>'Chart Data'!$B$2:$B$3</c:f>
              <c:numCache>
                <c:formatCode>0</c:formatCode>
                <c:ptCount val="2"/>
                <c:pt idx="0">
                  <c:v>0</c:v>
                </c:pt>
                <c:pt idx="1">
                  <c:v>72</c:v>
                </c:pt>
              </c:numCache>
            </c:numRef>
          </c:yVal>
          <c:smooth val="0"/>
        </c:ser>
        <c:ser>
          <c:idx val="1"/>
          <c:order val="1"/>
          <c:tx>
            <c:v>Pm</c:v>
          </c:tx>
          <c:spPr>
            <a:ln xmlns:a="http://schemas.openxmlformats.org/drawingml/2006/main" w="12383">
              <a:solidFill>
                <a:srgbClr val="445B6B"/>
              </a:solidFill>
            </a:ln>
          </c:spPr>
          <c:marker>
            <c:symbol val="none"/>
          </c:marker>
          <c:xVal>
            <c:numRef>
              <c:f>'Chart Data'!$C$2:$C$3</c:f>
              <c:numCache>
                <c:formatCode>General</c:formatCode>
                <c:ptCount val="2"/>
                <c:pt idx="0">
                  <c:v>0</c:v>
                </c:pt>
                <c:pt idx="1">
                  <c:v>24</c:v>
                </c:pt>
              </c:numCache>
            </c:numRef>
          </c:xVal>
          <c:yVal>
            <c:numRef>
              <c:f>'Chart Data'!$D$2:$D$3</c:f>
              <c:numCache>
                <c:formatCode>0</c:formatCode>
                <c:ptCount val="2"/>
                <c:pt idx="0">
                  <c:v>72</c:v>
                </c:pt>
                <c:pt idx="1">
                  <c:v>72</c:v>
                </c:pt>
              </c:numCache>
            </c:numRef>
          </c:yVal>
          <c:smooth val="0"/>
        </c:ser>
        <c:ser>
          <c:idx val="2"/>
          <c:order val="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24.9</c:v>
                </c:pt>
              </c:numCache>
            </c:numRef>
          </c:xVal>
          <c:yVal>
            <c:numRef>
              <c:f>'Chart Data'!$F$2:$F$2</c:f>
              <c:numCache>
                <c:formatCode>0</c:formatCode>
                <c:ptCount val="1"/>
                <c:pt idx="0">
                  <c:v>78.5</c:v>
                </c:pt>
              </c:numCache>
            </c:numRef>
          </c:yVal>
          <c:smooth val="0"/>
        </c:ser>
        <c:ser>
          <c:idx val="3"/>
          <c:order val="3"/>
          <c:tx>
            <c:v>Qe</c:v>
          </c:tx>
          <c:spPr>
            <a:ln xmlns:a="http://schemas.openxmlformats.org/drawingml/2006/main" w="12383">
              <a:solidFill>
                <a:srgbClr val="445B6B"/>
              </a:solidFill>
            </a:ln>
          </c:spPr>
          <c:marker>
            <c:symbol val="none"/>
          </c:marker>
          <c:xVal>
            <c:numRef>
              <c:f>'Chart Data'!$G$2:$G$3</c:f>
              <c:numCache>
                <c:formatCode>General</c:formatCode>
                <c:ptCount val="2"/>
                <c:pt idx="0">
                  <c:v>36</c:v>
                </c:pt>
                <c:pt idx="1">
                  <c:v>36</c:v>
                </c:pt>
              </c:numCache>
            </c:numRef>
          </c:xVal>
          <c:yVal>
            <c:numRef>
              <c:f>'Chart Data'!$H$2:$H$3</c:f>
              <c:numCache>
                <c:formatCode>0</c:formatCode>
                <c:ptCount val="2"/>
                <c:pt idx="0">
                  <c:v>0</c:v>
                </c:pt>
                <c:pt idx="1">
                  <c:v>60</c:v>
                </c:pt>
              </c:numCache>
            </c:numRef>
          </c:yVal>
          <c:smooth val="0"/>
        </c:ser>
        <c:ser>
          <c:idx val="4"/>
          <c:order val="4"/>
          <c:tx>
            <c:v>Pe</c:v>
          </c:tx>
          <c:spPr>
            <a:ln xmlns:a="http://schemas.openxmlformats.org/drawingml/2006/main" w="12383">
              <a:solidFill>
                <a:srgbClr val="445B6B"/>
              </a:solidFill>
            </a:ln>
          </c:spPr>
          <c:marker>
            <c:symbol val="none"/>
          </c:marker>
          <c:xVal>
            <c:numRef>
              <c:f>'Chart Data'!$I$2:$I$3</c:f>
              <c:numCache>
                <c:formatCode>General</c:formatCode>
                <c:ptCount val="2"/>
                <c:pt idx="0">
                  <c:v>0</c:v>
                </c:pt>
                <c:pt idx="1">
                  <c:v>36</c:v>
                </c:pt>
              </c:numCache>
            </c:numRef>
          </c:xVal>
          <c:yVal>
            <c:numRef>
              <c:f>'Chart Data'!$J$2:$J$3</c:f>
              <c:numCache>
                <c:formatCode>0</c:formatCode>
                <c:ptCount val="2"/>
                <c:pt idx="0">
                  <c:v>60</c:v>
                </c:pt>
                <c:pt idx="1">
                  <c:v>60</c:v>
                </c:pt>
              </c:numCache>
            </c:numRef>
          </c:yVal>
          <c:smooth val="0"/>
        </c:ser>
        <c:ser>
          <c:idx val="5"/>
          <c:order val="5"/>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38.1</c:v>
                </c:pt>
              </c:numCache>
            </c:numRef>
          </c:xVal>
          <c:yVal>
            <c:numRef>
              <c:f>'Chart Data'!$L$2:$L$2</c:f>
              <c:numCache>
                <c:formatCode>0</c:formatCode>
                <c:ptCount val="1"/>
                <c:pt idx="0">
                  <c:v>72</c:v>
                </c:pt>
              </c:numCache>
            </c:numRef>
          </c:yVal>
          <c:smooth val="0"/>
        </c:ser>
        <c:ser>
          <c:idx val="6"/>
          <c:order val="6"/>
          <c:tx>
            <c:v>Vraag = GO</c:v>
          </c:tx>
          <c:spPr>
            <a:ln xmlns:a="http://schemas.openxmlformats.org/drawingml/2006/main" w="38100">
              <a:solidFill>
                <a:srgbClr val="17658A"/>
              </a:solidFill>
            </a:ln>
          </c:spPr>
          <c:marker>
            <c:symbol val="none"/>
          </c:marker>
          <c:xVal>
            <c:numRef>
              <c:f>'Chart Data'!$M$2:$M$3</c:f>
              <c:numCache>
                <c:formatCode>General</c:formatCode>
                <c:ptCount val="2"/>
                <c:pt idx="0">
                  <c:v>0</c:v>
                </c:pt>
                <c:pt idx="1">
                  <c:v>60</c:v>
                </c:pt>
              </c:numCache>
            </c:numRef>
          </c:xVal>
          <c:yVal>
            <c:numRef>
              <c:f>'Chart Data'!$N$2:$N$3</c:f>
              <c:numCache>
                <c:formatCode>0</c:formatCode>
                <c:ptCount val="2"/>
                <c:pt idx="0">
                  <c:v>96</c:v>
                </c:pt>
                <c:pt idx="1">
                  <c:v>36</c:v>
                </c:pt>
              </c:numCache>
            </c:numRef>
          </c:yVal>
          <c:smooth val="0"/>
        </c:ser>
        <c:ser>
          <c:idx val="7"/>
          <c:order val="7"/>
          <c:tx>
            <c:v>MK</c:v>
          </c:tx>
          <c:spPr>
            <a:ln xmlns:a="http://schemas.openxmlformats.org/drawingml/2006/main" w="38100">
              <a:solidFill>
                <a:srgbClr val="A94D16"/>
              </a:solidFill>
            </a:ln>
          </c:spPr>
          <c:marker>
            <c:symbol val="none"/>
          </c:marker>
          <c:xVal>
            <c:numRef>
              <c:f>'Chart Data'!$O$2:$O$3</c:f>
              <c:numCache>
                <c:formatCode>General</c:formatCode>
                <c:ptCount val="2"/>
                <c:pt idx="0">
                  <c:v>0</c:v>
                </c:pt>
                <c:pt idx="1">
                  <c:v>60</c:v>
                </c:pt>
              </c:numCache>
            </c:numRef>
          </c:xVal>
          <c:yVal>
            <c:numRef>
              <c:f>'Chart Data'!$P$2:$P$3</c:f>
              <c:numCache>
                <c:formatCode>0</c:formatCode>
                <c:ptCount val="2"/>
                <c:pt idx="0">
                  <c:v>24</c:v>
                </c:pt>
                <c:pt idx="1">
                  <c:v>84</c:v>
                </c:pt>
              </c:numCache>
            </c:numRef>
          </c:yVal>
          <c:smooth val="0"/>
        </c:ser>
        <c:ser>
          <c:idx val="8"/>
          <c:order val="8"/>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46.8</c:v>
                </c:pt>
              </c:numCache>
            </c:numRef>
          </c:xVal>
          <c:yVal>
            <c:numRef>
              <c:f>'Chart Data'!$R$2:$R$2</c:f>
              <c:numCache>
                <c:formatCode>0</c:formatCode>
                <c:ptCount val="1"/>
                <c:pt idx="0">
                  <c:v>31.2</c:v>
                </c:pt>
              </c:numCache>
            </c:numRef>
          </c:yVal>
          <c:smooth val="0"/>
        </c:ser>
        <c:ser>
          <c:idx val="9"/>
          <c:order val="9"/>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Data'!$S$2:$S$2</c:f>
              <c:numCache>
                <c:formatCode>General</c:formatCode>
                <c:ptCount val="1"/>
                <c:pt idx="0">
                  <c:v>53.4</c:v>
                </c:pt>
              </c:numCache>
            </c:numRef>
          </c:xVal>
          <c:yVal>
            <c:numRef>
              <c:f>'Chart Data'!$T$2:$T$2</c:f>
              <c:numCache>
                <c:formatCode>0</c:formatCode>
                <c:ptCount val="1"/>
                <c:pt idx="0">
                  <c:v>84.9</c:v>
                </c:pt>
              </c:numCache>
            </c:numRef>
          </c:yVal>
          <c:smooth val="0"/>
        </c:ser>
        <c:ser>
          <c:idx val="10"/>
          <c:order val="10"/>
          <c:tx>
            <c:v>MO</c:v>
          </c:tx>
          <c:spPr>
            <a:ln xmlns:a="http://schemas.openxmlformats.org/drawingml/2006/main" w="28575">
              <a:solidFill>
                <a:srgbClr val="7B2D8E"/>
              </a:solidFill>
              <a:prstDash val="dash"/>
            </a:ln>
          </c:spPr>
          <c:marker>
            <c:symbol val="none"/>
          </c:marker>
          <c:xVal>
            <c:numRef>
              <c:f>'Chart Data'!$U$2:$U$3</c:f>
              <c:numCache>
                <c:formatCode>General</c:formatCode>
                <c:ptCount val="2"/>
                <c:pt idx="0">
                  <c:v>0</c:v>
                </c:pt>
                <c:pt idx="1">
                  <c:v>48</c:v>
                </c:pt>
              </c:numCache>
            </c:numRef>
          </c:xVal>
          <c:yVal>
            <c:numRef>
              <c:f>'Chart Data'!$V$2:$V$3</c:f>
              <c:numCache>
                <c:formatCode>0</c:formatCode>
                <c:ptCount val="2"/>
                <c:pt idx="0">
                  <c:v>96</c:v>
                </c:pt>
                <c:pt idx="1">
                  <c:v>0</c:v>
                </c:pt>
              </c:numCache>
            </c:numRef>
          </c:yVal>
          <c:smooth val="0"/>
        </c:ser>
        <c:ser>
          <c:idx val="11"/>
          <c:order val="11"/>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Data'!$W$2:$W$2</c:f>
              <c:numCache>
                <c:formatCode>General</c:formatCode>
                <c:ptCount val="1"/>
                <c:pt idx="0">
                  <c:v>18.6</c:v>
                </c:pt>
              </c:numCache>
            </c:numRef>
          </c:xVal>
          <c:yVal>
            <c:numRef>
              <c:f>'Chart Data'!$X$2:$X$2</c:f>
              <c:numCache>
                <c:formatCode>0</c:formatCode>
                <c:ptCount val="1"/>
                <c:pt idx="0">
                  <c:v>63.8</c:v>
                </c:pt>
              </c:numCache>
            </c:numRef>
          </c:yVal>
          <c:smooth val="0"/>
        </c:ser>
        <c:ser>
          <c:idx val="12"/>
          <c:order val="12"/>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Data'!$Y$2:$Y$2</c:f>
              <c:numCache>
                <c:formatCode>General</c:formatCode>
                <c:ptCount val="1"/>
                <c:pt idx="0">
                  <c:v>24</c:v>
                </c:pt>
              </c:numCache>
            </c:numRef>
          </c:xVal>
          <c:yVal>
            <c:numRef>
              <c:f>'Chart Data'!$Z$2:$Z$2</c:f>
              <c:numCache>
                <c:formatCode>0</c:formatCode>
                <c:ptCount val="1"/>
                <c:pt idx="0">
                  <c:v>72</c:v>
                </c:pt>
              </c:numCache>
            </c:numRef>
          </c:yVal>
          <c:smooth val="0"/>
        </c:ser>
        <c:ser>
          <c:idx val="13"/>
          <c:order val="13"/>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Data'!$AA$2:$AA$2</c:f>
              <c:numCache>
                <c:formatCode>General</c:formatCode>
                <c:ptCount val="1"/>
                <c:pt idx="0">
                  <c:v>36</c:v>
                </c:pt>
              </c:numCache>
            </c:numRef>
          </c:xVal>
          <c:yVal>
            <c:numRef>
              <c:f>'Chart Data'!$AB$2:$AB$2</c:f>
              <c:numCache>
                <c:formatCode>0</c:formatCode>
                <c:ptCount val="1"/>
                <c:pt idx="0">
                  <c:v>60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CS boundary</c:v>
          </c:tx>
          <c:spPr>
            <a:ln xmlns:a="http://schemas.openxmlformats.org/drawingml/2006/main" w="21908">
              <a:solidFill>
                <a:srgbClr val="85B8D6"/>
              </a:solidFill>
            </a:ln>
          </c:spPr>
          <c:marker>
            <c:symbol val="none"/>
          </c:marker>
          <c:xVal>
            <c:numRef>
              <c:f>'Chart Data'!$A$2:$A$5</c:f>
              <c:numCache>
                <c:formatCode>General</c:formatCode>
                <c:ptCount val="4"/>
                <c:pt idx="0">
                  <c:v>0</c:v>
                </c:pt>
                <c:pt idx="1">
                  <c:v>24</c:v>
                </c:pt>
                <c:pt idx="2">
                  <c:v>0</c:v>
                </c:pt>
                <c:pt idx="3">
                  <c:v>0</c:v>
                </c:pt>
              </c:numCache>
            </c:numRef>
          </c:xVal>
          <c:yVal>
            <c:numRef>
              <c:f>'Chart Data'!$B$2:$B$5</c:f>
              <c:numCache>
                <c:formatCode>0</c:formatCode>
                <c:ptCount val="4"/>
                <c:pt idx="0">
                  <c:v>72</c:v>
                </c:pt>
                <c:pt idx="1">
                  <c:v>72</c:v>
                </c:pt>
                <c:pt idx="2">
                  <c:v>96</c:v>
                </c:pt>
                <c:pt idx="3">
                  <c:v>72</c:v>
                </c:pt>
              </c:numCache>
            </c:numRef>
          </c:yVal>
          <c:smooth val="0"/>
        </c:ser>
        <c:ser>
          <c:idx val="1"/>
          <c:order val="1"/>
          <c:tx>
            <c:v>CS hatch</c:v>
          </c:tx>
          <c:spPr>
            <a:ln xmlns:a="http://schemas.openxmlformats.org/drawingml/2006/main" w="11430">
              <a:solidFill>
                <a:srgbClr val="85B8D6"/>
              </a:solidFill>
            </a:ln>
          </c:spPr>
          <c:marker>
            <c:symbol val="none"/>
          </c:marker>
          <c:xVal>
            <c:numRef>
              <c:f>'Chart Data'!$C$2:$C$3</c:f>
              <c:numCache>
                <c:formatCode>General</c:formatCode>
                <c:ptCount val="2"/>
                <c:pt idx="0">
                  <c:v>1.25</c:v>
                </c:pt>
                <c:pt idx="1">
                  <c:v>1.25</c:v>
                </c:pt>
              </c:numCache>
            </c:numRef>
          </c:xVal>
          <c:yVal>
            <c:numRef>
              <c:f>'Chart Data'!$D$2:$D$3</c:f>
              <c:numCache>
                <c:formatCode>0</c:formatCode>
                <c:ptCount val="2"/>
                <c:pt idx="0">
                  <c:v>72</c:v>
                </c:pt>
                <c:pt idx="1">
                  <c:v>94.75</c:v>
                </c:pt>
              </c:numCache>
            </c:numRef>
          </c:yVal>
          <c:smooth val="0"/>
        </c:ser>
        <c:ser>
          <c:idx val="2"/>
          <c:order val="2"/>
          <c:tx>
            <c:v>CS hatch</c:v>
          </c:tx>
          <c:spPr>
            <a:ln xmlns:a="http://schemas.openxmlformats.org/drawingml/2006/main" w="11430">
              <a:solidFill>
                <a:srgbClr val="85B8D6"/>
              </a:solidFill>
            </a:ln>
          </c:spPr>
          <c:marker>
            <c:symbol val="none"/>
          </c:marker>
          <c:xVal>
            <c:numRef>
              <c:f>'Chart Data'!$E$2:$E$3</c:f>
              <c:numCache>
                <c:formatCode>General</c:formatCode>
                <c:ptCount val="2"/>
                <c:pt idx="0">
                  <c:v>2.5</c:v>
                </c:pt>
                <c:pt idx="1">
                  <c:v>2.5</c:v>
                </c:pt>
              </c:numCache>
            </c:numRef>
          </c:xVal>
          <c:yVal>
            <c:numRef>
              <c:f>'Chart Data'!$F$2:$F$3</c:f>
              <c:numCache>
                <c:formatCode>0</c:formatCode>
                <c:ptCount val="2"/>
                <c:pt idx="0">
                  <c:v>72</c:v>
                </c:pt>
                <c:pt idx="1">
                  <c:v>93.5</c:v>
                </c:pt>
              </c:numCache>
            </c:numRef>
          </c:yVal>
          <c:smooth val="0"/>
        </c:ser>
        <c:ser>
          <c:idx val="3"/>
          <c:order val="3"/>
          <c:tx>
            <c:v>CS hatch</c:v>
          </c:tx>
          <c:spPr>
            <a:ln xmlns:a="http://schemas.openxmlformats.org/drawingml/2006/main" w="11430">
              <a:solidFill>
                <a:srgbClr val="85B8D6"/>
              </a:solidFill>
            </a:ln>
          </c:spPr>
          <c:marker>
            <c:symbol val="none"/>
          </c:marker>
          <c:xVal>
            <c:numRef>
              <c:f>'Chart Data'!$G$2:$G$3</c:f>
              <c:numCache>
                <c:formatCode>General</c:formatCode>
                <c:ptCount val="2"/>
                <c:pt idx="0">
                  <c:v>3.75</c:v>
                </c:pt>
                <c:pt idx="1">
                  <c:v>3.75</c:v>
                </c:pt>
              </c:numCache>
            </c:numRef>
          </c:xVal>
          <c:yVal>
            <c:numRef>
              <c:f>'Chart Data'!$H$2:$H$3</c:f>
              <c:numCache>
                <c:formatCode>0</c:formatCode>
                <c:ptCount val="2"/>
                <c:pt idx="0">
                  <c:v>72</c:v>
                </c:pt>
                <c:pt idx="1">
                  <c:v>92.25</c:v>
                </c:pt>
              </c:numCache>
            </c:numRef>
          </c:yVal>
          <c:smooth val="0"/>
        </c:ser>
        <c:ser>
          <c:idx val="4"/>
          <c:order val="4"/>
          <c:tx>
            <c:v>CS hatch</c:v>
          </c:tx>
          <c:spPr>
            <a:ln xmlns:a="http://schemas.openxmlformats.org/drawingml/2006/main" w="11430">
              <a:solidFill>
                <a:srgbClr val="85B8D6"/>
              </a:solidFill>
            </a:ln>
          </c:spPr>
          <c:marker>
            <c:symbol val="none"/>
          </c:marker>
          <c:xVal>
            <c:numRef>
              <c:f>'Chart Data'!$I$2:$I$3</c:f>
              <c:numCache>
                <c:formatCode>General</c:formatCode>
                <c:ptCount val="2"/>
                <c:pt idx="0">
                  <c:v>5</c:v>
                </c:pt>
                <c:pt idx="1">
                  <c:v>5</c:v>
                </c:pt>
              </c:numCache>
            </c:numRef>
          </c:xVal>
          <c:yVal>
            <c:numRef>
              <c:f>'Chart Data'!$J$2:$J$3</c:f>
              <c:numCache>
                <c:formatCode>0</c:formatCode>
                <c:ptCount val="2"/>
                <c:pt idx="0">
                  <c:v>72</c:v>
                </c:pt>
                <c:pt idx="1">
                  <c:v>91</c:v>
                </c:pt>
              </c:numCache>
            </c:numRef>
          </c:yVal>
          <c:smooth val="0"/>
        </c:ser>
        <c:ser>
          <c:idx val="5"/>
          <c:order val="5"/>
          <c:tx>
            <c:v>CS hatch</c:v>
          </c:tx>
          <c:spPr>
            <a:ln xmlns:a="http://schemas.openxmlformats.org/drawingml/2006/main" w="11430">
              <a:solidFill>
                <a:srgbClr val="85B8D6"/>
              </a:solidFill>
            </a:ln>
          </c:spPr>
          <c:marker>
            <c:symbol val="none"/>
          </c:marker>
          <c:xVal>
            <c:numRef>
              <c:f>'Chart Data'!$K$2:$K$3</c:f>
              <c:numCache>
                <c:formatCode>General</c:formatCode>
                <c:ptCount val="2"/>
                <c:pt idx="0">
                  <c:v>6.25</c:v>
                </c:pt>
                <c:pt idx="1">
                  <c:v>6.25</c:v>
                </c:pt>
              </c:numCache>
            </c:numRef>
          </c:xVal>
          <c:yVal>
            <c:numRef>
              <c:f>'Chart Data'!$L$2:$L$3</c:f>
              <c:numCache>
                <c:formatCode>0</c:formatCode>
                <c:ptCount val="2"/>
                <c:pt idx="0">
                  <c:v>72</c:v>
                </c:pt>
                <c:pt idx="1">
                  <c:v>89.75</c:v>
                </c:pt>
              </c:numCache>
            </c:numRef>
          </c:yVal>
          <c:smooth val="0"/>
        </c:ser>
        <c:ser>
          <c:idx val="6"/>
          <c:order val="6"/>
          <c:tx>
            <c:v>CS hatch</c:v>
          </c:tx>
          <c:spPr>
            <a:ln xmlns:a="http://schemas.openxmlformats.org/drawingml/2006/main" w="11430">
              <a:solidFill>
                <a:srgbClr val="85B8D6"/>
              </a:solidFill>
            </a:ln>
          </c:spPr>
          <c:marker>
            <c:symbol val="none"/>
          </c:marker>
          <c:xVal>
            <c:numRef>
              <c:f>'Chart Data'!$M$2:$M$3</c:f>
              <c:numCache>
                <c:formatCode>General</c:formatCode>
                <c:ptCount val="2"/>
                <c:pt idx="0">
                  <c:v>7.5</c:v>
                </c:pt>
                <c:pt idx="1">
                  <c:v>7.5</c:v>
                </c:pt>
              </c:numCache>
            </c:numRef>
          </c:xVal>
          <c:yVal>
            <c:numRef>
              <c:f>'Chart Data'!$N$2:$N$3</c:f>
              <c:numCache>
                <c:formatCode>0</c:formatCode>
                <c:ptCount val="2"/>
                <c:pt idx="0">
                  <c:v>72</c:v>
                </c:pt>
                <c:pt idx="1">
                  <c:v>88.5</c:v>
                </c:pt>
              </c:numCache>
            </c:numRef>
          </c:yVal>
          <c:smooth val="0"/>
        </c:ser>
        <c:ser>
          <c:idx val="7"/>
          <c:order val="7"/>
          <c:tx>
            <c:v>CS hatch</c:v>
          </c:tx>
          <c:spPr>
            <a:ln xmlns:a="http://schemas.openxmlformats.org/drawingml/2006/main" w="11430">
              <a:solidFill>
                <a:srgbClr val="85B8D6"/>
              </a:solidFill>
            </a:ln>
          </c:spPr>
          <c:marker>
            <c:symbol val="none"/>
          </c:marker>
          <c:xVal>
            <c:numRef>
              <c:f>'Chart Data'!$O$2:$O$3</c:f>
              <c:numCache>
                <c:formatCode>General</c:formatCode>
                <c:ptCount val="2"/>
                <c:pt idx="0">
                  <c:v>8.75</c:v>
                </c:pt>
                <c:pt idx="1">
                  <c:v>8.75</c:v>
                </c:pt>
              </c:numCache>
            </c:numRef>
          </c:xVal>
          <c:yVal>
            <c:numRef>
              <c:f>'Chart Data'!$P$2:$P$3</c:f>
              <c:numCache>
                <c:formatCode>0</c:formatCode>
                <c:ptCount val="2"/>
                <c:pt idx="0">
                  <c:v>72</c:v>
                </c:pt>
                <c:pt idx="1">
                  <c:v>87.25</c:v>
                </c:pt>
              </c:numCache>
            </c:numRef>
          </c:yVal>
          <c:smooth val="0"/>
        </c:ser>
        <c:ser>
          <c:idx val="8"/>
          <c:order val="8"/>
          <c:tx>
            <c:v>CS hatch</c:v>
          </c:tx>
          <c:spPr>
            <a:ln xmlns:a="http://schemas.openxmlformats.org/drawingml/2006/main" w="11430">
              <a:solidFill>
                <a:srgbClr val="85B8D6"/>
              </a:solidFill>
            </a:ln>
          </c:spPr>
          <c:marker>
            <c:symbol val="none"/>
          </c:marker>
          <c:xVal>
            <c:numRef>
              <c:f>'Chart Data'!$Q$2:$Q$3</c:f>
              <c:numCache>
                <c:formatCode>General</c:formatCode>
                <c:ptCount val="2"/>
                <c:pt idx="0">
                  <c:v>10</c:v>
                </c:pt>
                <c:pt idx="1">
                  <c:v>10</c:v>
                </c:pt>
              </c:numCache>
            </c:numRef>
          </c:xVal>
          <c:yVal>
            <c:numRef>
              <c:f>'Chart Data'!$R$2:$R$3</c:f>
              <c:numCache>
                <c:formatCode>0</c:formatCode>
                <c:ptCount val="2"/>
                <c:pt idx="0">
                  <c:v>72</c:v>
                </c:pt>
                <c:pt idx="1">
                  <c:v>86</c:v>
                </c:pt>
              </c:numCache>
            </c:numRef>
          </c:yVal>
          <c:smooth val="0"/>
        </c:ser>
        <c:ser>
          <c:idx val="9"/>
          <c:order val="9"/>
          <c:tx>
            <c:v>CS hatch</c:v>
          </c:tx>
          <c:spPr>
            <a:ln xmlns:a="http://schemas.openxmlformats.org/drawingml/2006/main" w="11430">
              <a:solidFill>
                <a:srgbClr val="85B8D6"/>
              </a:solidFill>
            </a:ln>
          </c:spPr>
          <c:marker>
            <c:symbol val="none"/>
          </c:marker>
          <c:xVal>
            <c:numRef>
              <c:f>'Chart Data'!$S$2:$S$3</c:f>
              <c:numCache>
                <c:formatCode>General</c:formatCode>
                <c:ptCount val="2"/>
                <c:pt idx="0">
                  <c:v>11.25</c:v>
                </c:pt>
                <c:pt idx="1">
                  <c:v>11.25</c:v>
                </c:pt>
              </c:numCache>
            </c:numRef>
          </c:xVal>
          <c:yVal>
            <c:numRef>
              <c:f>'Chart Data'!$T$2:$T$3</c:f>
              <c:numCache>
                <c:formatCode>0</c:formatCode>
                <c:ptCount val="2"/>
                <c:pt idx="0">
                  <c:v>72</c:v>
                </c:pt>
                <c:pt idx="1">
                  <c:v>84.75</c:v>
                </c:pt>
              </c:numCache>
            </c:numRef>
          </c:yVal>
          <c:smooth val="0"/>
        </c:ser>
        <c:ser>
          <c:idx val="10"/>
          <c:order val="10"/>
          <c:tx>
            <c:v>CS hatch</c:v>
          </c:tx>
          <c:spPr>
            <a:ln xmlns:a="http://schemas.openxmlformats.org/drawingml/2006/main" w="11430">
              <a:solidFill>
                <a:srgbClr val="85B8D6"/>
              </a:solidFill>
            </a:ln>
          </c:spPr>
          <c:marker>
            <c:symbol val="none"/>
          </c:marker>
          <c:xVal>
            <c:numRef>
              <c:f>'Chart Data'!$U$2:$U$3</c:f>
              <c:numCache>
                <c:formatCode>General</c:formatCode>
                <c:ptCount val="2"/>
                <c:pt idx="0">
                  <c:v>12.5</c:v>
                </c:pt>
                <c:pt idx="1">
                  <c:v>12.5</c:v>
                </c:pt>
              </c:numCache>
            </c:numRef>
          </c:xVal>
          <c:yVal>
            <c:numRef>
              <c:f>'Chart Data'!$V$2:$V$3</c:f>
              <c:numCache>
                <c:formatCode>0</c:formatCode>
                <c:ptCount val="2"/>
                <c:pt idx="0">
                  <c:v>72</c:v>
                </c:pt>
                <c:pt idx="1">
                  <c:v>83.5</c:v>
                </c:pt>
              </c:numCache>
            </c:numRef>
          </c:yVal>
          <c:smooth val="0"/>
        </c:ser>
        <c:ser>
          <c:idx val="11"/>
          <c:order val="11"/>
          <c:tx>
            <c:v>CS hatch</c:v>
          </c:tx>
          <c:spPr>
            <a:ln xmlns:a="http://schemas.openxmlformats.org/drawingml/2006/main" w="11430">
              <a:solidFill>
                <a:srgbClr val="85B8D6"/>
              </a:solidFill>
            </a:ln>
          </c:spPr>
          <c:marker>
            <c:symbol val="none"/>
          </c:marker>
          <c:xVal>
            <c:numRef>
              <c:f>'Chart Data'!$W$2:$W$3</c:f>
              <c:numCache>
                <c:formatCode>General</c:formatCode>
                <c:ptCount val="2"/>
                <c:pt idx="0">
                  <c:v>13.75</c:v>
                </c:pt>
                <c:pt idx="1">
                  <c:v>13.75</c:v>
                </c:pt>
              </c:numCache>
            </c:numRef>
          </c:xVal>
          <c:yVal>
            <c:numRef>
              <c:f>'Chart Data'!$X$2:$X$3</c:f>
              <c:numCache>
                <c:formatCode>0</c:formatCode>
                <c:ptCount val="2"/>
                <c:pt idx="0">
                  <c:v>72</c:v>
                </c:pt>
                <c:pt idx="1">
                  <c:v>82.25</c:v>
                </c:pt>
              </c:numCache>
            </c:numRef>
          </c:yVal>
          <c:smooth val="0"/>
        </c:ser>
        <c:ser>
          <c:idx val="12"/>
          <c:order val="12"/>
          <c:tx>
            <c:v>CS hatch</c:v>
          </c:tx>
          <c:spPr>
            <a:ln xmlns:a="http://schemas.openxmlformats.org/drawingml/2006/main" w="11430">
              <a:solidFill>
                <a:srgbClr val="85B8D6"/>
              </a:solidFill>
            </a:ln>
          </c:spPr>
          <c:marker>
            <c:symbol val="none"/>
          </c:marker>
          <c:xVal>
            <c:numRef>
              <c:f>'Chart Data'!$Y$2:$Y$3</c:f>
              <c:numCache>
                <c:formatCode>General</c:formatCode>
                <c:ptCount val="2"/>
                <c:pt idx="0">
                  <c:v>15</c:v>
                </c:pt>
                <c:pt idx="1">
                  <c:v>15</c:v>
                </c:pt>
              </c:numCache>
            </c:numRef>
          </c:xVal>
          <c:yVal>
            <c:numRef>
              <c:f>'Chart Data'!$Z$2:$Z$3</c:f>
              <c:numCache>
                <c:formatCode>0</c:formatCode>
                <c:ptCount val="2"/>
                <c:pt idx="0">
                  <c:v>72</c:v>
                </c:pt>
                <c:pt idx="1">
                  <c:v>81</c:v>
                </c:pt>
              </c:numCache>
            </c:numRef>
          </c:yVal>
          <c:smooth val="0"/>
        </c:ser>
        <c:ser>
          <c:idx val="13"/>
          <c:order val="13"/>
          <c:tx>
            <c:v>CS hatch</c:v>
          </c:tx>
          <c:spPr>
            <a:ln xmlns:a="http://schemas.openxmlformats.org/drawingml/2006/main" w="11430">
              <a:solidFill>
                <a:srgbClr val="85B8D6"/>
              </a:solidFill>
            </a:ln>
          </c:spPr>
          <c:marker>
            <c:symbol val="none"/>
          </c:marker>
          <c:xVal>
            <c:numRef>
              <c:f>'Chart Data'!$AA$2:$AA$3</c:f>
              <c:numCache>
                <c:formatCode>General</c:formatCode>
                <c:ptCount val="2"/>
                <c:pt idx="0">
                  <c:v>16.25</c:v>
                </c:pt>
                <c:pt idx="1">
                  <c:v>16.25</c:v>
                </c:pt>
              </c:numCache>
            </c:numRef>
          </c:xVal>
          <c:yVal>
            <c:numRef>
              <c:f>'Chart Data'!$AB$2:$AB$3</c:f>
              <c:numCache>
                <c:formatCode>0</c:formatCode>
                <c:ptCount val="2"/>
                <c:pt idx="0">
                  <c:v>72</c:v>
                </c:pt>
                <c:pt idx="1">
                  <c:v>79.75</c:v>
                </c:pt>
              </c:numCache>
            </c:numRef>
          </c:yVal>
          <c:smooth val="0"/>
        </c:ser>
        <c:ser>
          <c:idx val="14"/>
          <c:order val="14"/>
          <c:tx>
            <c:v>CS hatch</c:v>
          </c:tx>
          <c:spPr>
            <a:ln xmlns:a="http://schemas.openxmlformats.org/drawingml/2006/main" w="11430">
              <a:solidFill>
                <a:srgbClr val="85B8D6"/>
              </a:solidFill>
            </a:ln>
          </c:spPr>
          <c:marker>
            <c:symbol val="none"/>
          </c:marker>
          <c:xVal>
            <c:numRef>
              <c:f>'Chart Data'!$AC$2:$AC$3</c:f>
              <c:numCache>
                <c:formatCode>General</c:formatCode>
                <c:ptCount val="2"/>
                <c:pt idx="0">
                  <c:v>17.5</c:v>
                </c:pt>
                <c:pt idx="1">
                  <c:v>17.5</c:v>
                </c:pt>
              </c:numCache>
            </c:numRef>
          </c:xVal>
          <c:yVal>
            <c:numRef>
              <c:f>'Chart Data'!$AD$2:$AD$3</c:f>
              <c:numCache>
                <c:formatCode>0</c:formatCode>
                <c:ptCount val="2"/>
                <c:pt idx="0">
                  <c:v>72</c:v>
                </c:pt>
                <c:pt idx="1">
                  <c:v>78.5</c:v>
                </c:pt>
              </c:numCache>
            </c:numRef>
          </c:yVal>
          <c:smooth val="0"/>
        </c:ser>
        <c:ser>
          <c:idx val="15"/>
          <c:order val="15"/>
          <c:tx>
            <c:v>CS hatch</c:v>
          </c:tx>
          <c:spPr>
            <a:ln xmlns:a="http://schemas.openxmlformats.org/drawingml/2006/main" w="11430">
              <a:solidFill>
                <a:srgbClr val="85B8D6"/>
              </a:solidFill>
            </a:ln>
          </c:spPr>
          <c:marker>
            <c:symbol val="none"/>
          </c:marker>
          <c:xVal>
            <c:numRef>
              <c:f>'Chart Data'!$AE$2:$AE$3</c:f>
              <c:numCache>
                <c:formatCode>General</c:formatCode>
                <c:ptCount val="2"/>
                <c:pt idx="0">
                  <c:v>18.75</c:v>
                </c:pt>
                <c:pt idx="1">
                  <c:v>18.75</c:v>
                </c:pt>
              </c:numCache>
            </c:numRef>
          </c:xVal>
          <c:yVal>
            <c:numRef>
              <c:f>'Chart Data'!$AF$2:$AF$3</c:f>
              <c:numCache>
                <c:formatCode>0</c:formatCode>
                <c:ptCount val="2"/>
                <c:pt idx="0">
                  <c:v>72</c:v>
                </c:pt>
                <c:pt idx="1">
                  <c:v>77.25</c:v>
                </c:pt>
              </c:numCache>
            </c:numRef>
          </c:yVal>
          <c:smooth val="0"/>
        </c:ser>
        <c:ser>
          <c:idx val="16"/>
          <c:order val="16"/>
          <c:tx>
            <c:v>CS hatch</c:v>
          </c:tx>
          <c:spPr>
            <a:ln xmlns:a="http://schemas.openxmlformats.org/drawingml/2006/main" w="11430">
              <a:solidFill>
                <a:srgbClr val="85B8D6"/>
              </a:solidFill>
            </a:ln>
          </c:spPr>
          <c:marker>
            <c:symbol val="none"/>
          </c:marker>
          <c:xVal>
            <c:numRef>
              <c:f>'Chart Data'!$AG$2:$AG$3</c:f>
              <c:numCache>
                <c:formatCode>General</c:formatCode>
                <c:ptCount val="2"/>
                <c:pt idx="0">
                  <c:v>20</c:v>
                </c:pt>
                <c:pt idx="1">
                  <c:v>20</c:v>
                </c:pt>
              </c:numCache>
            </c:numRef>
          </c:xVal>
          <c:yVal>
            <c:numRef>
              <c:f>'Chart Data'!$AH$2:$AH$3</c:f>
              <c:numCache>
                <c:formatCode>0</c:formatCode>
                <c:ptCount val="2"/>
                <c:pt idx="0">
                  <c:v>72</c:v>
                </c:pt>
                <c:pt idx="1">
                  <c:v>76</c:v>
                </c:pt>
              </c:numCache>
            </c:numRef>
          </c:yVal>
          <c:smooth val="0"/>
        </c:ser>
        <c:ser>
          <c:idx val="17"/>
          <c:order val="17"/>
          <c:tx>
            <c:v>CS hatch</c:v>
          </c:tx>
          <c:spPr>
            <a:ln xmlns:a="http://schemas.openxmlformats.org/drawingml/2006/main" w="11430">
              <a:solidFill>
                <a:srgbClr val="85B8D6"/>
              </a:solidFill>
            </a:ln>
          </c:spPr>
          <c:marker>
            <c:symbol val="none"/>
          </c:marker>
          <c:xVal>
            <c:numRef>
              <c:f>'Chart Data'!$AI$2:$AI$3</c:f>
              <c:numCache>
                <c:formatCode>General</c:formatCode>
                <c:ptCount val="2"/>
                <c:pt idx="0">
                  <c:v>21.25</c:v>
                </c:pt>
                <c:pt idx="1">
                  <c:v>21.25</c:v>
                </c:pt>
              </c:numCache>
            </c:numRef>
          </c:xVal>
          <c:yVal>
            <c:numRef>
              <c:f>'Chart Data'!$AJ$2:$AJ$3</c:f>
              <c:numCache>
                <c:formatCode>0</c:formatCode>
                <c:ptCount val="2"/>
                <c:pt idx="0">
                  <c:v>72</c:v>
                </c:pt>
                <c:pt idx="1">
                  <c:v>74.75</c:v>
                </c:pt>
              </c:numCache>
            </c:numRef>
          </c:yVal>
          <c:smooth val="0"/>
        </c:ser>
        <c:ser>
          <c:idx val="18"/>
          <c:order val="18"/>
          <c:tx>
            <c:v>CS hatch</c:v>
          </c:tx>
          <c:spPr>
            <a:ln xmlns:a="http://schemas.openxmlformats.org/drawingml/2006/main" w="11430">
              <a:solidFill>
                <a:srgbClr val="85B8D6"/>
              </a:solidFill>
            </a:ln>
          </c:spPr>
          <c:marker>
            <c:symbol val="none"/>
          </c:marker>
          <c:xVal>
            <c:numRef>
              <c:f>'Chart Data'!$AK$2:$AK$3</c:f>
              <c:numCache>
                <c:formatCode>General</c:formatCode>
                <c:ptCount val="2"/>
                <c:pt idx="0">
                  <c:v>22.5</c:v>
                </c:pt>
                <c:pt idx="1">
                  <c:v>22.5</c:v>
                </c:pt>
              </c:numCache>
            </c:numRef>
          </c:xVal>
          <c:yVal>
            <c:numRef>
              <c:f>'Chart Data'!$AL$2:$AL$3</c:f>
              <c:numCache>
                <c:formatCode>0</c:formatCode>
                <c:ptCount val="2"/>
                <c:pt idx="0">
                  <c:v>72</c:v>
                </c:pt>
                <c:pt idx="1">
                  <c:v>73.5</c:v>
                </c:pt>
              </c:numCache>
            </c:numRef>
          </c:yVal>
          <c:smooth val="0"/>
        </c:ser>
        <c:ser>
          <c:idx val="19"/>
          <c:order val="19"/>
          <c:tx>
            <c:v>CS hatch</c:v>
          </c:tx>
          <c:spPr>
            <a:ln xmlns:a="http://schemas.openxmlformats.org/drawingml/2006/main" w="11430">
              <a:solidFill>
                <a:srgbClr val="85B8D6"/>
              </a:solidFill>
            </a:ln>
          </c:spPr>
          <c:marker>
            <c:symbol val="none"/>
          </c:marker>
          <c:xVal>
            <c:numRef>
              <c:f>'Chart Data'!$AM$2:$AM$3</c:f>
              <c:numCache>
                <c:formatCode>General</c:formatCode>
                <c:ptCount val="2"/>
                <c:pt idx="0">
                  <c:v>23.75</c:v>
                </c:pt>
                <c:pt idx="1">
                  <c:v>23.75</c:v>
                </c:pt>
              </c:numCache>
            </c:numRef>
          </c:xVal>
          <c:yVal>
            <c:numRef>
              <c:f>'Chart Data'!$AN$2:$AN$3</c:f>
              <c:numCache>
                <c:formatCode>0</c:formatCode>
                <c:ptCount val="2"/>
                <c:pt idx="0">
                  <c:v>72</c:v>
                </c:pt>
                <c:pt idx="1">
                  <c:v>72.25</c:v>
                </c:pt>
              </c:numCache>
            </c:numRef>
          </c:yVal>
          <c:smooth val="0"/>
        </c:ser>
        <c:ser>
          <c:idx val="20"/>
          <c:order val="20"/>
          <c:tx>
            <c:v>Qm</c:v>
          </c:tx>
          <c:spPr>
            <a:ln xmlns:a="http://schemas.openxmlformats.org/drawingml/2006/main" w="12383">
              <a:solidFill>
                <a:srgbClr val="445B6B"/>
              </a:solidFill>
            </a:ln>
          </c:spPr>
          <c:marker>
            <c:symbol val="none"/>
          </c:marker>
          <c:xVal>
            <c:numRef>
              <c:f>'Chart Data'!$AO$2:$AO$3</c:f>
              <c:numCache>
                <c:formatCode>General</c:formatCode>
                <c:ptCount val="2"/>
                <c:pt idx="0">
                  <c:v>24</c:v>
                </c:pt>
                <c:pt idx="1">
                  <c:v>24</c:v>
                </c:pt>
              </c:numCache>
            </c:numRef>
          </c:xVal>
          <c:yVal>
            <c:numRef>
              <c:f>'Chart Data'!$AP$2:$AP$3</c:f>
              <c:numCache>
                <c:formatCode>0</c:formatCode>
                <c:ptCount val="2"/>
                <c:pt idx="0">
                  <c:v>0</c:v>
                </c:pt>
                <c:pt idx="1">
                  <c:v>72</c:v>
                </c:pt>
              </c:numCache>
            </c:numRef>
          </c:yVal>
          <c:smooth val="0"/>
        </c:ser>
        <c:ser>
          <c:idx val="21"/>
          <c:order val="21"/>
          <c:tx>
            <c:v>Pm</c:v>
          </c:tx>
          <c:spPr>
            <a:ln xmlns:a="http://schemas.openxmlformats.org/drawingml/2006/main" w="12383">
              <a:solidFill>
                <a:srgbClr val="445B6B"/>
              </a:solidFill>
            </a:ln>
          </c:spPr>
          <c:marker>
            <c:symbol val="none"/>
          </c:marker>
          <c:xVal>
            <c:numRef>
              <c:f>'Chart Data'!$AQ$2:$AQ$3</c:f>
              <c:numCache>
                <c:formatCode>General</c:formatCode>
                <c:ptCount val="2"/>
                <c:pt idx="0">
                  <c:v>0</c:v>
                </c:pt>
                <c:pt idx="1">
                  <c:v>24</c:v>
                </c:pt>
              </c:numCache>
            </c:numRef>
          </c:xVal>
          <c:yVal>
            <c:numRef>
              <c:f>'Chart Data'!$AR$2:$AR$3</c:f>
              <c:numCache>
                <c:formatCode>0</c:formatCode>
                <c:ptCount val="2"/>
                <c:pt idx="0">
                  <c:v>72</c:v>
                </c:pt>
                <c:pt idx="1">
                  <c:v>72</c:v>
                </c:pt>
              </c:numCache>
            </c:numRef>
          </c:yVal>
          <c:smooth val="0"/>
        </c:ser>
        <c:ser>
          <c:idx val="22"/>
          <c:order val="2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Data'!$AS$2:$AS$2</c:f>
              <c:numCache>
                <c:formatCode>General</c:formatCode>
                <c:ptCount val="1"/>
                <c:pt idx="0">
                  <c:v>24.9</c:v>
                </c:pt>
              </c:numCache>
            </c:numRef>
          </c:xVal>
          <c:yVal>
            <c:numRef>
              <c:f>'Chart Data'!$AT$2:$AT$2</c:f>
              <c:numCache>
                <c:formatCode>0</c:formatCode>
                <c:ptCount val="1"/>
                <c:pt idx="0">
                  <c:v>78.5</c:v>
                </c:pt>
              </c:numCache>
            </c:numRef>
          </c:yVal>
          <c:smooth val="0"/>
        </c:ser>
        <c:ser>
          <c:idx val="23"/>
          <c:order val="23"/>
          <c:tx>
            <c:v>Vraag = GO</c:v>
          </c:tx>
          <c:spPr>
            <a:ln xmlns:a="http://schemas.openxmlformats.org/drawingml/2006/main" w="38100">
              <a:solidFill>
                <a:srgbClr val="17658A"/>
              </a:solidFill>
            </a:ln>
          </c:spPr>
          <c:marker>
            <c:symbol val="none"/>
          </c:marker>
          <c:xVal>
            <c:numRef>
              <c:f>'Chart Data'!$AU$2:$AU$3</c:f>
              <c:numCache>
                <c:formatCode>General</c:formatCode>
                <c:ptCount val="2"/>
                <c:pt idx="0">
                  <c:v>0</c:v>
                </c:pt>
                <c:pt idx="1">
                  <c:v>60</c:v>
                </c:pt>
              </c:numCache>
            </c:numRef>
          </c:xVal>
          <c:yVal>
            <c:numRef>
              <c:f>'Chart Data'!$AV$2:$AV$3</c:f>
              <c:numCache>
                <c:formatCode>0</c:formatCode>
                <c:ptCount val="2"/>
                <c:pt idx="0">
                  <c:v>96</c:v>
                </c:pt>
                <c:pt idx="1">
                  <c:v>36</c:v>
                </c:pt>
              </c:numCache>
            </c:numRef>
          </c:yVal>
          <c:smooth val="0"/>
        </c:ser>
        <c:ser>
          <c:idx val="24"/>
          <c:order val="24"/>
          <c:tx>
            <c:v>MK</c:v>
          </c:tx>
          <c:spPr>
            <a:ln xmlns:a="http://schemas.openxmlformats.org/drawingml/2006/main" w="38100">
              <a:solidFill>
                <a:srgbClr val="A94D16"/>
              </a:solidFill>
            </a:ln>
          </c:spPr>
          <c:marker>
            <c:symbol val="none"/>
          </c:marker>
          <c:xVal>
            <c:numRef>
              <c:f>'Chart Data'!$AW$2:$AW$3</c:f>
              <c:numCache>
                <c:formatCode>General</c:formatCode>
                <c:ptCount val="2"/>
                <c:pt idx="0">
                  <c:v>0</c:v>
                </c:pt>
                <c:pt idx="1">
                  <c:v>60</c:v>
                </c:pt>
              </c:numCache>
            </c:numRef>
          </c:xVal>
          <c:yVal>
            <c:numRef>
              <c:f>'Chart Data'!$AX$2:$AX$3</c:f>
              <c:numCache>
                <c:formatCode>0</c:formatCode>
                <c:ptCount val="2"/>
                <c:pt idx="0">
                  <c:v>24</c:v>
                </c:pt>
                <c:pt idx="1">
                  <c:v>84</c:v>
                </c:pt>
              </c:numCache>
            </c:numRef>
          </c:yVal>
          <c:smooth val="0"/>
        </c:ser>
        <c:ser>
          <c:idx val="25"/>
          <c:order val="25"/>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46.8</c:v>
                </c:pt>
              </c:numCache>
            </c:numRef>
          </c:xVal>
          <c:yVal>
            <c:numRef>
              <c:f>'Chart Data'!$AZ$2:$AZ$2</c:f>
              <c:numCache>
                <c:formatCode>0</c:formatCode>
                <c:ptCount val="1"/>
                <c:pt idx="0">
                  <c:v>31.2</c:v>
                </c:pt>
              </c:numCache>
            </c:numRef>
          </c:yVal>
          <c:smooth val="0"/>
        </c:ser>
        <c:ser>
          <c:idx val="26"/>
          <c:order val="26"/>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Data'!$BA$2:$BA$2</c:f>
              <c:numCache>
                <c:formatCode>General</c:formatCode>
                <c:ptCount val="1"/>
                <c:pt idx="0">
                  <c:v>53.4</c:v>
                </c:pt>
              </c:numCache>
            </c:numRef>
          </c:xVal>
          <c:yVal>
            <c:numRef>
              <c:f>'Chart Data'!$BB$2:$BB$2</c:f>
              <c:numCache>
                <c:formatCode>0</c:formatCode>
                <c:ptCount val="1"/>
                <c:pt idx="0">
                  <c:v>84.9</c:v>
                </c:pt>
              </c:numCache>
            </c:numRef>
          </c:yVal>
          <c:smooth val="0"/>
        </c:ser>
        <c:ser>
          <c:idx val="27"/>
          <c:order val="27"/>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Data'!$BC$2:$BC$2</c:f>
              <c:numCache>
                <c:formatCode>General</c:formatCode>
                <c:ptCount val="1"/>
                <c:pt idx="0">
                  <c:v>24</c:v>
                </c:pt>
              </c:numCache>
            </c:numRef>
          </c:xVal>
          <c:yVal>
            <c:numRef>
              <c:f>'Chart Data'!$BD$2:$BD$2</c:f>
              <c:numCache>
                <c:formatCode>0</c:formatCode>
                <c:ptCount val="1"/>
                <c:pt idx="0">
                  <c:v>72</c:v>
                </c:pt>
              </c:numCache>
            </c:numRef>
          </c:yVal>
          <c:smooth val="0"/>
        </c:ser>
        <c:ser>
          <c:idx val="28"/>
          <c:order val="28"/>
          <c:tx>
            <c:v>CS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7.2</c:v>
                </c:pt>
              </c:numCache>
            </c:numRef>
          </c:xVal>
          <c:yVal>
            <c:numRef>
              <c:f>'Chart Data'!$BF$2:$BF$2</c:f>
              <c:numCache>
                <c:formatCode>0</c:formatCode>
                <c:ptCount val="1"/>
                <c:pt idx="0">
                  <c:v>78.24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PS boundary</c:v>
          </c:tx>
          <c:spPr>
            <a:ln xmlns:a="http://schemas.openxmlformats.org/drawingml/2006/main" w="21908">
              <a:solidFill>
                <a:srgbClr val="68B39A"/>
              </a:solidFill>
            </a:ln>
          </c:spPr>
          <c:marker>
            <c:symbol val="none"/>
          </c:marker>
          <c:xVal>
            <c:numRef>
              <c:f>'Chart Data'!$A$2:$A$6</c:f>
              <c:numCache>
                <c:formatCode>General</c:formatCode>
                <c:ptCount val="5"/>
                <c:pt idx="0">
                  <c:v>0</c:v>
                </c:pt>
                <c:pt idx="1">
                  <c:v>24</c:v>
                </c:pt>
                <c:pt idx="2">
                  <c:v>24</c:v>
                </c:pt>
                <c:pt idx="3">
                  <c:v>0</c:v>
                </c:pt>
                <c:pt idx="4">
                  <c:v>0</c:v>
                </c:pt>
              </c:numCache>
            </c:numRef>
          </c:xVal>
          <c:yVal>
            <c:numRef>
              <c:f>'Chart Data'!$B$2:$B$6</c:f>
              <c:numCache>
                <c:formatCode>0</c:formatCode>
                <c:ptCount val="5"/>
                <c:pt idx="0">
                  <c:v>24</c:v>
                </c:pt>
                <c:pt idx="1">
                  <c:v>48</c:v>
                </c:pt>
                <c:pt idx="2">
                  <c:v>72</c:v>
                </c:pt>
                <c:pt idx="3">
                  <c:v>72</c:v>
                </c:pt>
                <c:pt idx="4">
                  <c:v>24</c:v>
                </c:pt>
              </c:numCache>
            </c:numRef>
          </c:yVal>
          <c:smooth val="0"/>
        </c:ser>
        <c:ser>
          <c:idx val="1"/>
          <c:order val="1"/>
          <c:tx>
            <c:v>PS hatch</c:v>
          </c:tx>
          <c:spPr>
            <a:ln xmlns:a="http://schemas.openxmlformats.org/drawingml/2006/main" w="11430">
              <a:solidFill>
                <a:srgbClr val="68B39A"/>
              </a:solidFill>
            </a:ln>
          </c:spPr>
          <c:marker>
            <c:symbol val="none"/>
          </c:marker>
          <c:xVal>
            <c:numRef>
              <c:f>'Chart Data'!$C$2:$C$3</c:f>
              <c:numCache>
                <c:formatCode>General</c:formatCode>
                <c:ptCount val="2"/>
                <c:pt idx="0">
                  <c:v>1.25</c:v>
                </c:pt>
                <c:pt idx="1">
                  <c:v>1.25</c:v>
                </c:pt>
              </c:numCache>
            </c:numRef>
          </c:xVal>
          <c:yVal>
            <c:numRef>
              <c:f>'Chart Data'!$D$2:$D$3</c:f>
              <c:numCache>
                <c:formatCode>0</c:formatCode>
                <c:ptCount val="2"/>
                <c:pt idx="0">
                  <c:v>25.25</c:v>
                </c:pt>
                <c:pt idx="1">
                  <c:v>72</c:v>
                </c:pt>
              </c:numCache>
            </c:numRef>
          </c:yVal>
          <c:smooth val="0"/>
        </c:ser>
        <c:ser>
          <c:idx val="2"/>
          <c:order val="2"/>
          <c:tx>
            <c:v>PS hatch</c:v>
          </c:tx>
          <c:spPr>
            <a:ln xmlns:a="http://schemas.openxmlformats.org/drawingml/2006/main" w="11430">
              <a:solidFill>
                <a:srgbClr val="68B39A"/>
              </a:solidFill>
            </a:ln>
          </c:spPr>
          <c:marker>
            <c:symbol val="none"/>
          </c:marker>
          <c:xVal>
            <c:numRef>
              <c:f>'Chart Data'!$E$2:$E$3</c:f>
              <c:numCache>
                <c:formatCode>General</c:formatCode>
                <c:ptCount val="2"/>
                <c:pt idx="0">
                  <c:v>2.5</c:v>
                </c:pt>
                <c:pt idx="1">
                  <c:v>2.5</c:v>
                </c:pt>
              </c:numCache>
            </c:numRef>
          </c:xVal>
          <c:yVal>
            <c:numRef>
              <c:f>'Chart Data'!$F$2:$F$3</c:f>
              <c:numCache>
                <c:formatCode>0</c:formatCode>
                <c:ptCount val="2"/>
                <c:pt idx="0">
                  <c:v>26.5</c:v>
                </c:pt>
                <c:pt idx="1">
                  <c:v>72</c:v>
                </c:pt>
              </c:numCache>
            </c:numRef>
          </c:yVal>
          <c:smooth val="0"/>
        </c:ser>
        <c:ser>
          <c:idx val="3"/>
          <c:order val="3"/>
          <c:tx>
            <c:v>PS hatch</c:v>
          </c:tx>
          <c:spPr>
            <a:ln xmlns:a="http://schemas.openxmlformats.org/drawingml/2006/main" w="11430">
              <a:solidFill>
                <a:srgbClr val="68B39A"/>
              </a:solidFill>
            </a:ln>
          </c:spPr>
          <c:marker>
            <c:symbol val="none"/>
          </c:marker>
          <c:xVal>
            <c:numRef>
              <c:f>'Chart Data'!$G$2:$G$3</c:f>
              <c:numCache>
                <c:formatCode>General</c:formatCode>
                <c:ptCount val="2"/>
                <c:pt idx="0">
                  <c:v>3.75</c:v>
                </c:pt>
                <c:pt idx="1">
                  <c:v>3.75</c:v>
                </c:pt>
              </c:numCache>
            </c:numRef>
          </c:xVal>
          <c:yVal>
            <c:numRef>
              <c:f>'Chart Data'!$H$2:$H$3</c:f>
              <c:numCache>
                <c:formatCode>0</c:formatCode>
                <c:ptCount val="2"/>
                <c:pt idx="0">
                  <c:v>27.75</c:v>
                </c:pt>
                <c:pt idx="1">
                  <c:v>72</c:v>
                </c:pt>
              </c:numCache>
            </c:numRef>
          </c:yVal>
          <c:smooth val="0"/>
        </c:ser>
        <c:ser>
          <c:idx val="4"/>
          <c:order val="4"/>
          <c:tx>
            <c:v>PS hatch</c:v>
          </c:tx>
          <c:spPr>
            <a:ln xmlns:a="http://schemas.openxmlformats.org/drawingml/2006/main" w="11430">
              <a:solidFill>
                <a:srgbClr val="68B39A"/>
              </a:solidFill>
            </a:ln>
          </c:spPr>
          <c:marker>
            <c:symbol val="none"/>
          </c:marker>
          <c:xVal>
            <c:numRef>
              <c:f>'Chart Data'!$I$2:$I$3</c:f>
              <c:numCache>
                <c:formatCode>General</c:formatCode>
                <c:ptCount val="2"/>
                <c:pt idx="0">
                  <c:v>5</c:v>
                </c:pt>
                <c:pt idx="1">
                  <c:v>5</c:v>
                </c:pt>
              </c:numCache>
            </c:numRef>
          </c:xVal>
          <c:yVal>
            <c:numRef>
              <c:f>'Chart Data'!$J$2:$J$3</c:f>
              <c:numCache>
                <c:formatCode>0</c:formatCode>
                <c:ptCount val="2"/>
                <c:pt idx="0">
                  <c:v>29</c:v>
                </c:pt>
                <c:pt idx="1">
                  <c:v>72</c:v>
                </c:pt>
              </c:numCache>
            </c:numRef>
          </c:yVal>
          <c:smooth val="0"/>
        </c:ser>
        <c:ser>
          <c:idx val="5"/>
          <c:order val="5"/>
          <c:tx>
            <c:v>PS hatch</c:v>
          </c:tx>
          <c:spPr>
            <a:ln xmlns:a="http://schemas.openxmlformats.org/drawingml/2006/main" w="11430">
              <a:solidFill>
                <a:srgbClr val="68B39A"/>
              </a:solidFill>
            </a:ln>
          </c:spPr>
          <c:marker>
            <c:symbol val="none"/>
          </c:marker>
          <c:xVal>
            <c:numRef>
              <c:f>'Chart Data'!$K$2:$K$3</c:f>
              <c:numCache>
                <c:formatCode>General</c:formatCode>
                <c:ptCount val="2"/>
                <c:pt idx="0">
                  <c:v>6.25</c:v>
                </c:pt>
                <c:pt idx="1">
                  <c:v>6.25</c:v>
                </c:pt>
              </c:numCache>
            </c:numRef>
          </c:xVal>
          <c:yVal>
            <c:numRef>
              <c:f>'Chart Data'!$L$2:$L$3</c:f>
              <c:numCache>
                <c:formatCode>0</c:formatCode>
                <c:ptCount val="2"/>
                <c:pt idx="0">
                  <c:v>30.25</c:v>
                </c:pt>
                <c:pt idx="1">
                  <c:v>72</c:v>
                </c:pt>
              </c:numCache>
            </c:numRef>
          </c:yVal>
          <c:smooth val="0"/>
        </c:ser>
        <c:ser>
          <c:idx val="6"/>
          <c:order val="6"/>
          <c:tx>
            <c:v>PS hatch</c:v>
          </c:tx>
          <c:spPr>
            <a:ln xmlns:a="http://schemas.openxmlformats.org/drawingml/2006/main" w="11430">
              <a:solidFill>
                <a:srgbClr val="68B39A"/>
              </a:solidFill>
            </a:ln>
          </c:spPr>
          <c:marker>
            <c:symbol val="none"/>
          </c:marker>
          <c:xVal>
            <c:numRef>
              <c:f>'Chart Data'!$M$2:$M$3</c:f>
              <c:numCache>
                <c:formatCode>General</c:formatCode>
                <c:ptCount val="2"/>
                <c:pt idx="0">
                  <c:v>7.5</c:v>
                </c:pt>
                <c:pt idx="1">
                  <c:v>7.5</c:v>
                </c:pt>
              </c:numCache>
            </c:numRef>
          </c:xVal>
          <c:yVal>
            <c:numRef>
              <c:f>'Chart Data'!$N$2:$N$3</c:f>
              <c:numCache>
                <c:formatCode>0</c:formatCode>
                <c:ptCount val="2"/>
                <c:pt idx="0">
                  <c:v>31.5</c:v>
                </c:pt>
                <c:pt idx="1">
                  <c:v>72</c:v>
                </c:pt>
              </c:numCache>
            </c:numRef>
          </c:yVal>
          <c:smooth val="0"/>
        </c:ser>
        <c:ser>
          <c:idx val="7"/>
          <c:order val="7"/>
          <c:tx>
            <c:v>PS hatch</c:v>
          </c:tx>
          <c:spPr>
            <a:ln xmlns:a="http://schemas.openxmlformats.org/drawingml/2006/main" w="11430">
              <a:solidFill>
                <a:srgbClr val="68B39A"/>
              </a:solidFill>
            </a:ln>
          </c:spPr>
          <c:marker>
            <c:symbol val="none"/>
          </c:marker>
          <c:xVal>
            <c:numRef>
              <c:f>'Chart Data'!$O$2:$O$3</c:f>
              <c:numCache>
                <c:formatCode>General</c:formatCode>
                <c:ptCount val="2"/>
                <c:pt idx="0">
                  <c:v>8.75</c:v>
                </c:pt>
                <c:pt idx="1">
                  <c:v>8.75</c:v>
                </c:pt>
              </c:numCache>
            </c:numRef>
          </c:xVal>
          <c:yVal>
            <c:numRef>
              <c:f>'Chart Data'!$P$2:$P$3</c:f>
              <c:numCache>
                <c:formatCode>0</c:formatCode>
                <c:ptCount val="2"/>
                <c:pt idx="0">
                  <c:v>32.75</c:v>
                </c:pt>
                <c:pt idx="1">
                  <c:v>72</c:v>
                </c:pt>
              </c:numCache>
            </c:numRef>
          </c:yVal>
          <c:smooth val="0"/>
        </c:ser>
        <c:ser>
          <c:idx val="8"/>
          <c:order val="8"/>
          <c:tx>
            <c:v>PS hatch</c:v>
          </c:tx>
          <c:spPr>
            <a:ln xmlns:a="http://schemas.openxmlformats.org/drawingml/2006/main" w="11430">
              <a:solidFill>
                <a:srgbClr val="68B39A"/>
              </a:solidFill>
            </a:ln>
          </c:spPr>
          <c:marker>
            <c:symbol val="none"/>
          </c:marker>
          <c:xVal>
            <c:numRef>
              <c:f>'Chart Data'!$Q$2:$Q$3</c:f>
              <c:numCache>
                <c:formatCode>General</c:formatCode>
                <c:ptCount val="2"/>
                <c:pt idx="0">
                  <c:v>10</c:v>
                </c:pt>
                <c:pt idx="1">
                  <c:v>10</c:v>
                </c:pt>
              </c:numCache>
            </c:numRef>
          </c:xVal>
          <c:yVal>
            <c:numRef>
              <c:f>'Chart Data'!$R$2:$R$3</c:f>
              <c:numCache>
                <c:formatCode>0</c:formatCode>
                <c:ptCount val="2"/>
                <c:pt idx="0">
                  <c:v>34</c:v>
                </c:pt>
                <c:pt idx="1">
                  <c:v>72</c:v>
                </c:pt>
              </c:numCache>
            </c:numRef>
          </c:yVal>
          <c:smooth val="0"/>
        </c:ser>
        <c:ser>
          <c:idx val="9"/>
          <c:order val="9"/>
          <c:tx>
            <c:v>PS hatch</c:v>
          </c:tx>
          <c:spPr>
            <a:ln xmlns:a="http://schemas.openxmlformats.org/drawingml/2006/main" w="11430">
              <a:solidFill>
                <a:srgbClr val="68B39A"/>
              </a:solidFill>
            </a:ln>
          </c:spPr>
          <c:marker>
            <c:symbol val="none"/>
          </c:marker>
          <c:xVal>
            <c:numRef>
              <c:f>'Chart Data'!$S$2:$S$3</c:f>
              <c:numCache>
                <c:formatCode>General</c:formatCode>
                <c:ptCount val="2"/>
                <c:pt idx="0">
                  <c:v>11.25</c:v>
                </c:pt>
                <c:pt idx="1">
                  <c:v>11.25</c:v>
                </c:pt>
              </c:numCache>
            </c:numRef>
          </c:xVal>
          <c:yVal>
            <c:numRef>
              <c:f>'Chart Data'!$T$2:$T$3</c:f>
              <c:numCache>
                <c:formatCode>0</c:formatCode>
                <c:ptCount val="2"/>
                <c:pt idx="0">
                  <c:v>35.25</c:v>
                </c:pt>
                <c:pt idx="1">
                  <c:v>72</c:v>
                </c:pt>
              </c:numCache>
            </c:numRef>
          </c:yVal>
          <c:smooth val="0"/>
        </c:ser>
        <c:ser>
          <c:idx val="10"/>
          <c:order val="10"/>
          <c:tx>
            <c:v>PS hatch</c:v>
          </c:tx>
          <c:spPr>
            <a:ln xmlns:a="http://schemas.openxmlformats.org/drawingml/2006/main" w="11430">
              <a:solidFill>
                <a:srgbClr val="68B39A"/>
              </a:solidFill>
            </a:ln>
          </c:spPr>
          <c:marker>
            <c:symbol val="none"/>
          </c:marker>
          <c:xVal>
            <c:numRef>
              <c:f>'Chart Data'!$U$2:$U$3</c:f>
              <c:numCache>
                <c:formatCode>General</c:formatCode>
                <c:ptCount val="2"/>
                <c:pt idx="0">
                  <c:v>12.5</c:v>
                </c:pt>
                <c:pt idx="1">
                  <c:v>12.5</c:v>
                </c:pt>
              </c:numCache>
            </c:numRef>
          </c:xVal>
          <c:yVal>
            <c:numRef>
              <c:f>'Chart Data'!$V$2:$V$3</c:f>
              <c:numCache>
                <c:formatCode>0</c:formatCode>
                <c:ptCount val="2"/>
                <c:pt idx="0">
                  <c:v>36.5</c:v>
                </c:pt>
                <c:pt idx="1">
                  <c:v>72</c:v>
                </c:pt>
              </c:numCache>
            </c:numRef>
          </c:yVal>
          <c:smooth val="0"/>
        </c:ser>
        <c:ser>
          <c:idx val="11"/>
          <c:order val="11"/>
          <c:tx>
            <c:v>PS hatch</c:v>
          </c:tx>
          <c:spPr>
            <a:ln xmlns:a="http://schemas.openxmlformats.org/drawingml/2006/main" w="11430">
              <a:solidFill>
                <a:srgbClr val="68B39A"/>
              </a:solidFill>
            </a:ln>
          </c:spPr>
          <c:marker>
            <c:symbol val="none"/>
          </c:marker>
          <c:xVal>
            <c:numRef>
              <c:f>'Chart Data'!$W$2:$W$3</c:f>
              <c:numCache>
                <c:formatCode>General</c:formatCode>
                <c:ptCount val="2"/>
                <c:pt idx="0">
                  <c:v>13.75</c:v>
                </c:pt>
                <c:pt idx="1">
                  <c:v>13.75</c:v>
                </c:pt>
              </c:numCache>
            </c:numRef>
          </c:xVal>
          <c:yVal>
            <c:numRef>
              <c:f>'Chart Data'!$X$2:$X$3</c:f>
              <c:numCache>
                <c:formatCode>0</c:formatCode>
                <c:ptCount val="2"/>
                <c:pt idx="0">
                  <c:v>37.75</c:v>
                </c:pt>
                <c:pt idx="1">
                  <c:v>72</c:v>
                </c:pt>
              </c:numCache>
            </c:numRef>
          </c:yVal>
          <c:smooth val="0"/>
        </c:ser>
        <c:ser>
          <c:idx val="12"/>
          <c:order val="12"/>
          <c:tx>
            <c:v>PS hatch</c:v>
          </c:tx>
          <c:spPr>
            <a:ln xmlns:a="http://schemas.openxmlformats.org/drawingml/2006/main" w="11430">
              <a:solidFill>
                <a:srgbClr val="68B39A"/>
              </a:solidFill>
            </a:ln>
          </c:spPr>
          <c:marker>
            <c:symbol val="none"/>
          </c:marker>
          <c:xVal>
            <c:numRef>
              <c:f>'Chart Data'!$Y$2:$Y$3</c:f>
              <c:numCache>
                <c:formatCode>General</c:formatCode>
                <c:ptCount val="2"/>
                <c:pt idx="0">
                  <c:v>15</c:v>
                </c:pt>
                <c:pt idx="1">
                  <c:v>15</c:v>
                </c:pt>
              </c:numCache>
            </c:numRef>
          </c:xVal>
          <c:yVal>
            <c:numRef>
              <c:f>'Chart Data'!$Z$2:$Z$3</c:f>
              <c:numCache>
                <c:formatCode>0</c:formatCode>
                <c:ptCount val="2"/>
                <c:pt idx="0">
                  <c:v>39</c:v>
                </c:pt>
                <c:pt idx="1">
                  <c:v>72</c:v>
                </c:pt>
              </c:numCache>
            </c:numRef>
          </c:yVal>
          <c:smooth val="0"/>
        </c:ser>
        <c:ser>
          <c:idx val="13"/>
          <c:order val="13"/>
          <c:tx>
            <c:v>PS hatch</c:v>
          </c:tx>
          <c:spPr>
            <a:ln xmlns:a="http://schemas.openxmlformats.org/drawingml/2006/main" w="11430">
              <a:solidFill>
                <a:srgbClr val="68B39A"/>
              </a:solidFill>
            </a:ln>
          </c:spPr>
          <c:marker>
            <c:symbol val="none"/>
          </c:marker>
          <c:xVal>
            <c:numRef>
              <c:f>'Chart Data'!$AA$2:$AA$3</c:f>
              <c:numCache>
                <c:formatCode>General</c:formatCode>
                <c:ptCount val="2"/>
                <c:pt idx="0">
                  <c:v>16.25</c:v>
                </c:pt>
                <c:pt idx="1">
                  <c:v>16.25</c:v>
                </c:pt>
              </c:numCache>
            </c:numRef>
          </c:xVal>
          <c:yVal>
            <c:numRef>
              <c:f>'Chart Data'!$AB$2:$AB$3</c:f>
              <c:numCache>
                <c:formatCode>0</c:formatCode>
                <c:ptCount val="2"/>
                <c:pt idx="0">
                  <c:v>40.25</c:v>
                </c:pt>
                <c:pt idx="1">
                  <c:v>72</c:v>
                </c:pt>
              </c:numCache>
            </c:numRef>
          </c:yVal>
          <c:smooth val="0"/>
        </c:ser>
        <c:ser>
          <c:idx val="14"/>
          <c:order val="14"/>
          <c:tx>
            <c:v>PS hatch</c:v>
          </c:tx>
          <c:spPr>
            <a:ln xmlns:a="http://schemas.openxmlformats.org/drawingml/2006/main" w="11430">
              <a:solidFill>
                <a:srgbClr val="68B39A"/>
              </a:solidFill>
            </a:ln>
          </c:spPr>
          <c:marker>
            <c:symbol val="none"/>
          </c:marker>
          <c:xVal>
            <c:numRef>
              <c:f>'Chart Data'!$AC$2:$AC$3</c:f>
              <c:numCache>
                <c:formatCode>General</c:formatCode>
                <c:ptCount val="2"/>
                <c:pt idx="0">
                  <c:v>17.5</c:v>
                </c:pt>
                <c:pt idx="1">
                  <c:v>17.5</c:v>
                </c:pt>
              </c:numCache>
            </c:numRef>
          </c:xVal>
          <c:yVal>
            <c:numRef>
              <c:f>'Chart Data'!$AD$2:$AD$3</c:f>
              <c:numCache>
                <c:formatCode>0</c:formatCode>
                <c:ptCount val="2"/>
                <c:pt idx="0">
                  <c:v>41.5</c:v>
                </c:pt>
                <c:pt idx="1">
                  <c:v>72</c:v>
                </c:pt>
              </c:numCache>
            </c:numRef>
          </c:yVal>
          <c:smooth val="0"/>
        </c:ser>
        <c:ser>
          <c:idx val="15"/>
          <c:order val="15"/>
          <c:tx>
            <c:v>PS hatch</c:v>
          </c:tx>
          <c:spPr>
            <a:ln xmlns:a="http://schemas.openxmlformats.org/drawingml/2006/main" w="11430">
              <a:solidFill>
                <a:srgbClr val="68B39A"/>
              </a:solidFill>
            </a:ln>
          </c:spPr>
          <c:marker>
            <c:symbol val="none"/>
          </c:marker>
          <c:xVal>
            <c:numRef>
              <c:f>'Chart Data'!$AE$2:$AE$3</c:f>
              <c:numCache>
                <c:formatCode>General</c:formatCode>
                <c:ptCount val="2"/>
                <c:pt idx="0">
                  <c:v>18.75</c:v>
                </c:pt>
                <c:pt idx="1">
                  <c:v>18.75</c:v>
                </c:pt>
              </c:numCache>
            </c:numRef>
          </c:xVal>
          <c:yVal>
            <c:numRef>
              <c:f>'Chart Data'!$AF$2:$AF$3</c:f>
              <c:numCache>
                <c:formatCode>0</c:formatCode>
                <c:ptCount val="2"/>
                <c:pt idx="0">
                  <c:v>42.75</c:v>
                </c:pt>
                <c:pt idx="1">
                  <c:v>72</c:v>
                </c:pt>
              </c:numCache>
            </c:numRef>
          </c:yVal>
          <c:smooth val="0"/>
        </c:ser>
        <c:ser>
          <c:idx val="16"/>
          <c:order val="16"/>
          <c:tx>
            <c:v>PS hatch</c:v>
          </c:tx>
          <c:spPr>
            <a:ln xmlns:a="http://schemas.openxmlformats.org/drawingml/2006/main" w="11430">
              <a:solidFill>
                <a:srgbClr val="68B39A"/>
              </a:solidFill>
            </a:ln>
          </c:spPr>
          <c:marker>
            <c:symbol val="none"/>
          </c:marker>
          <c:xVal>
            <c:numRef>
              <c:f>'Chart Data'!$AG$2:$AG$3</c:f>
              <c:numCache>
                <c:formatCode>General</c:formatCode>
                <c:ptCount val="2"/>
                <c:pt idx="0">
                  <c:v>20</c:v>
                </c:pt>
                <c:pt idx="1">
                  <c:v>20</c:v>
                </c:pt>
              </c:numCache>
            </c:numRef>
          </c:xVal>
          <c:yVal>
            <c:numRef>
              <c:f>'Chart Data'!$AH$2:$AH$3</c:f>
              <c:numCache>
                <c:formatCode>0</c:formatCode>
                <c:ptCount val="2"/>
                <c:pt idx="0">
                  <c:v>44</c:v>
                </c:pt>
                <c:pt idx="1">
                  <c:v>72</c:v>
                </c:pt>
              </c:numCache>
            </c:numRef>
          </c:yVal>
          <c:smooth val="0"/>
        </c:ser>
        <c:ser>
          <c:idx val="17"/>
          <c:order val="17"/>
          <c:tx>
            <c:v>PS hatch</c:v>
          </c:tx>
          <c:spPr>
            <a:ln xmlns:a="http://schemas.openxmlformats.org/drawingml/2006/main" w="11430">
              <a:solidFill>
                <a:srgbClr val="68B39A"/>
              </a:solidFill>
            </a:ln>
          </c:spPr>
          <c:marker>
            <c:symbol val="none"/>
          </c:marker>
          <c:xVal>
            <c:numRef>
              <c:f>'Chart Data'!$AI$2:$AI$3</c:f>
              <c:numCache>
                <c:formatCode>General</c:formatCode>
                <c:ptCount val="2"/>
                <c:pt idx="0">
                  <c:v>21.25</c:v>
                </c:pt>
                <c:pt idx="1">
                  <c:v>21.25</c:v>
                </c:pt>
              </c:numCache>
            </c:numRef>
          </c:xVal>
          <c:yVal>
            <c:numRef>
              <c:f>'Chart Data'!$AJ$2:$AJ$3</c:f>
              <c:numCache>
                <c:formatCode>0</c:formatCode>
                <c:ptCount val="2"/>
                <c:pt idx="0">
                  <c:v>45.25</c:v>
                </c:pt>
                <c:pt idx="1">
                  <c:v>72</c:v>
                </c:pt>
              </c:numCache>
            </c:numRef>
          </c:yVal>
          <c:smooth val="0"/>
        </c:ser>
        <c:ser>
          <c:idx val="18"/>
          <c:order val="18"/>
          <c:tx>
            <c:v>PS hatch</c:v>
          </c:tx>
          <c:spPr>
            <a:ln xmlns:a="http://schemas.openxmlformats.org/drawingml/2006/main" w="11430">
              <a:solidFill>
                <a:srgbClr val="68B39A"/>
              </a:solidFill>
            </a:ln>
          </c:spPr>
          <c:marker>
            <c:symbol val="none"/>
          </c:marker>
          <c:xVal>
            <c:numRef>
              <c:f>'Chart Data'!$AK$2:$AK$3</c:f>
              <c:numCache>
                <c:formatCode>General</c:formatCode>
                <c:ptCount val="2"/>
                <c:pt idx="0">
                  <c:v>22.5</c:v>
                </c:pt>
                <c:pt idx="1">
                  <c:v>22.5</c:v>
                </c:pt>
              </c:numCache>
            </c:numRef>
          </c:xVal>
          <c:yVal>
            <c:numRef>
              <c:f>'Chart Data'!$AL$2:$AL$3</c:f>
              <c:numCache>
                <c:formatCode>0</c:formatCode>
                <c:ptCount val="2"/>
                <c:pt idx="0">
                  <c:v>46.5</c:v>
                </c:pt>
                <c:pt idx="1">
                  <c:v>72</c:v>
                </c:pt>
              </c:numCache>
            </c:numRef>
          </c:yVal>
          <c:smooth val="0"/>
        </c:ser>
        <c:ser>
          <c:idx val="19"/>
          <c:order val="19"/>
          <c:tx>
            <c:v>PS hatch</c:v>
          </c:tx>
          <c:spPr>
            <a:ln xmlns:a="http://schemas.openxmlformats.org/drawingml/2006/main" w="11430">
              <a:solidFill>
                <a:srgbClr val="68B39A"/>
              </a:solidFill>
            </a:ln>
          </c:spPr>
          <c:marker>
            <c:symbol val="none"/>
          </c:marker>
          <c:xVal>
            <c:numRef>
              <c:f>'Chart Data'!$AM$2:$AM$3</c:f>
              <c:numCache>
                <c:formatCode>General</c:formatCode>
                <c:ptCount val="2"/>
                <c:pt idx="0">
                  <c:v>23.75</c:v>
                </c:pt>
                <c:pt idx="1">
                  <c:v>23.75</c:v>
                </c:pt>
              </c:numCache>
            </c:numRef>
          </c:xVal>
          <c:yVal>
            <c:numRef>
              <c:f>'Chart Data'!$AN$2:$AN$3</c:f>
              <c:numCache>
                <c:formatCode>0</c:formatCode>
                <c:ptCount val="2"/>
                <c:pt idx="0">
                  <c:v>47.75</c:v>
                </c:pt>
                <c:pt idx="1">
                  <c:v>72</c:v>
                </c:pt>
              </c:numCache>
            </c:numRef>
          </c:yVal>
          <c:smooth val="0"/>
        </c:ser>
        <c:ser>
          <c:idx val="20"/>
          <c:order val="20"/>
          <c:tx>
            <c:v>Qm</c:v>
          </c:tx>
          <c:spPr>
            <a:ln xmlns:a="http://schemas.openxmlformats.org/drawingml/2006/main" w="12383">
              <a:solidFill>
                <a:srgbClr val="445B6B"/>
              </a:solidFill>
            </a:ln>
          </c:spPr>
          <c:marker>
            <c:symbol val="none"/>
          </c:marker>
          <c:xVal>
            <c:numRef>
              <c:f>'Chart Data'!$AO$2:$AO$3</c:f>
              <c:numCache>
                <c:formatCode>General</c:formatCode>
                <c:ptCount val="2"/>
                <c:pt idx="0">
                  <c:v>24</c:v>
                </c:pt>
                <c:pt idx="1">
                  <c:v>24</c:v>
                </c:pt>
              </c:numCache>
            </c:numRef>
          </c:xVal>
          <c:yVal>
            <c:numRef>
              <c:f>'Chart Data'!$AP$2:$AP$3</c:f>
              <c:numCache>
                <c:formatCode>0</c:formatCode>
                <c:ptCount val="2"/>
                <c:pt idx="0">
                  <c:v>0</c:v>
                </c:pt>
                <c:pt idx="1">
                  <c:v>72</c:v>
                </c:pt>
              </c:numCache>
            </c:numRef>
          </c:yVal>
          <c:smooth val="0"/>
        </c:ser>
        <c:ser>
          <c:idx val="21"/>
          <c:order val="21"/>
          <c:tx>
            <c:v>Pm</c:v>
          </c:tx>
          <c:spPr>
            <a:ln xmlns:a="http://schemas.openxmlformats.org/drawingml/2006/main" w="12383">
              <a:solidFill>
                <a:srgbClr val="445B6B"/>
              </a:solidFill>
            </a:ln>
          </c:spPr>
          <c:marker>
            <c:symbol val="none"/>
          </c:marker>
          <c:xVal>
            <c:numRef>
              <c:f>'Chart Data'!$AQ$2:$AQ$3</c:f>
              <c:numCache>
                <c:formatCode>General</c:formatCode>
                <c:ptCount val="2"/>
                <c:pt idx="0">
                  <c:v>0</c:v>
                </c:pt>
                <c:pt idx="1">
                  <c:v>24</c:v>
                </c:pt>
              </c:numCache>
            </c:numRef>
          </c:xVal>
          <c:yVal>
            <c:numRef>
              <c:f>'Chart Data'!$AR$2:$AR$3</c:f>
              <c:numCache>
                <c:formatCode>0</c:formatCode>
                <c:ptCount val="2"/>
                <c:pt idx="0">
                  <c:v>72</c:v>
                </c:pt>
                <c:pt idx="1">
                  <c:v>72</c:v>
                </c:pt>
              </c:numCache>
            </c:numRef>
          </c:yVal>
          <c:smooth val="0"/>
        </c:ser>
        <c:ser>
          <c:idx val="22"/>
          <c:order val="2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Data'!$AS$2:$AS$2</c:f>
              <c:numCache>
                <c:formatCode>General</c:formatCode>
                <c:ptCount val="1"/>
                <c:pt idx="0">
                  <c:v>24.9</c:v>
                </c:pt>
              </c:numCache>
            </c:numRef>
          </c:xVal>
          <c:yVal>
            <c:numRef>
              <c:f>'Chart Data'!$AT$2:$AT$2</c:f>
              <c:numCache>
                <c:formatCode>0</c:formatCode>
                <c:ptCount val="1"/>
                <c:pt idx="0">
                  <c:v>78.5</c:v>
                </c:pt>
              </c:numCache>
            </c:numRef>
          </c:yVal>
          <c:smooth val="0"/>
        </c:ser>
        <c:ser>
          <c:idx val="23"/>
          <c:order val="23"/>
          <c:tx>
            <c:v>PS split</c:v>
          </c:tx>
          <c:spPr>
            <a:ln xmlns:a="http://schemas.openxmlformats.org/drawingml/2006/main" w="12383">
              <a:solidFill>
                <a:srgbClr val="445B6B"/>
              </a:solidFill>
            </a:ln>
          </c:spPr>
          <c:marker>
            <c:symbol val="none"/>
          </c:marker>
          <c:xVal>
            <c:numRef>
              <c:f>'Chart Data'!$AU$2:$AU$3</c:f>
              <c:numCache>
                <c:formatCode>General</c:formatCode>
                <c:ptCount val="2"/>
                <c:pt idx="0">
                  <c:v>0</c:v>
                </c:pt>
                <c:pt idx="1">
                  <c:v>24</c:v>
                </c:pt>
              </c:numCache>
            </c:numRef>
          </c:xVal>
          <c:yVal>
            <c:numRef>
              <c:f>'Chart Data'!$AV$2:$AV$3</c:f>
              <c:numCache>
                <c:formatCode>0</c:formatCode>
                <c:ptCount val="2"/>
                <c:pt idx="0">
                  <c:v>48</c:v>
                </c:pt>
                <c:pt idx="1">
                  <c:v>48</c:v>
                </c:pt>
              </c:numCache>
            </c:numRef>
          </c:yVal>
          <c:smooth val="0"/>
        </c:ser>
        <c:ser>
          <c:idx val="24"/>
          <c:order val="24"/>
          <c:tx>
            <c:v>Vraag = GO</c:v>
          </c:tx>
          <c:spPr>
            <a:ln xmlns:a="http://schemas.openxmlformats.org/drawingml/2006/main" w="38100">
              <a:solidFill>
                <a:srgbClr val="17658A"/>
              </a:solidFill>
            </a:ln>
          </c:spPr>
          <c:marker>
            <c:symbol val="none"/>
          </c:marker>
          <c:xVal>
            <c:numRef>
              <c:f>'Chart Data'!$AW$2:$AW$3</c:f>
              <c:numCache>
                <c:formatCode>General</c:formatCode>
                <c:ptCount val="2"/>
                <c:pt idx="0">
                  <c:v>0</c:v>
                </c:pt>
                <c:pt idx="1">
                  <c:v>60</c:v>
                </c:pt>
              </c:numCache>
            </c:numRef>
          </c:xVal>
          <c:yVal>
            <c:numRef>
              <c:f>'Chart Data'!$AX$2:$AX$3</c:f>
              <c:numCache>
                <c:formatCode>0</c:formatCode>
                <c:ptCount val="2"/>
                <c:pt idx="0">
                  <c:v>96</c:v>
                </c:pt>
                <c:pt idx="1">
                  <c:v>36</c:v>
                </c:pt>
              </c:numCache>
            </c:numRef>
          </c:yVal>
          <c:smooth val="0"/>
        </c:ser>
        <c:ser>
          <c:idx val="25"/>
          <c:order val="25"/>
          <c:tx>
            <c:v>MK</c:v>
          </c:tx>
          <c:spPr>
            <a:ln xmlns:a="http://schemas.openxmlformats.org/drawingml/2006/main" w="38100">
              <a:solidFill>
                <a:srgbClr val="A94D16"/>
              </a:solidFill>
            </a:ln>
          </c:spPr>
          <c:marker>
            <c:symbol val="none"/>
          </c:marker>
          <c:xVal>
            <c:numRef>
              <c:f>'Chart Data'!$AY$2:$AY$3</c:f>
              <c:numCache>
                <c:formatCode>General</c:formatCode>
                <c:ptCount val="2"/>
                <c:pt idx="0">
                  <c:v>0</c:v>
                </c:pt>
                <c:pt idx="1">
                  <c:v>60</c:v>
                </c:pt>
              </c:numCache>
            </c:numRef>
          </c:xVal>
          <c:yVal>
            <c:numRef>
              <c:f>'Chart Data'!$AZ$2:$AZ$3</c:f>
              <c:numCache>
                <c:formatCode>0</c:formatCode>
                <c:ptCount val="2"/>
                <c:pt idx="0">
                  <c:v>24</c:v>
                </c:pt>
                <c:pt idx="1">
                  <c:v>84</c:v>
                </c:pt>
              </c:numCache>
            </c:numRef>
          </c:yVal>
          <c:smooth val="0"/>
        </c:ser>
        <c:ser>
          <c:idx val="26"/>
          <c:order val="26"/>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Data'!$BA$2:$BA$2</c:f>
              <c:numCache>
                <c:formatCode>General</c:formatCode>
                <c:ptCount val="1"/>
                <c:pt idx="0">
                  <c:v>46.8</c:v>
                </c:pt>
              </c:numCache>
            </c:numRef>
          </c:xVal>
          <c:yVal>
            <c:numRef>
              <c:f>'Chart Data'!$BB$2:$BB$2</c:f>
              <c:numCache>
                <c:formatCode>0</c:formatCode>
                <c:ptCount val="1"/>
                <c:pt idx="0">
                  <c:v>31.2</c:v>
                </c:pt>
              </c:numCache>
            </c:numRef>
          </c:yVal>
          <c:smooth val="0"/>
        </c:ser>
        <c:ser>
          <c:idx val="27"/>
          <c:order val="27"/>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Data'!$BC$2:$BC$2</c:f>
              <c:numCache>
                <c:formatCode>General</c:formatCode>
                <c:ptCount val="1"/>
                <c:pt idx="0">
                  <c:v>53.4</c:v>
                </c:pt>
              </c:numCache>
            </c:numRef>
          </c:xVal>
          <c:yVal>
            <c:numRef>
              <c:f>'Chart Data'!$BD$2:$BD$2</c:f>
              <c:numCache>
                <c:formatCode>0</c:formatCode>
                <c:ptCount val="1"/>
                <c:pt idx="0">
                  <c:v>84.9</c:v>
                </c:pt>
              </c:numCache>
            </c:numRef>
          </c:yVal>
          <c:smooth val="0"/>
        </c:ser>
        <c:ser>
          <c:idx val="28"/>
          <c:order val="28"/>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Data'!$BE$2:$BE$2</c:f>
              <c:numCache>
                <c:formatCode>General</c:formatCode>
                <c:ptCount val="1"/>
                <c:pt idx="0">
                  <c:v>24</c:v>
                </c:pt>
              </c:numCache>
            </c:numRef>
          </c:xVal>
          <c:yVal>
            <c:numRef>
              <c:f>'Chart Data'!$BF$2:$BF$2</c:f>
              <c:numCache>
                <c:formatCode>0</c:formatCode>
                <c:ptCount val="1"/>
                <c:pt idx="0">
                  <c:v>72</c:v>
                </c:pt>
              </c:numCache>
            </c:numRef>
          </c:yVal>
          <c:smooth val="0"/>
        </c:ser>
        <c:ser>
          <c:idx val="29"/>
          <c:order val="29"/>
          <c:tx>
            <c:v>PS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Data'!$BG$2:$BG$2</c:f>
              <c:numCache>
                <c:formatCode>General</c:formatCode>
                <c:ptCount val="1"/>
                <c:pt idx="0">
                  <c:v>8.16</c:v>
                </c:pt>
              </c:numCache>
            </c:numRef>
          </c:xVal>
          <c:yVal>
            <c:numRef>
              <c:f>'Chart Data'!$BH$2:$BH$2</c:f>
              <c:numCache>
                <c:formatCode>0</c:formatCode>
                <c:ptCount val="1"/>
                <c:pt idx="0">
                  <c:v>51.36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CSe boundary</c:v>
          </c:tx>
          <c:spPr>
            <a:ln xmlns:a="http://schemas.openxmlformats.org/drawingml/2006/main" w="21908">
              <a:solidFill>
                <a:srgbClr val="85B8D6"/>
              </a:solidFill>
            </a:ln>
          </c:spPr>
          <c:marker>
            <c:symbol val="none"/>
          </c:marker>
          <c:xVal>
            <c:numRef>
              <c:f>'Chart Data'!$A$2:$A$5</c:f>
              <c:numCache>
                <c:formatCode>General</c:formatCode>
                <c:ptCount val="4"/>
                <c:pt idx="0">
                  <c:v>0</c:v>
                </c:pt>
                <c:pt idx="1">
                  <c:v>36</c:v>
                </c:pt>
                <c:pt idx="2">
                  <c:v>0</c:v>
                </c:pt>
                <c:pt idx="3">
                  <c:v>0</c:v>
                </c:pt>
              </c:numCache>
            </c:numRef>
          </c:xVal>
          <c:yVal>
            <c:numRef>
              <c:f>'Chart Data'!$B$2:$B$5</c:f>
              <c:numCache>
                <c:formatCode>0</c:formatCode>
                <c:ptCount val="4"/>
                <c:pt idx="0">
                  <c:v>60</c:v>
                </c:pt>
                <c:pt idx="1">
                  <c:v>60</c:v>
                </c:pt>
                <c:pt idx="2">
                  <c:v>96</c:v>
                </c:pt>
                <c:pt idx="3">
                  <c:v>60</c:v>
                </c:pt>
              </c:numCache>
            </c:numRef>
          </c:yVal>
          <c:smooth val="0"/>
        </c:ser>
        <c:ser>
          <c:idx val="1"/>
          <c:order val="1"/>
          <c:tx>
            <c:v>CSe hatch</c:v>
          </c:tx>
          <c:spPr>
            <a:ln xmlns:a="http://schemas.openxmlformats.org/drawingml/2006/main" w="11430">
              <a:solidFill>
                <a:srgbClr val="85B8D6"/>
              </a:solidFill>
            </a:ln>
          </c:spPr>
          <c:marker>
            <c:symbol val="none"/>
          </c:marker>
          <c:xVal>
            <c:numRef>
              <c:f>'Chart Data'!$C$2:$C$3</c:f>
              <c:numCache>
                <c:formatCode>General</c:formatCode>
                <c:ptCount val="2"/>
                <c:pt idx="0">
                  <c:v>1.25</c:v>
                </c:pt>
                <c:pt idx="1">
                  <c:v>1.25</c:v>
                </c:pt>
              </c:numCache>
            </c:numRef>
          </c:xVal>
          <c:yVal>
            <c:numRef>
              <c:f>'Chart Data'!$D$2:$D$3</c:f>
              <c:numCache>
                <c:formatCode>0</c:formatCode>
                <c:ptCount val="2"/>
                <c:pt idx="0">
                  <c:v>60</c:v>
                </c:pt>
                <c:pt idx="1">
                  <c:v>94.75</c:v>
                </c:pt>
              </c:numCache>
            </c:numRef>
          </c:yVal>
          <c:smooth val="0"/>
        </c:ser>
        <c:ser>
          <c:idx val="2"/>
          <c:order val="2"/>
          <c:tx>
            <c:v>CSe hatch</c:v>
          </c:tx>
          <c:spPr>
            <a:ln xmlns:a="http://schemas.openxmlformats.org/drawingml/2006/main" w="11430">
              <a:solidFill>
                <a:srgbClr val="85B8D6"/>
              </a:solidFill>
            </a:ln>
          </c:spPr>
          <c:marker>
            <c:symbol val="none"/>
          </c:marker>
          <c:xVal>
            <c:numRef>
              <c:f>'Chart Data'!$E$2:$E$3</c:f>
              <c:numCache>
                <c:formatCode>General</c:formatCode>
                <c:ptCount val="2"/>
                <c:pt idx="0">
                  <c:v>2.5</c:v>
                </c:pt>
                <c:pt idx="1">
                  <c:v>2.5</c:v>
                </c:pt>
              </c:numCache>
            </c:numRef>
          </c:xVal>
          <c:yVal>
            <c:numRef>
              <c:f>'Chart Data'!$F$2:$F$3</c:f>
              <c:numCache>
                <c:formatCode>0</c:formatCode>
                <c:ptCount val="2"/>
                <c:pt idx="0">
                  <c:v>60</c:v>
                </c:pt>
                <c:pt idx="1">
                  <c:v>93.5</c:v>
                </c:pt>
              </c:numCache>
            </c:numRef>
          </c:yVal>
          <c:smooth val="0"/>
        </c:ser>
        <c:ser>
          <c:idx val="3"/>
          <c:order val="3"/>
          <c:tx>
            <c:v>CSe hatch</c:v>
          </c:tx>
          <c:spPr>
            <a:ln xmlns:a="http://schemas.openxmlformats.org/drawingml/2006/main" w="11430">
              <a:solidFill>
                <a:srgbClr val="85B8D6"/>
              </a:solidFill>
            </a:ln>
          </c:spPr>
          <c:marker>
            <c:symbol val="none"/>
          </c:marker>
          <c:xVal>
            <c:numRef>
              <c:f>'Chart Data'!$G$2:$G$3</c:f>
              <c:numCache>
                <c:formatCode>General</c:formatCode>
                <c:ptCount val="2"/>
                <c:pt idx="0">
                  <c:v>3.75</c:v>
                </c:pt>
                <c:pt idx="1">
                  <c:v>3.75</c:v>
                </c:pt>
              </c:numCache>
            </c:numRef>
          </c:xVal>
          <c:yVal>
            <c:numRef>
              <c:f>'Chart Data'!$H$2:$H$3</c:f>
              <c:numCache>
                <c:formatCode>0</c:formatCode>
                <c:ptCount val="2"/>
                <c:pt idx="0">
                  <c:v>60</c:v>
                </c:pt>
                <c:pt idx="1">
                  <c:v>92.25</c:v>
                </c:pt>
              </c:numCache>
            </c:numRef>
          </c:yVal>
          <c:smooth val="0"/>
        </c:ser>
        <c:ser>
          <c:idx val="4"/>
          <c:order val="4"/>
          <c:tx>
            <c:v>CSe hatch</c:v>
          </c:tx>
          <c:spPr>
            <a:ln xmlns:a="http://schemas.openxmlformats.org/drawingml/2006/main" w="11430">
              <a:solidFill>
                <a:srgbClr val="85B8D6"/>
              </a:solidFill>
            </a:ln>
          </c:spPr>
          <c:marker>
            <c:symbol val="none"/>
          </c:marker>
          <c:xVal>
            <c:numRef>
              <c:f>'Chart Data'!$I$2:$I$3</c:f>
              <c:numCache>
                <c:formatCode>General</c:formatCode>
                <c:ptCount val="2"/>
                <c:pt idx="0">
                  <c:v>5</c:v>
                </c:pt>
                <c:pt idx="1">
                  <c:v>5</c:v>
                </c:pt>
              </c:numCache>
            </c:numRef>
          </c:xVal>
          <c:yVal>
            <c:numRef>
              <c:f>'Chart Data'!$J$2:$J$3</c:f>
              <c:numCache>
                <c:formatCode>0</c:formatCode>
                <c:ptCount val="2"/>
                <c:pt idx="0">
                  <c:v>60</c:v>
                </c:pt>
                <c:pt idx="1">
                  <c:v>91</c:v>
                </c:pt>
              </c:numCache>
            </c:numRef>
          </c:yVal>
          <c:smooth val="0"/>
        </c:ser>
        <c:ser>
          <c:idx val="5"/>
          <c:order val="5"/>
          <c:tx>
            <c:v>CSe hatch</c:v>
          </c:tx>
          <c:spPr>
            <a:ln xmlns:a="http://schemas.openxmlformats.org/drawingml/2006/main" w="11430">
              <a:solidFill>
                <a:srgbClr val="85B8D6"/>
              </a:solidFill>
            </a:ln>
          </c:spPr>
          <c:marker>
            <c:symbol val="none"/>
          </c:marker>
          <c:xVal>
            <c:numRef>
              <c:f>'Chart Data'!$K$2:$K$3</c:f>
              <c:numCache>
                <c:formatCode>General</c:formatCode>
                <c:ptCount val="2"/>
                <c:pt idx="0">
                  <c:v>6.25</c:v>
                </c:pt>
                <c:pt idx="1">
                  <c:v>6.25</c:v>
                </c:pt>
              </c:numCache>
            </c:numRef>
          </c:xVal>
          <c:yVal>
            <c:numRef>
              <c:f>'Chart Data'!$L$2:$L$3</c:f>
              <c:numCache>
                <c:formatCode>0</c:formatCode>
                <c:ptCount val="2"/>
                <c:pt idx="0">
                  <c:v>60</c:v>
                </c:pt>
                <c:pt idx="1">
                  <c:v>89.75</c:v>
                </c:pt>
              </c:numCache>
            </c:numRef>
          </c:yVal>
          <c:smooth val="0"/>
        </c:ser>
        <c:ser>
          <c:idx val="6"/>
          <c:order val="6"/>
          <c:tx>
            <c:v>CSe hatch</c:v>
          </c:tx>
          <c:spPr>
            <a:ln xmlns:a="http://schemas.openxmlformats.org/drawingml/2006/main" w="11430">
              <a:solidFill>
                <a:srgbClr val="85B8D6"/>
              </a:solidFill>
            </a:ln>
          </c:spPr>
          <c:marker>
            <c:symbol val="none"/>
          </c:marker>
          <c:xVal>
            <c:numRef>
              <c:f>'Chart Data'!$M$2:$M$3</c:f>
              <c:numCache>
                <c:formatCode>General</c:formatCode>
                <c:ptCount val="2"/>
                <c:pt idx="0">
                  <c:v>7.5</c:v>
                </c:pt>
                <c:pt idx="1">
                  <c:v>7.5</c:v>
                </c:pt>
              </c:numCache>
            </c:numRef>
          </c:xVal>
          <c:yVal>
            <c:numRef>
              <c:f>'Chart Data'!$N$2:$N$3</c:f>
              <c:numCache>
                <c:formatCode>0</c:formatCode>
                <c:ptCount val="2"/>
                <c:pt idx="0">
                  <c:v>60</c:v>
                </c:pt>
                <c:pt idx="1">
                  <c:v>88.5</c:v>
                </c:pt>
              </c:numCache>
            </c:numRef>
          </c:yVal>
          <c:smooth val="0"/>
        </c:ser>
        <c:ser>
          <c:idx val="7"/>
          <c:order val="7"/>
          <c:tx>
            <c:v>CSe hatch</c:v>
          </c:tx>
          <c:spPr>
            <a:ln xmlns:a="http://schemas.openxmlformats.org/drawingml/2006/main" w="11430">
              <a:solidFill>
                <a:srgbClr val="85B8D6"/>
              </a:solidFill>
            </a:ln>
          </c:spPr>
          <c:marker>
            <c:symbol val="none"/>
          </c:marker>
          <c:xVal>
            <c:numRef>
              <c:f>'Chart Data'!$O$2:$O$3</c:f>
              <c:numCache>
                <c:formatCode>General</c:formatCode>
                <c:ptCount val="2"/>
                <c:pt idx="0">
                  <c:v>8.75</c:v>
                </c:pt>
                <c:pt idx="1">
                  <c:v>8.75</c:v>
                </c:pt>
              </c:numCache>
            </c:numRef>
          </c:xVal>
          <c:yVal>
            <c:numRef>
              <c:f>'Chart Data'!$P$2:$P$3</c:f>
              <c:numCache>
                <c:formatCode>0</c:formatCode>
                <c:ptCount val="2"/>
                <c:pt idx="0">
                  <c:v>60</c:v>
                </c:pt>
                <c:pt idx="1">
                  <c:v>87.25</c:v>
                </c:pt>
              </c:numCache>
            </c:numRef>
          </c:yVal>
          <c:smooth val="0"/>
        </c:ser>
        <c:ser>
          <c:idx val="8"/>
          <c:order val="8"/>
          <c:tx>
            <c:v>CSe hatch</c:v>
          </c:tx>
          <c:spPr>
            <a:ln xmlns:a="http://schemas.openxmlformats.org/drawingml/2006/main" w="11430">
              <a:solidFill>
                <a:srgbClr val="85B8D6"/>
              </a:solidFill>
            </a:ln>
          </c:spPr>
          <c:marker>
            <c:symbol val="none"/>
          </c:marker>
          <c:xVal>
            <c:numRef>
              <c:f>'Chart Data'!$Q$2:$Q$3</c:f>
              <c:numCache>
                <c:formatCode>General</c:formatCode>
                <c:ptCount val="2"/>
                <c:pt idx="0">
                  <c:v>10</c:v>
                </c:pt>
                <c:pt idx="1">
                  <c:v>10</c:v>
                </c:pt>
              </c:numCache>
            </c:numRef>
          </c:xVal>
          <c:yVal>
            <c:numRef>
              <c:f>'Chart Data'!$R$2:$R$3</c:f>
              <c:numCache>
                <c:formatCode>0</c:formatCode>
                <c:ptCount val="2"/>
                <c:pt idx="0">
                  <c:v>60</c:v>
                </c:pt>
                <c:pt idx="1">
                  <c:v>86</c:v>
                </c:pt>
              </c:numCache>
            </c:numRef>
          </c:yVal>
          <c:smooth val="0"/>
        </c:ser>
        <c:ser>
          <c:idx val="9"/>
          <c:order val="9"/>
          <c:tx>
            <c:v>CSe hatch</c:v>
          </c:tx>
          <c:spPr>
            <a:ln xmlns:a="http://schemas.openxmlformats.org/drawingml/2006/main" w="11430">
              <a:solidFill>
                <a:srgbClr val="85B8D6"/>
              </a:solidFill>
            </a:ln>
          </c:spPr>
          <c:marker>
            <c:symbol val="none"/>
          </c:marker>
          <c:xVal>
            <c:numRef>
              <c:f>'Chart Data'!$S$2:$S$3</c:f>
              <c:numCache>
                <c:formatCode>General</c:formatCode>
                <c:ptCount val="2"/>
                <c:pt idx="0">
                  <c:v>11.25</c:v>
                </c:pt>
                <c:pt idx="1">
                  <c:v>11.25</c:v>
                </c:pt>
              </c:numCache>
            </c:numRef>
          </c:xVal>
          <c:yVal>
            <c:numRef>
              <c:f>'Chart Data'!$T$2:$T$3</c:f>
              <c:numCache>
                <c:formatCode>0</c:formatCode>
                <c:ptCount val="2"/>
                <c:pt idx="0">
                  <c:v>60</c:v>
                </c:pt>
                <c:pt idx="1">
                  <c:v>84.75</c:v>
                </c:pt>
              </c:numCache>
            </c:numRef>
          </c:yVal>
          <c:smooth val="0"/>
        </c:ser>
        <c:ser>
          <c:idx val="10"/>
          <c:order val="10"/>
          <c:tx>
            <c:v>CSe hatch</c:v>
          </c:tx>
          <c:spPr>
            <a:ln xmlns:a="http://schemas.openxmlformats.org/drawingml/2006/main" w="11430">
              <a:solidFill>
                <a:srgbClr val="85B8D6"/>
              </a:solidFill>
            </a:ln>
          </c:spPr>
          <c:marker>
            <c:symbol val="none"/>
          </c:marker>
          <c:xVal>
            <c:numRef>
              <c:f>'Chart Data'!$U$2:$U$3</c:f>
              <c:numCache>
                <c:formatCode>General</c:formatCode>
                <c:ptCount val="2"/>
                <c:pt idx="0">
                  <c:v>12.5</c:v>
                </c:pt>
                <c:pt idx="1">
                  <c:v>12.5</c:v>
                </c:pt>
              </c:numCache>
            </c:numRef>
          </c:xVal>
          <c:yVal>
            <c:numRef>
              <c:f>'Chart Data'!$V$2:$V$3</c:f>
              <c:numCache>
                <c:formatCode>0</c:formatCode>
                <c:ptCount val="2"/>
                <c:pt idx="0">
                  <c:v>60</c:v>
                </c:pt>
                <c:pt idx="1">
                  <c:v>83.5</c:v>
                </c:pt>
              </c:numCache>
            </c:numRef>
          </c:yVal>
          <c:smooth val="0"/>
        </c:ser>
        <c:ser>
          <c:idx val="11"/>
          <c:order val="11"/>
          <c:tx>
            <c:v>CSe hatch</c:v>
          </c:tx>
          <c:spPr>
            <a:ln xmlns:a="http://schemas.openxmlformats.org/drawingml/2006/main" w="11430">
              <a:solidFill>
                <a:srgbClr val="85B8D6"/>
              </a:solidFill>
            </a:ln>
          </c:spPr>
          <c:marker>
            <c:symbol val="none"/>
          </c:marker>
          <c:xVal>
            <c:numRef>
              <c:f>'Chart Data'!$W$2:$W$3</c:f>
              <c:numCache>
                <c:formatCode>General</c:formatCode>
                <c:ptCount val="2"/>
                <c:pt idx="0">
                  <c:v>13.75</c:v>
                </c:pt>
                <c:pt idx="1">
                  <c:v>13.75</c:v>
                </c:pt>
              </c:numCache>
            </c:numRef>
          </c:xVal>
          <c:yVal>
            <c:numRef>
              <c:f>'Chart Data'!$X$2:$X$3</c:f>
              <c:numCache>
                <c:formatCode>0</c:formatCode>
                <c:ptCount val="2"/>
                <c:pt idx="0">
                  <c:v>60</c:v>
                </c:pt>
                <c:pt idx="1">
                  <c:v>82.25</c:v>
                </c:pt>
              </c:numCache>
            </c:numRef>
          </c:yVal>
          <c:smooth val="0"/>
        </c:ser>
        <c:ser>
          <c:idx val="12"/>
          <c:order val="12"/>
          <c:tx>
            <c:v>CSe hatch</c:v>
          </c:tx>
          <c:spPr>
            <a:ln xmlns:a="http://schemas.openxmlformats.org/drawingml/2006/main" w="11430">
              <a:solidFill>
                <a:srgbClr val="85B8D6"/>
              </a:solidFill>
            </a:ln>
          </c:spPr>
          <c:marker>
            <c:symbol val="none"/>
          </c:marker>
          <c:xVal>
            <c:numRef>
              <c:f>'Chart Data'!$Y$2:$Y$3</c:f>
              <c:numCache>
                <c:formatCode>General</c:formatCode>
                <c:ptCount val="2"/>
                <c:pt idx="0">
                  <c:v>15</c:v>
                </c:pt>
                <c:pt idx="1">
                  <c:v>15</c:v>
                </c:pt>
              </c:numCache>
            </c:numRef>
          </c:xVal>
          <c:yVal>
            <c:numRef>
              <c:f>'Chart Data'!$Z$2:$Z$3</c:f>
              <c:numCache>
                <c:formatCode>0</c:formatCode>
                <c:ptCount val="2"/>
                <c:pt idx="0">
                  <c:v>60</c:v>
                </c:pt>
                <c:pt idx="1">
                  <c:v>81</c:v>
                </c:pt>
              </c:numCache>
            </c:numRef>
          </c:yVal>
          <c:smooth val="0"/>
        </c:ser>
        <c:ser>
          <c:idx val="13"/>
          <c:order val="13"/>
          <c:tx>
            <c:v>CSe hatch</c:v>
          </c:tx>
          <c:spPr>
            <a:ln xmlns:a="http://schemas.openxmlformats.org/drawingml/2006/main" w="11430">
              <a:solidFill>
                <a:srgbClr val="85B8D6"/>
              </a:solidFill>
            </a:ln>
          </c:spPr>
          <c:marker>
            <c:symbol val="none"/>
          </c:marker>
          <c:xVal>
            <c:numRef>
              <c:f>'Chart Data'!$AA$2:$AA$3</c:f>
              <c:numCache>
                <c:formatCode>General</c:formatCode>
                <c:ptCount val="2"/>
                <c:pt idx="0">
                  <c:v>16.25</c:v>
                </c:pt>
                <c:pt idx="1">
                  <c:v>16.25</c:v>
                </c:pt>
              </c:numCache>
            </c:numRef>
          </c:xVal>
          <c:yVal>
            <c:numRef>
              <c:f>'Chart Data'!$AB$2:$AB$3</c:f>
              <c:numCache>
                <c:formatCode>0</c:formatCode>
                <c:ptCount val="2"/>
                <c:pt idx="0">
                  <c:v>60</c:v>
                </c:pt>
                <c:pt idx="1">
                  <c:v>79.75</c:v>
                </c:pt>
              </c:numCache>
            </c:numRef>
          </c:yVal>
          <c:smooth val="0"/>
        </c:ser>
        <c:ser>
          <c:idx val="14"/>
          <c:order val="14"/>
          <c:tx>
            <c:v>CSe hatch</c:v>
          </c:tx>
          <c:spPr>
            <a:ln xmlns:a="http://schemas.openxmlformats.org/drawingml/2006/main" w="11430">
              <a:solidFill>
                <a:srgbClr val="85B8D6"/>
              </a:solidFill>
            </a:ln>
          </c:spPr>
          <c:marker>
            <c:symbol val="none"/>
          </c:marker>
          <c:xVal>
            <c:numRef>
              <c:f>'Chart Data'!$AC$2:$AC$3</c:f>
              <c:numCache>
                <c:formatCode>General</c:formatCode>
                <c:ptCount val="2"/>
                <c:pt idx="0">
                  <c:v>17.5</c:v>
                </c:pt>
                <c:pt idx="1">
                  <c:v>17.5</c:v>
                </c:pt>
              </c:numCache>
            </c:numRef>
          </c:xVal>
          <c:yVal>
            <c:numRef>
              <c:f>'Chart Data'!$AD$2:$AD$3</c:f>
              <c:numCache>
                <c:formatCode>0</c:formatCode>
                <c:ptCount val="2"/>
                <c:pt idx="0">
                  <c:v>60</c:v>
                </c:pt>
                <c:pt idx="1">
                  <c:v>78.5</c:v>
                </c:pt>
              </c:numCache>
            </c:numRef>
          </c:yVal>
          <c:smooth val="0"/>
        </c:ser>
        <c:ser>
          <c:idx val="15"/>
          <c:order val="15"/>
          <c:tx>
            <c:v>CSe hatch</c:v>
          </c:tx>
          <c:spPr>
            <a:ln xmlns:a="http://schemas.openxmlformats.org/drawingml/2006/main" w="11430">
              <a:solidFill>
                <a:srgbClr val="85B8D6"/>
              </a:solidFill>
            </a:ln>
          </c:spPr>
          <c:marker>
            <c:symbol val="none"/>
          </c:marker>
          <c:xVal>
            <c:numRef>
              <c:f>'Chart Data'!$AE$2:$AE$3</c:f>
              <c:numCache>
                <c:formatCode>General</c:formatCode>
                <c:ptCount val="2"/>
                <c:pt idx="0">
                  <c:v>18.75</c:v>
                </c:pt>
                <c:pt idx="1">
                  <c:v>18.75</c:v>
                </c:pt>
              </c:numCache>
            </c:numRef>
          </c:xVal>
          <c:yVal>
            <c:numRef>
              <c:f>'Chart Data'!$AF$2:$AF$3</c:f>
              <c:numCache>
                <c:formatCode>0</c:formatCode>
                <c:ptCount val="2"/>
                <c:pt idx="0">
                  <c:v>60</c:v>
                </c:pt>
                <c:pt idx="1">
                  <c:v>77.25</c:v>
                </c:pt>
              </c:numCache>
            </c:numRef>
          </c:yVal>
          <c:smooth val="0"/>
        </c:ser>
        <c:ser>
          <c:idx val="16"/>
          <c:order val="16"/>
          <c:tx>
            <c:v>CSe hatch</c:v>
          </c:tx>
          <c:spPr>
            <a:ln xmlns:a="http://schemas.openxmlformats.org/drawingml/2006/main" w="11430">
              <a:solidFill>
                <a:srgbClr val="85B8D6"/>
              </a:solidFill>
            </a:ln>
          </c:spPr>
          <c:marker>
            <c:symbol val="none"/>
          </c:marker>
          <c:xVal>
            <c:numRef>
              <c:f>'Chart Data'!$AG$2:$AG$3</c:f>
              <c:numCache>
                <c:formatCode>General</c:formatCode>
                <c:ptCount val="2"/>
                <c:pt idx="0">
                  <c:v>20</c:v>
                </c:pt>
                <c:pt idx="1">
                  <c:v>20</c:v>
                </c:pt>
              </c:numCache>
            </c:numRef>
          </c:xVal>
          <c:yVal>
            <c:numRef>
              <c:f>'Chart Data'!$AH$2:$AH$3</c:f>
              <c:numCache>
                <c:formatCode>0</c:formatCode>
                <c:ptCount val="2"/>
                <c:pt idx="0">
                  <c:v>60</c:v>
                </c:pt>
                <c:pt idx="1">
                  <c:v>76</c:v>
                </c:pt>
              </c:numCache>
            </c:numRef>
          </c:yVal>
          <c:smooth val="0"/>
        </c:ser>
        <c:ser>
          <c:idx val="17"/>
          <c:order val="17"/>
          <c:tx>
            <c:v>CSe hatch</c:v>
          </c:tx>
          <c:spPr>
            <a:ln xmlns:a="http://schemas.openxmlformats.org/drawingml/2006/main" w="11430">
              <a:solidFill>
                <a:srgbClr val="85B8D6"/>
              </a:solidFill>
            </a:ln>
          </c:spPr>
          <c:marker>
            <c:symbol val="none"/>
          </c:marker>
          <c:xVal>
            <c:numRef>
              <c:f>'Chart Data'!$AI$2:$AI$3</c:f>
              <c:numCache>
                <c:formatCode>General</c:formatCode>
                <c:ptCount val="2"/>
                <c:pt idx="0">
                  <c:v>21.25</c:v>
                </c:pt>
                <c:pt idx="1">
                  <c:v>21.25</c:v>
                </c:pt>
              </c:numCache>
            </c:numRef>
          </c:xVal>
          <c:yVal>
            <c:numRef>
              <c:f>'Chart Data'!$AJ$2:$AJ$3</c:f>
              <c:numCache>
                <c:formatCode>0</c:formatCode>
                <c:ptCount val="2"/>
                <c:pt idx="0">
                  <c:v>60</c:v>
                </c:pt>
                <c:pt idx="1">
                  <c:v>74.75</c:v>
                </c:pt>
              </c:numCache>
            </c:numRef>
          </c:yVal>
          <c:smooth val="0"/>
        </c:ser>
        <c:ser>
          <c:idx val="18"/>
          <c:order val="18"/>
          <c:tx>
            <c:v>CSe hatch</c:v>
          </c:tx>
          <c:spPr>
            <a:ln xmlns:a="http://schemas.openxmlformats.org/drawingml/2006/main" w="11430">
              <a:solidFill>
                <a:srgbClr val="85B8D6"/>
              </a:solidFill>
            </a:ln>
          </c:spPr>
          <c:marker>
            <c:symbol val="none"/>
          </c:marker>
          <c:xVal>
            <c:numRef>
              <c:f>'Chart Data'!$AK$2:$AK$3</c:f>
              <c:numCache>
                <c:formatCode>General</c:formatCode>
                <c:ptCount val="2"/>
                <c:pt idx="0">
                  <c:v>22.5</c:v>
                </c:pt>
                <c:pt idx="1">
                  <c:v>22.5</c:v>
                </c:pt>
              </c:numCache>
            </c:numRef>
          </c:xVal>
          <c:yVal>
            <c:numRef>
              <c:f>'Chart Data'!$AL$2:$AL$3</c:f>
              <c:numCache>
                <c:formatCode>0</c:formatCode>
                <c:ptCount val="2"/>
                <c:pt idx="0">
                  <c:v>60</c:v>
                </c:pt>
                <c:pt idx="1">
                  <c:v>73.5</c:v>
                </c:pt>
              </c:numCache>
            </c:numRef>
          </c:yVal>
          <c:smooth val="0"/>
        </c:ser>
        <c:ser>
          <c:idx val="19"/>
          <c:order val="19"/>
          <c:tx>
            <c:v>CSe hatch</c:v>
          </c:tx>
          <c:spPr>
            <a:ln xmlns:a="http://schemas.openxmlformats.org/drawingml/2006/main" w="11430">
              <a:solidFill>
                <a:srgbClr val="85B8D6"/>
              </a:solidFill>
            </a:ln>
          </c:spPr>
          <c:marker>
            <c:symbol val="none"/>
          </c:marker>
          <c:xVal>
            <c:numRef>
              <c:f>'Chart Data'!$AM$2:$AM$3</c:f>
              <c:numCache>
                <c:formatCode>General</c:formatCode>
                <c:ptCount val="2"/>
                <c:pt idx="0">
                  <c:v>23.75</c:v>
                </c:pt>
                <c:pt idx="1">
                  <c:v>23.75</c:v>
                </c:pt>
              </c:numCache>
            </c:numRef>
          </c:xVal>
          <c:yVal>
            <c:numRef>
              <c:f>'Chart Data'!$AN$2:$AN$3</c:f>
              <c:numCache>
                <c:formatCode>0</c:formatCode>
                <c:ptCount val="2"/>
                <c:pt idx="0">
                  <c:v>60</c:v>
                </c:pt>
                <c:pt idx="1">
                  <c:v>72.25</c:v>
                </c:pt>
              </c:numCache>
            </c:numRef>
          </c:yVal>
          <c:smooth val="0"/>
        </c:ser>
        <c:ser>
          <c:idx val="20"/>
          <c:order val="20"/>
          <c:tx>
            <c:v>CSe hatch</c:v>
          </c:tx>
          <c:spPr>
            <a:ln xmlns:a="http://schemas.openxmlformats.org/drawingml/2006/main" w="11430">
              <a:solidFill>
                <a:srgbClr val="85B8D6"/>
              </a:solidFill>
            </a:ln>
          </c:spPr>
          <c:marker>
            <c:symbol val="none"/>
          </c:marker>
          <c:xVal>
            <c:numRef>
              <c:f>'Chart Data'!$AO$2:$AO$3</c:f>
              <c:numCache>
                <c:formatCode>General</c:formatCode>
                <c:ptCount val="2"/>
                <c:pt idx="0">
                  <c:v>25</c:v>
                </c:pt>
                <c:pt idx="1">
                  <c:v>25</c:v>
                </c:pt>
              </c:numCache>
            </c:numRef>
          </c:xVal>
          <c:yVal>
            <c:numRef>
              <c:f>'Chart Data'!$AP$2:$AP$3</c:f>
              <c:numCache>
                <c:formatCode>0</c:formatCode>
                <c:ptCount val="2"/>
                <c:pt idx="0">
                  <c:v>60</c:v>
                </c:pt>
                <c:pt idx="1">
                  <c:v>71</c:v>
                </c:pt>
              </c:numCache>
            </c:numRef>
          </c:yVal>
          <c:smooth val="0"/>
        </c:ser>
        <c:ser>
          <c:idx val="21"/>
          <c:order val="21"/>
          <c:tx>
            <c:v>CSe hatch</c:v>
          </c:tx>
          <c:spPr>
            <a:ln xmlns:a="http://schemas.openxmlformats.org/drawingml/2006/main" w="11430">
              <a:solidFill>
                <a:srgbClr val="85B8D6"/>
              </a:solidFill>
            </a:ln>
          </c:spPr>
          <c:marker>
            <c:symbol val="none"/>
          </c:marker>
          <c:xVal>
            <c:numRef>
              <c:f>'Chart Data'!$AQ$2:$AQ$3</c:f>
              <c:numCache>
                <c:formatCode>General</c:formatCode>
                <c:ptCount val="2"/>
                <c:pt idx="0">
                  <c:v>26.25</c:v>
                </c:pt>
                <c:pt idx="1">
                  <c:v>26.25</c:v>
                </c:pt>
              </c:numCache>
            </c:numRef>
          </c:xVal>
          <c:yVal>
            <c:numRef>
              <c:f>'Chart Data'!$AR$2:$AR$3</c:f>
              <c:numCache>
                <c:formatCode>0</c:formatCode>
                <c:ptCount val="2"/>
                <c:pt idx="0">
                  <c:v>60</c:v>
                </c:pt>
                <c:pt idx="1">
                  <c:v>69.75</c:v>
                </c:pt>
              </c:numCache>
            </c:numRef>
          </c:yVal>
          <c:smooth val="0"/>
        </c:ser>
        <c:ser>
          <c:idx val="22"/>
          <c:order val="22"/>
          <c:tx>
            <c:v>CSe hatch</c:v>
          </c:tx>
          <c:spPr>
            <a:ln xmlns:a="http://schemas.openxmlformats.org/drawingml/2006/main" w="11430">
              <a:solidFill>
                <a:srgbClr val="85B8D6"/>
              </a:solidFill>
            </a:ln>
          </c:spPr>
          <c:marker>
            <c:symbol val="none"/>
          </c:marker>
          <c:xVal>
            <c:numRef>
              <c:f>'Chart Data'!$AS$2:$AS$3</c:f>
              <c:numCache>
                <c:formatCode>General</c:formatCode>
                <c:ptCount val="2"/>
                <c:pt idx="0">
                  <c:v>27.5</c:v>
                </c:pt>
                <c:pt idx="1">
                  <c:v>27.5</c:v>
                </c:pt>
              </c:numCache>
            </c:numRef>
          </c:xVal>
          <c:yVal>
            <c:numRef>
              <c:f>'Chart Data'!$AT$2:$AT$3</c:f>
              <c:numCache>
                <c:formatCode>0</c:formatCode>
                <c:ptCount val="2"/>
                <c:pt idx="0">
                  <c:v>60</c:v>
                </c:pt>
                <c:pt idx="1">
                  <c:v>68.5</c:v>
                </c:pt>
              </c:numCache>
            </c:numRef>
          </c:yVal>
          <c:smooth val="0"/>
        </c:ser>
        <c:ser>
          <c:idx val="23"/>
          <c:order val="23"/>
          <c:tx>
            <c:v>CSe hatch</c:v>
          </c:tx>
          <c:spPr>
            <a:ln xmlns:a="http://schemas.openxmlformats.org/drawingml/2006/main" w="11430">
              <a:solidFill>
                <a:srgbClr val="85B8D6"/>
              </a:solidFill>
            </a:ln>
          </c:spPr>
          <c:marker>
            <c:symbol val="none"/>
          </c:marker>
          <c:xVal>
            <c:numRef>
              <c:f>'Chart Data'!$AU$2:$AU$3</c:f>
              <c:numCache>
                <c:formatCode>General</c:formatCode>
                <c:ptCount val="2"/>
                <c:pt idx="0">
                  <c:v>28.75</c:v>
                </c:pt>
                <c:pt idx="1">
                  <c:v>28.75</c:v>
                </c:pt>
              </c:numCache>
            </c:numRef>
          </c:xVal>
          <c:yVal>
            <c:numRef>
              <c:f>'Chart Data'!$AV$2:$AV$3</c:f>
              <c:numCache>
                <c:formatCode>0</c:formatCode>
                <c:ptCount val="2"/>
                <c:pt idx="0">
                  <c:v>60</c:v>
                </c:pt>
                <c:pt idx="1">
                  <c:v>67.25</c:v>
                </c:pt>
              </c:numCache>
            </c:numRef>
          </c:yVal>
          <c:smooth val="0"/>
        </c:ser>
        <c:ser>
          <c:idx val="24"/>
          <c:order val="24"/>
          <c:tx>
            <c:v>CSe hatch</c:v>
          </c:tx>
          <c:spPr>
            <a:ln xmlns:a="http://schemas.openxmlformats.org/drawingml/2006/main" w="11430">
              <a:solidFill>
                <a:srgbClr val="85B8D6"/>
              </a:solidFill>
            </a:ln>
          </c:spPr>
          <c:marker>
            <c:symbol val="none"/>
          </c:marker>
          <c:xVal>
            <c:numRef>
              <c:f>'Chart Data'!$AW$2:$AW$3</c:f>
              <c:numCache>
                <c:formatCode>General</c:formatCode>
                <c:ptCount val="2"/>
                <c:pt idx="0">
                  <c:v>30</c:v>
                </c:pt>
                <c:pt idx="1">
                  <c:v>30</c:v>
                </c:pt>
              </c:numCache>
            </c:numRef>
          </c:xVal>
          <c:yVal>
            <c:numRef>
              <c:f>'Chart Data'!$AX$2:$AX$3</c:f>
              <c:numCache>
                <c:formatCode>0</c:formatCode>
                <c:ptCount val="2"/>
                <c:pt idx="0">
                  <c:v>60</c:v>
                </c:pt>
                <c:pt idx="1">
                  <c:v>66</c:v>
                </c:pt>
              </c:numCache>
            </c:numRef>
          </c:yVal>
          <c:smooth val="0"/>
        </c:ser>
        <c:ser>
          <c:idx val="25"/>
          <c:order val="25"/>
          <c:tx>
            <c:v>CSe hatch</c:v>
          </c:tx>
          <c:spPr>
            <a:ln xmlns:a="http://schemas.openxmlformats.org/drawingml/2006/main" w="11430">
              <a:solidFill>
                <a:srgbClr val="85B8D6"/>
              </a:solidFill>
            </a:ln>
          </c:spPr>
          <c:marker>
            <c:symbol val="none"/>
          </c:marker>
          <c:xVal>
            <c:numRef>
              <c:f>'Chart Data'!$AY$2:$AY$3</c:f>
              <c:numCache>
                <c:formatCode>General</c:formatCode>
                <c:ptCount val="2"/>
                <c:pt idx="0">
                  <c:v>31.25</c:v>
                </c:pt>
                <c:pt idx="1">
                  <c:v>31.25</c:v>
                </c:pt>
              </c:numCache>
            </c:numRef>
          </c:xVal>
          <c:yVal>
            <c:numRef>
              <c:f>'Chart Data'!$AZ$2:$AZ$3</c:f>
              <c:numCache>
                <c:formatCode>0</c:formatCode>
                <c:ptCount val="2"/>
                <c:pt idx="0">
                  <c:v>60</c:v>
                </c:pt>
                <c:pt idx="1">
                  <c:v>64.75</c:v>
                </c:pt>
              </c:numCache>
            </c:numRef>
          </c:yVal>
          <c:smooth val="0"/>
        </c:ser>
        <c:ser>
          <c:idx val="26"/>
          <c:order val="26"/>
          <c:tx>
            <c:v>CSe hatch</c:v>
          </c:tx>
          <c:spPr>
            <a:ln xmlns:a="http://schemas.openxmlformats.org/drawingml/2006/main" w="11430">
              <a:solidFill>
                <a:srgbClr val="85B8D6"/>
              </a:solidFill>
            </a:ln>
          </c:spPr>
          <c:marker>
            <c:symbol val="none"/>
          </c:marker>
          <c:xVal>
            <c:numRef>
              <c:f>'Chart Data'!$BA$2:$BA$3</c:f>
              <c:numCache>
                <c:formatCode>General</c:formatCode>
                <c:ptCount val="2"/>
                <c:pt idx="0">
                  <c:v>32.5</c:v>
                </c:pt>
                <c:pt idx="1">
                  <c:v>32.5</c:v>
                </c:pt>
              </c:numCache>
            </c:numRef>
          </c:xVal>
          <c:yVal>
            <c:numRef>
              <c:f>'Chart Data'!$BB$2:$BB$3</c:f>
              <c:numCache>
                <c:formatCode>0</c:formatCode>
                <c:ptCount val="2"/>
                <c:pt idx="0">
                  <c:v>60</c:v>
                </c:pt>
                <c:pt idx="1">
                  <c:v>63.5</c:v>
                </c:pt>
              </c:numCache>
            </c:numRef>
          </c:yVal>
          <c:smooth val="0"/>
        </c:ser>
        <c:ser>
          <c:idx val="27"/>
          <c:order val="27"/>
          <c:tx>
            <c:v>CSe hatch</c:v>
          </c:tx>
          <c:spPr>
            <a:ln xmlns:a="http://schemas.openxmlformats.org/drawingml/2006/main" w="11430">
              <a:solidFill>
                <a:srgbClr val="85B8D6"/>
              </a:solidFill>
            </a:ln>
          </c:spPr>
          <c:marker>
            <c:symbol val="none"/>
          </c:marker>
          <c:xVal>
            <c:numRef>
              <c:f>'Chart Data'!$BC$2:$BC$3</c:f>
              <c:numCache>
                <c:formatCode>General</c:formatCode>
                <c:ptCount val="2"/>
                <c:pt idx="0">
                  <c:v>33.75</c:v>
                </c:pt>
                <c:pt idx="1">
                  <c:v>33.75</c:v>
                </c:pt>
              </c:numCache>
            </c:numRef>
          </c:xVal>
          <c:yVal>
            <c:numRef>
              <c:f>'Chart Data'!$BD$2:$BD$3</c:f>
              <c:numCache>
                <c:formatCode>0</c:formatCode>
                <c:ptCount val="2"/>
                <c:pt idx="0">
                  <c:v>60</c:v>
                </c:pt>
                <c:pt idx="1">
                  <c:v>62.25</c:v>
                </c:pt>
              </c:numCache>
            </c:numRef>
          </c:yVal>
          <c:smooth val="0"/>
        </c:ser>
        <c:ser>
          <c:idx val="28"/>
          <c:order val="28"/>
          <c:tx>
            <c:v>CSe hatch</c:v>
          </c:tx>
          <c:spPr>
            <a:ln xmlns:a="http://schemas.openxmlformats.org/drawingml/2006/main" w="11430">
              <a:solidFill>
                <a:srgbClr val="85B8D6"/>
              </a:solidFill>
            </a:ln>
          </c:spPr>
          <c:marker>
            <c:symbol val="none"/>
          </c:marker>
          <c:xVal>
            <c:numRef>
              <c:f>'Chart Data'!$BE$2:$BE$3</c:f>
              <c:numCache>
                <c:formatCode>General</c:formatCode>
                <c:ptCount val="2"/>
                <c:pt idx="0">
                  <c:v>35</c:v>
                </c:pt>
                <c:pt idx="1">
                  <c:v>35</c:v>
                </c:pt>
              </c:numCache>
            </c:numRef>
          </c:xVal>
          <c:yVal>
            <c:numRef>
              <c:f>'Chart Data'!$BF$2:$BF$3</c:f>
              <c:numCache>
                <c:formatCode>0</c:formatCode>
                <c:ptCount val="2"/>
                <c:pt idx="0">
                  <c:v>60</c:v>
                </c:pt>
                <c:pt idx="1">
                  <c:v>61</c:v>
                </c:pt>
              </c:numCache>
            </c:numRef>
          </c:yVal>
          <c:smooth val="0"/>
        </c:ser>
        <c:ser>
          <c:idx val="29"/>
          <c:order val="29"/>
          <c:tx>
            <c:v>PSe boundary</c:v>
          </c:tx>
          <c:spPr>
            <a:ln xmlns:a="http://schemas.openxmlformats.org/drawingml/2006/main" w="21908">
              <a:solidFill>
                <a:srgbClr val="68B39A"/>
              </a:solidFill>
            </a:ln>
          </c:spPr>
          <c:marker>
            <c:symbol val="none"/>
          </c:marker>
          <c:xVal>
            <c:numRef>
              <c:f>'Chart Data'!$BG$2:$BG$5</c:f>
              <c:numCache>
                <c:formatCode>General</c:formatCode>
                <c:ptCount val="4"/>
                <c:pt idx="0">
                  <c:v>0</c:v>
                </c:pt>
                <c:pt idx="1">
                  <c:v>36</c:v>
                </c:pt>
                <c:pt idx="2">
                  <c:v>0</c:v>
                </c:pt>
                <c:pt idx="3">
                  <c:v>0</c:v>
                </c:pt>
              </c:numCache>
            </c:numRef>
          </c:xVal>
          <c:yVal>
            <c:numRef>
              <c:f>'Chart Data'!$BH$2:$BH$5</c:f>
              <c:numCache>
                <c:formatCode>0</c:formatCode>
                <c:ptCount val="4"/>
                <c:pt idx="0">
                  <c:v>24</c:v>
                </c:pt>
                <c:pt idx="1">
                  <c:v>60</c:v>
                </c:pt>
                <c:pt idx="2">
                  <c:v>60</c:v>
                </c:pt>
                <c:pt idx="3">
                  <c:v>24</c:v>
                </c:pt>
              </c:numCache>
            </c:numRef>
          </c:yVal>
          <c:smooth val="0"/>
        </c:ser>
        <c:ser>
          <c:idx val="30"/>
          <c:order val="30"/>
          <c:tx>
            <c:v>PSe hatch</c:v>
          </c:tx>
          <c:spPr>
            <a:ln xmlns:a="http://schemas.openxmlformats.org/drawingml/2006/main" w="11430">
              <a:solidFill>
                <a:srgbClr val="68B39A"/>
              </a:solidFill>
            </a:ln>
          </c:spPr>
          <c:marker>
            <c:symbol val="none"/>
          </c:marker>
          <c:xVal>
            <c:numRef>
              <c:f>'Chart Data'!$BI$2:$BI$3</c:f>
              <c:numCache>
                <c:formatCode>General</c:formatCode>
                <c:ptCount val="2"/>
                <c:pt idx="0">
                  <c:v>1.25</c:v>
                </c:pt>
                <c:pt idx="1">
                  <c:v>1.25</c:v>
                </c:pt>
              </c:numCache>
            </c:numRef>
          </c:xVal>
          <c:yVal>
            <c:numRef>
              <c:f>'Chart Data'!$BJ$2:$BJ$3</c:f>
              <c:numCache>
                <c:formatCode>0</c:formatCode>
                <c:ptCount val="2"/>
                <c:pt idx="0">
                  <c:v>25.25</c:v>
                </c:pt>
                <c:pt idx="1">
                  <c:v>60</c:v>
                </c:pt>
              </c:numCache>
            </c:numRef>
          </c:yVal>
          <c:smooth val="0"/>
        </c:ser>
        <c:ser>
          <c:idx val="31"/>
          <c:order val="31"/>
          <c:tx>
            <c:v>PSe hatch</c:v>
          </c:tx>
          <c:spPr>
            <a:ln xmlns:a="http://schemas.openxmlformats.org/drawingml/2006/main" w="11430">
              <a:solidFill>
                <a:srgbClr val="68B39A"/>
              </a:solidFill>
            </a:ln>
          </c:spPr>
          <c:marker>
            <c:symbol val="none"/>
          </c:marker>
          <c:xVal>
            <c:numRef>
              <c:f>'Chart Data'!$BK$2:$BK$3</c:f>
              <c:numCache>
                <c:formatCode>General</c:formatCode>
                <c:ptCount val="2"/>
                <c:pt idx="0">
                  <c:v>2.5</c:v>
                </c:pt>
                <c:pt idx="1">
                  <c:v>2.5</c:v>
                </c:pt>
              </c:numCache>
            </c:numRef>
          </c:xVal>
          <c:yVal>
            <c:numRef>
              <c:f>'Chart Data'!$BL$2:$BL$3</c:f>
              <c:numCache>
                <c:formatCode>0</c:formatCode>
                <c:ptCount val="2"/>
                <c:pt idx="0">
                  <c:v>26.5</c:v>
                </c:pt>
                <c:pt idx="1">
                  <c:v>60</c:v>
                </c:pt>
              </c:numCache>
            </c:numRef>
          </c:yVal>
          <c:smooth val="0"/>
        </c:ser>
        <c:ser>
          <c:idx val="32"/>
          <c:order val="32"/>
          <c:tx>
            <c:v>PSe hatch</c:v>
          </c:tx>
          <c:spPr>
            <a:ln xmlns:a="http://schemas.openxmlformats.org/drawingml/2006/main" w="11430">
              <a:solidFill>
                <a:srgbClr val="68B39A"/>
              </a:solidFill>
            </a:ln>
          </c:spPr>
          <c:marker>
            <c:symbol val="none"/>
          </c:marker>
          <c:xVal>
            <c:numRef>
              <c:f>'Chart Data'!$BM$2:$BM$3</c:f>
              <c:numCache>
                <c:formatCode>General</c:formatCode>
                <c:ptCount val="2"/>
                <c:pt idx="0">
                  <c:v>3.75</c:v>
                </c:pt>
                <c:pt idx="1">
                  <c:v>3.75</c:v>
                </c:pt>
              </c:numCache>
            </c:numRef>
          </c:xVal>
          <c:yVal>
            <c:numRef>
              <c:f>'Chart Data'!$BN$2:$BN$3</c:f>
              <c:numCache>
                <c:formatCode>0</c:formatCode>
                <c:ptCount val="2"/>
                <c:pt idx="0">
                  <c:v>27.75</c:v>
                </c:pt>
                <c:pt idx="1">
                  <c:v>60</c:v>
                </c:pt>
              </c:numCache>
            </c:numRef>
          </c:yVal>
          <c:smooth val="0"/>
        </c:ser>
        <c:ser>
          <c:idx val="33"/>
          <c:order val="33"/>
          <c:tx>
            <c:v>PSe hatch</c:v>
          </c:tx>
          <c:spPr>
            <a:ln xmlns:a="http://schemas.openxmlformats.org/drawingml/2006/main" w="11430">
              <a:solidFill>
                <a:srgbClr val="68B39A"/>
              </a:solidFill>
            </a:ln>
          </c:spPr>
          <c:marker>
            <c:symbol val="none"/>
          </c:marker>
          <c:xVal>
            <c:numRef>
              <c:f>'Chart Data'!$BO$2:$BO$3</c:f>
              <c:numCache>
                <c:formatCode>General</c:formatCode>
                <c:ptCount val="2"/>
                <c:pt idx="0">
                  <c:v>5</c:v>
                </c:pt>
                <c:pt idx="1">
                  <c:v>5</c:v>
                </c:pt>
              </c:numCache>
            </c:numRef>
          </c:xVal>
          <c:yVal>
            <c:numRef>
              <c:f>'Chart Data'!$BP$2:$BP$3</c:f>
              <c:numCache>
                <c:formatCode>0</c:formatCode>
                <c:ptCount val="2"/>
                <c:pt idx="0">
                  <c:v>29</c:v>
                </c:pt>
                <c:pt idx="1">
                  <c:v>60</c:v>
                </c:pt>
              </c:numCache>
            </c:numRef>
          </c:yVal>
          <c:smooth val="0"/>
        </c:ser>
        <c:ser>
          <c:idx val="34"/>
          <c:order val="34"/>
          <c:tx>
            <c:v>PSe hatch</c:v>
          </c:tx>
          <c:spPr>
            <a:ln xmlns:a="http://schemas.openxmlformats.org/drawingml/2006/main" w="11430">
              <a:solidFill>
                <a:srgbClr val="68B39A"/>
              </a:solidFill>
            </a:ln>
          </c:spPr>
          <c:marker>
            <c:symbol val="none"/>
          </c:marker>
          <c:xVal>
            <c:numRef>
              <c:f>'Chart Data'!$BQ$2:$BQ$3</c:f>
              <c:numCache>
                <c:formatCode>General</c:formatCode>
                <c:ptCount val="2"/>
                <c:pt idx="0">
                  <c:v>6.25</c:v>
                </c:pt>
                <c:pt idx="1">
                  <c:v>6.25</c:v>
                </c:pt>
              </c:numCache>
            </c:numRef>
          </c:xVal>
          <c:yVal>
            <c:numRef>
              <c:f>'Chart Data'!$BR$2:$BR$3</c:f>
              <c:numCache>
                <c:formatCode>0</c:formatCode>
                <c:ptCount val="2"/>
                <c:pt idx="0">
                  <c:v>30.25</c:v>
                </c:pt>
                <c:pt idx="1">
                  <c:v>60</c:v>
                </c:pt>
              </c:numCache>
            </c:numRef>
          </c:yVal>
          <c:smooth val="0"/>
        </c:ser>
        <c:ser>
          <c:idx val="35"/>
          <c:order val="35"/>
          <c:tx>
            <c:v>PSe hatch</c:v>
          </c:tx>
          <c:spPr>
            <a:ln xmlns:a="http://schemas.openxmlformats.org/drawingml/2006/main" w="11430">
              <a:solidFill>
                <a:srgbClr val="68B39A"/>
              </a:solidFill>
            </a:ln>
          </c:spPr>
          <c:marker>
            <c:symbol val="none"/>
          </c:marker>
          <c:xVal>
            <c:numRef>
              <c:f>'Chart Data'!$BS$2:$BS$3</c:f>
              <c:numCache>
                <c:formatCode>General</c:formatCode>
                <c:ptCount val="2"/>
                <c:pt idx="0">
                  <c:v>7.5</c:v>
                </c:pt>
                <c:pt idx="1">
                  <c:v>7.5</c:v>
                </c:pt>
              </c:numCache>
            </c:numRef>
          </c:xVal>
          <c:yVal>
            <c:numRef>
              <c:f>'Chart Data'!$BT$2:$BT$3</c:f>
              <c:numCache>
                <c:formatCode>0</c:formatCode>
                <c:ptCount val="2"/>
                <c:pt idx="0">
                  <c:v>31.5</c:v>
                </c:pt>
                <c:pt idx="1">
                  <c:v>60</c:v>
                </c:pt>
              </c:numCache>
            </c:numRef>
          </c:yVal>
          <c:smooth val="0"/>
        </c:ser>
        <c:ser>
          <c:idx val="36"/>
          <c:order val="36"/>
          <c:tx>
            <c:v>PSe hatch</c:v>
          </c:tx>
          <c:spPr>
            <a:ln xmlns:a="http://schemas.openxmlformats.org/drawingml/2006/main" w="11430">
              <a:solidFill>
                <a:srgbClr val="68B39A"/>
              </a:solidFill>
            </a:ln>
          </c:spPr>
          <c:marker>
            <c:symbol val="none"/>
          </c:marker>
          <c:xVal>
            <c:numRef>
              <c:f>'Chart Data'!$BU$2:$BU$3</c:f>
              <c:numCache>
                <c:formatCode>General</c:formatCode>
                <c:ptCount val="2"/>
                <c:pt idx="0">
                  <c:v>8.75</c:v>
                </c:pt>
                <c:pt idx="1">
                  <c:v>8.75</c:v>
                </c:pt>
              </c:numCache>
            </c:numRef>
          </c:xVal>
          <c:yVal>
            <c:numRef>
              <c:f>'Chart Data'!$BV$2:$BV$3</c:f>
              <c:numCache>
                <c:formatCode>0</c:formatCode>
                <c:ptCount val="2"/>
                <c:pt idx="0">
                  <c:v>32.75</c:v>
                </c:pt>
                <c:pt idx="1">
                  <c:v>60</c:v>
                </c:pt>
              </c:numCache>
            </c:numRef>
          </c:yVal>
          <c:smooth val="0"/>
        </c:ser>
        <c:ser>
          <c:idx val="37"/>
          <c:order val="37"/>
          <c:tx>
            <c:v>PSe hatch</c:v>
          </c:tx>
          <c:spPr>
            <a:ln xmlns:a="http://schemas.openxmlformats.org/drawingml/2006/main" w="11430">
              <a:solidFill>
                <a:srgbClr val="68B39A"/>
              </a:solidFill>
            </a:ln>
          </c:spPr>
          <c:marker>
            <c:symbol val="none"/>
          </c:marker>
          <c:xVal>
            <c:numRef>
              <c:f>'Chart Data'!$BW$2:$BW$3</c:f>
              <c:numCache>
                <c:formatCode>General</c:formatCode>
                <c:ptCount val="2"/>
                <c:pt idx="0">
                  <c:v>10</c:v>
                </c:pt>
                <c:pt idx="1">
                  <c:v>10</c:v>
                </c:pt>
              </c:numCache>
            </c:numRef>
          </c:xVal>
          <c:yVal>
            <c:numRef>
              <c:f>'Chart Data'!$BX$2:$BX$3</c:f>
              <c:numCache>
                <c:formatCode>0</c:formatCode>
                <c:ptCount val="2"/>
                <c:pt idx="0">
                  <c:v>34</c:v>
                </c:pt>
                <c:pt idx="1">
                  <c:v>60</c:v>
                </c:pt>
              </c:numCache>
            </c:numRef>
          </c:yVal>
          <c:smooth val="0"/>
        </c:ser>
        <c:ser>
          <c:idx val="38"/>
          <c:order val="38"/>
          <c:tx>
            <c:v>PSe hatch</c:v>
          </c:tx>
          <c:spPr>
            <a:ln xmlns:a="http://schemas.openxmlformats.org/drawingml/2006/main" w="11430">
              <a:solidFill>
                <a:srgbClr val="68B39A"/>
              </a:solidFill>
            </a:ln>
          </c:spPr>
          <c:marker>
            <c:symbol val="none"/>
          </c:marker>
          <c:xVal>
            <c:numRef>
              <c:f>'Chart Data'!$BY$2:$BY$3</c:f>
              <c:numCache>
                <c:formatCode>General</c:formatCode>
                <c:ptCount val="2"/>
                <c:pt idx="0">
                  <c:v>11.25</c:v>
                </c:pt>
                <c:pt idx="1">
                  <c:v>11.25</c:v>
                </c:pt>
              </c:numCache>
            </c:numRef>
          </c:xVal>
          <c:yVal>
            <c:numRef>
              <c:f>'Chart Data'!$BZ$2:$BZ$3</c:f>
              <c:numCache>
                <c:formatCode>0</c:formatCode>
                <c:ptCount val="2"/>
                <c:pt idx="0">
                  <c:v>35.25</c:v>
                </c:pt>
                <c:pt idx="1">
                  <c:v>60</c:v>
                </c:pt>
              </c:numCache>
            </c:numRef>
          </c:yVal>
          <c:smooth val="0"/>
        </c:ser>
        <c:ser>
          <c:idx val="39"/>
          <c:order val="39"/>
          <c:tx>
            <c:v>PSe hatch</c:v>
          </c:tx>
          <c:spPr>
            <a:ln xmlns:a="http://schemas.openxmlformats.org/drawingml/2006/main" w="11430">
              <a:solidFill>
                <a:srgbClr val="68B39A"/>
              </a:solidFill>
            </a:ln>
          </c:spPr>
          <c:marker>
            <c:symbol val="none"/>
          </c:marker>
          <c:xVal>
            <c:numRef>
              <c:f>'Chart Data'!$CA$2:$CA$3</c:f>
              <c:numCache>
                <c:formatCode>General</c:formatCode>
                <c:ptCount val="2"/>
                <c:pt idx="0">
                  <c:v>12.5</c:v>
                </c:pt>
                <c:pt idx="1">
                  <c:v>12.5</c:v>
                </c:pt>
              </c:numCache>
            </c:numRef>
          </c:xVal>
          <c:yVal>
            <c:numRef>
              <c:f>'Chart Data'!$CB$2:$CB$3</c:f>
              <c:numCache>
                <c:formatCode>0</c:formatCode>
                <c:ptCount val="2"/>
                <c:pt idx="0">
                  <c:v>36.5</c:v>
                </c:pt>
                <c:pt idx="1">
                  <c:v>60</c:v>
                </c:pt>
              </c:numCache>
            </c:numRef>
          </c:yVal>
          <c:smooth val="0"/>
        </c:ser>
        <c:ser>
          <c:idx val="40"/>
          <c:order val="40"/>
          <c:tx>
            <c:v>PSe hatch</c:v>
          </c:tx>
          <c:spPr>
            <a:ln xmlns:a="http://schemas.openxmlformats.org/drawingml/2006/main" w="11430">
              <a:solidFill>
                <a:srgbClr val="68B39A"/>
              </a:solidFill>
            </a:ln>
          </c:spPr>
          <c:marker>
            <c:symbol val="none"/>
          </c:marker>
          <c:xVal>
            <c:numRef>
              <c:f>'Chart Data'!$CC$2:$CC$3</c:f>
              <c:numCache>
                <c:formatCode>General</c:formatCode>
                <c:ptCount val="2"/>
                <c:pt idx="0">
                  <c:v>13.75</c:v>
                </c:pt>
                <c:pt idx="1">
                  <c:v>13.75</c:v>
                </c:pt>
              </c:numCache>
            </c:numRef>
          </c:xVal>
          <c:yVal>
            <c:numRef>
              <c:f>'Chart Data'!$CD$2:$CD$3</c:f>
              <c:numCache>
                <c:formatCode>0</c:formatCode>
                <c:ptCount val="2"/>
                <c:pt idx="0">
                  <c:v>37.75</c:v>
                </c:pt>
                <c:pt idx="1">
                  <c:v>60</c:v>
                </c:pt>
              </c:numCache>
            </c:numRef>
          </c:yVal>
          <c:smooth val="0"/>
        </c:ser>
        <c:ser>
          <c:idx val="41"/>
          <c:order val="41"/>
          <c:tx>
            <c:v>PSe hatch</c:v>
          </c:tx>
          <c:spPr>
            <a:ln xmlns:a="http://schemas.openxmlformats.org/drawingml/2006/main" w="11430">
              <a:solidFill>
                <a:srgbClr val="68B39A"/>
              </a:solidFill>
            </a:ln>
          </c:spPr>
          <c:marker>
            <c:symbol val="none"/>
          </c:marker>
          <c:xVal>
            <c:numRef>
              <c:f>'Chart Data'!$CE$2:$CE$3</c:f>
              <c:numCache>
                <c:formatCode>General</c:formatCode>
                <c:ptCount val="2"/>
                <c:pt idx="0">
                  <c:v>15</c:v>
                </c:pt>
                <c:pt idx="1">
                  <c:v>15</c:v>
                </c:pt>
              </c:numCache>
            </c:numRef>
          </c:xVal>
          <c:yVal>
            <c:numRef>
              <c:f>'Chart Data'!$CF$2:$CF$3</c:f>
              <c:numCache>
                <c:formatCode>0</c:formatCode>
                <c:ptCount val="2"/>
                <c:pt idx="0">
                  <c:v>39</c:v>
                </c:pt>
                <c:pt idx="1">
                  <c:v>60</c:v>
                </c:pt>
              </c:numCache>
            </c:numRef>
          </c:yVal>
          <c:smooth val="0"/>
        </c:ser>
        <c:ser>
          <c:idx val="42"/>
          <c:order val="42"/>
          <c:tx>
            <c:v>PSe hatch</c:v>
          </c:tx>
          <c:spPr>
            <a:ln xmlns:a="http://schemas.openxmlformats.org/drawingml/2006/main" w="11430">
              <a:solidFill>
                <a:srgbClr val="68B39A"/>
              </a:solidFill>
            </a:ln>
          </c:spPr>
          <c:marker>
            <c:symbol val="none"/>
          </c:marker>
          <c:xVal>
            <c:numRef>
              <c:f>'Chart Data'!$CG$2:$CG$3</c:f>
              <c:numCache>
                <c:formatCode>General</c:formatCode>
                <c:ptCount val="2"/>
                <c:pt idx="0">
                  <c:v>16.25</c:v>
                </c:pt>
                <c:pt idx="1">
                  <c:v>16.25</c:v>
                </c:pt>
              </c:numCache>
            </c:numRef>
          </c:xVal>
          <c:yVal>
            <c:numRef>
              <c:f>'Chart Data'!$CH$2:$CH$3</c:f>
              <c:numCache>
                <c:formatCode>0</c:formatCode>
                <c:ptCount val="2"/>
                <c:pt idx="0">
                  <c:v>40.25</c:v>
                </c:pt>
                <c:pt idx="1">
                  <c:v>60</c:v>
                </c:pt>
              </c:numCache>
            </c:numRef>
          </c:yVal>
          <c:smooth val="0"/>
        </c:ser>
        <c:ser>
          <c:idx val="43"/>
          <c:order val="43"/>
          <c:tx>
            <c:v>PSe hatch</c:v>
          </c:tx>
          <c:spPr>
            <a:ln xmlns:a="http://schemas.openxmlformats.org/drawingml/2006/main" w="11430">
              <a:solidFill>
                <a:srgbClr val="68B39A"/>
              </a:solidFill>
            </a:ln>
          </c:spPr>
          <c:marker>
            <c:symbol val="none"/>
          </c:marker>
          <c:xVal>
            <c:numRef>
              <c:f>'Chart Data'!$CI$2:$CI$3</c:f>
              <c:numCache>
                <c:formatCode>General</c:formatCode>
                <c:ptCount val="2"/>
                <c:pt idx="0">
                  <c:v>17.5</c:v>
                </c:pt>
                <c:pt idx="1">
                  <c:v>17.5</c:v>
                </c:pt>
              </c:numCache>
            </c:numRef>
          </c:xVal>
          <c:yVal>
            <c:numRef>
              <c:f>'Chart Data'!$CJ$2:$CJ$3</c:f>
              <c:numCache>
                <c:formatCode>0</c:formatCode>
                <c:ptCount val="2"/>
                <c:pt idx="0">
                  <c:v>41.5</c:v>
                </c:pt>
                <c:pt idx="1">
                  <c:v>60</c:v>
                </c:pt>
              </c:numCache>
            </c:numRef>
          </c:yVal>
          <c:smooth val="0"/>
        </c:ser>
        <c:ser>
          <c:idx val="44"/>
          <c:order val="44"/>
          <c:tx>
            <c:v>PSe hatch</c:v>
          </c:tx>
          <c:spPr>
            <a:ln xmlns:a="http://schemas.openxmlformats.org/drawingml/2006/main" w="11430">
              <a:solidFill>
                <a:srgbClr val="68B39A"/>
              </a:solidFill>
            </a:ln>
          </c:spPr>
          <c:marker>
            <c:symbol val="none"/>
          </c:marker>
          <c:xVal>
            <c:numRef>
              <c:f>'Chart Data'!$CK$2:$CK$3</c:f>
              <c:numCache>
                <c:formatCode>General</c:formatCode>
                <c:ptCount val="2"/>
                <c:pt idx="0">
                  <c:v>18.75</c:v>
                </c:pt>
                <c:pt idx="1">
                  <c:v>18.75</c:v>
                </c:pt>
              </c:numCache>
            </c:numRef>
          </c:xVal>
          <c:yVal>
            <c:numRef>
              <c:f>'Chart Data'!$CL$2:$CL$3</c:f>
              <c:numCache>
                <c:formatCode>0</c:formatCode>
                <c:ptCount val="2"/>
                <c:pt idx="0">
                  <c:v>42.75</c:v>
                </c:pt>
                <c:pt idx="1">
                  <c:v>60</c:v>
                </c:pt>
              </c:numCache>
            </c:numRef>
          </c:yVal>
          <c:smooth val="0"/>
        </c:ser>
        <c:ser>
          <c:idx val="45"/>
          <c:order val="45"/>
          <c:tx>
            <c:v>PSe hatch</c:v>
          </c:tx>
          <c:spPr>
            <a:ln xmlns:a="http://schemas.openxmlformats.org/drawingml/2006/main" w="11430">
              <a:solidFill>
                <a:srgbClr val="68B39A"/>
              </a:solidFill>
            </a:ln>
          </c:spPr>
          <c:marker>
            <c:symbol val="none"/>
          </c:marker>
          <c:xVal>
            <c:numRef>
              <c:f>'Chart Data'!$CM$2:$CM$3</c:f>
              <c:numCache>
                <c:formatCode>General</c:formatCode>
                <c:ptCount val="2"/>
                <c:pt idx="0">
                  <c:v>20</c:v>
                </c:pt>
                <c:pt idx="1">
                  <c:v>20</c:v>
                </c:pt>
              </c:numCache>
            </c:numRef>
          </c:xVal>
          <c:yVal>
            <c:numRef>
              <c:f>'Chart Data'!$CN$2:$CN$3</c:f>
              <c:numCache>
                <c:formatCode>0</c:formatCode>
                <c:ptCount val="2"/>
                <c:pt idx="0">
                  <c:v>44</c:v>
                </c:pt>
                <c:pt idx="1">
                  <c:v>60</c:v>
                </c:pt>
              </c:numCache>
            </c:numRef>
          </c:yVal>
          <c:smooth val="0"/>
        </c:ser>
        <c:ser>
          <c:idx val="46"/>
          <c:order val="46"/>
          <c:tx>
            <c:v>PSe hatch</c:v>
          </c:tx>
          <c:spPr>
            <a:ln xmlns:a="http://schemas.openxmlformats.org/drawingml/2006/main" w="11430">
              <a:solidFill>
                <a:srgbClr val="68B39A"/>
              </a:solidFill>
            </a:ln>
          </c:spPr>
          <c:marker>
            <c:symbol val="none"/>
          </c:marker>
          <c:xVal>
            <c:numRef>
              <c:f>'Chart Data'!$CO$2:$CO$3</c:f>
              <c:numCache>
                <c:formatCode>General</c:formatCode>
                <c:ptCount val="2"/>
                <c:pt idx="0">
                  <c:v>21.25</c:v>
                </c:pt>
                <c:pt idx="1">
                  <c:v>21.25</c:v>
                </c:pt>
              </c:numCache>
            </c:numRef>
          </c:xVal>
          <c:yVal>
            <c:numRef>
              <c:f>'Chart Data'!$CP$2:$CP$3</c:f>
              <c:numCache>
                <c:formatCode>0</c:formatCode>
                <c:ptCount val="2"/>
                <c:pt idx="0">
                  <c:v>45.25</c:v>
                </c:pt>
                <c:pt idx="1">
                  <c:v>60</c:v>
                </c:pt>
              </c:numCache>
            </c:numRef>
          </c:yVal>
          <c:smooth val="0"/>
        </c:ser>
        <c:ser>
          <c:idx val="47"/>
          <c:order val="47"/>
          <c:tx>
            <c:v>PSe hatch</c:v>
          </c:tx>
          <c:spPr>
            <a:ln xmlns:a="http://schemas.openxmlformats.org/drawingml/2006/main" w="11430">
              <a:solidFill>
                <a:srgbClr val="68B39A"/>
              </a:solidFill>
            </a:ln>
          </c:spPr>
          <c:marker>
            <c:symbol val="none"/>
          </c:marker>
          <c:xVal>
            <c:numRef>
              <c:f>'Chart Data'!$CQ$2:$CQ$3</c:f>
              <c:numCache>
                <c:formatCode>General</c:formatCode>
                <c:ptCount val="2"/>
                <c:pt idx="0">
                  <c:v>22.5</c:v>
                </c:pt>
                <c:pt idx="1">
                  <c:v>22.5</c:v>
                </c:pt>
              </c:numCache>
            </c:numRef>
          </c:xVal>
          <c:yVal>
            <c:numRef>
              <c:f>'Chart Data'!$CR$2:$CR$3</c:f>
              <c:numCache>
                <c:formatCode>0</c:formatCode>
                <c:ptCount val="2"/>
                <c:pt idx="0">
                  <c:v>46.5</c:v>
                </c:pt>
                <c:pt idx="1">
                  <c:v>60</c:v>
                </c:pt>
              </c:numCache>
            </c:numRef>
          </c:yVal>
          <c:smooth val="0"/>
        </c:ser>
        <c:ser>
          <c:idx val="48"/>
          <c:order val="48"/>
          <c:tx>
            <c:v>PSe hatch</c:v>
          </c:tx>
          <c:spPr>
            <a:ln xmlns:a="http://schemas.openxmlformats.org/drawingml/2006/main" w="11430">
              <a:solidFill>
                <a:srgbClr val="68B39A"/>
              </a:solidFill>
            </a:ln>
          </c:spPr>
          <c:marker>
            <c:symbol val="none"/>
          </c:marker>
          <c:xVal>
            <c:numRef>
              <c:f>'Chart Data'!$CS$2:$CS$3</c:f>
              <c:numCache>
                <c:formatCode>General</c:formatCode>
                <c:ptCount val="2"/>
                <c:pt idx="0">
                  <c:v>23.75</c:v>
                </c:pt>
                <c:pt idx="1">
                  <c:v>23.75</c:v>
                </c:pt>
              </c:numCache>
            </c:numRef>
          </c:xVal>
          <c:yVal>
            <c:numRef>
              <c:f>'Chart Data'!$CT$2:$CT$3</c:f>
              <c:numCache>
                <c:formatCode>0</c:formatCode>
                <c:ptCount val="2"/>
                <c:pt idx="0">
                  <c:v>47.75</c:v>
                </c:pt>
                <c:pt idx="1">
                  <c:v>60</c:v>
                </c:pt>
              </c:numCache>
            </c:numRef>
          </c:yVal>
          <c:smooth val="0"/>
        </c:ser>
        <c:ser>
          <c:idx val="49"/>
          <c:order val="49"/>
          <c:tx>
            <c:v>PSe hatch</c:v>
          </c:tx>
          <c:spPr>
            <a:ln xmlns:a="http://schemas.openxmlformats.org/drawingml/2006/main" w="11430">
              <a:solidFill>
                <a:srgbClr val="68B39A"/>
              </a:solidFill>
            </a:ln>
          </c:spPr>
          <c:marker>
            <c:symbol val="none"/>
          </c:marker>
          <c:xVal>
            <c:numRef>
              <c:f>'Chart Data'!$CU$2:$CU$3</c:f>
              <c:numCache>
                <c:formatCode>General</c:formatCode>
                <c:ptCount val="2"/>
                <c:pt idx="0">
                  <c:v>25</c:v>
                </c:pt>
                <c:pt idx="1">
                  <c:v>25</c:v>
                </c:pt>
              </c:numCache>
            </c:numRef>
          </c:xVal>
          <c:yVal>
            <c:numRef>
              <c:f>'Chart Data'!$CV$2:$CV$3</c:f>
              <c:numCache>
                <c:formatCode>0</c:formatCode>
                <c:ptCount val="2"/>
                <c:pt idx="0">
                  <c:v>49</c:v>
                </c:pt>
                <c:pt idx="1">
                  <c:v>60</c:v>
                </c:pt>
              </c:numCache>
            </c:numRef>
          </c:yVal>
          <c:smooth val="0"/>
        </c:ser>
        <c:ser>
          <c:idx val="50"/>
          <c:order val="50"/>
          <c:tx>
            <c:v>PSe hatch</c:v>
          </c:tx>
          <c:spPr>
            <a:ln xmlns:a="http://schemas.openxmlformats.org/drawingml/2006/main" w="11430">
              <a:solidFill>
                <a:srgbClr val="68B39A"/>
              </a:solidFill>
            </a:ln>
          </c:spPr>
          <c:marker>
            <c:symbol val="none"/>
          </c:marker>
          <c:xVal>
            <c:numRef>
              <c:f>'Chart Data'!$CW$2:$CW$3</c:f>
              <c:numCache>
                <c:formatCode>General</c:formatCode>
                <c:ptCount val="2"/>
                <c:pt idx="0">
                  <c:v>26.25</c:v>
                </c:pt>
                <c:pt idx="1">
                  <c:v>26.25</c:v>
                </c:pt>
              </c:numCache>
            </c:numRef>
          </c:xVal>
          <c:yVal>
            <c:numRef>
              <c:f>'Chart Data'!$CX$2:$CX$3</c:f>
              <c:numCache>
                <c:formatCode>0</c:formatCode>
                <c:ptCount val="2"/>
                <c:pt idx="0">
                  <c:v>50.25</c:v>
                </c:pt>
                <c:pt idx="1">
                  <c:v>60</c:v>
                </c:pt>
              </c:numCache>
            </c:numRef>
          </c:yVal>
          <c:smooth val="0"/>
        </c:ser>
        <c:ser>
          <c:idx val="51"/>
          <c:order val="51"/>
          <c:tx>
            <c:v>PSe hatch</c:v>
          </c:tx>
          <c:spPr>
            <a:ln xmlns:a="http://schemas.openxmlformats.org/drawingml/2006/main" w="11430">
              <a:solidFill>
                <a:srgbClr val="68B39A"/>
              </a:solidFill>
            </a:ln>
          </c:spPr>
          <c:marker>
            <c:symbol val="none"/>
          </c:marker>
          <c:xVal>
            <c:numRef>
              <c:f>'Chart Data'!$CY$2:$CY$3</c:f>
              <c:numCache>
                <c:formatCode>General</c:formatCode>
                <c:ptCount val="2"/>
                <c:pt idx="0">
                  <c:v>27.5</c:v>
                </c:pt>
                <c:pt idx="1">
                  <c:v>27.5</c:v>
                </c:pt>
              </c:numCache>
            </c:numRef>
          </c:xVal>
          <c:yVal>
            <c:numRef>
              <c:f>'Chart Data'!$CZ$2:$CZ$3</c:f>
              <c:numCache>
                <c:formatCode>0</c:formatCode>
                <c:ptCount val="2"/>
                <c:pt idx="0">
                  <c:v>51.5</c:v>
                </c:pt>
                <c:pt idx="1">
                  <c:v>60</c:v>
                </c:pt>
              </c:numCache>
            </c:numRef>
          </c:yVal>
          <c:smooth val="0"/>
        </c:ser>
        <c:ser>
          <c:idx val="52"/>
          <c:order val="52"/>
          <c:tx>
            <c:v>PSe hatch</c:v>
          </c:tx>
          <c:spPr>
            <a:ln xmlns:a="http://schemas.openxmlformats.org/drawingml/2006/main" w="11430">
              <a:solidFill>
                <a:srgbClr val="68B39A"/>
              </a:solidFill>
            </a:ln>
          </c:spPr>
          <c:marker>
            <c:symbol val="none"/>
          </c:marker>
          <c:xVal>
            <c:numRef>
              <c:f>'Chart Data'!$DA$2:$DA$3</c:f>
              <c:numCache>
                <c:formatCode>General</c:formatCode>
                <c:ptCount val="2"/>
                <c:pt idx="0">
                  <c:v>28.75</c:v>
                </c:pt>
                <c:pt idx="1">
                  <c:v>28.75</c:v>
                </c:pt>
              </c:numCache>
            </c:numRef>
          </c:xVal>
          <c:yVal>
            <c:numRef>
              <c:f>'Chart Data'!$DB$2:$DB$3</c:f>
              <c:numCache>
                <c:formatCode>0</c:formatCode>
                <c:ptCount val="2"/>
                <c:pt idx="0">
                  <c:v>52.75</c:v>
                </c:pt>
                <c:pt idx="1">
                  <c:v>60</c:v>
                </c:pt>
              </c:numCache>
            </c:numRef>
          </c:yVal>
          <c:smooth val="0"/>
        </c:ser>
        <c:ser>
          <c:idx val="53"/>
          <c:order val="53"/>
          <c:tx>
            <c:v>PSe hatch</c:v>
          </c:tx>
          <c:spPr>
            <a:ln xmlns:a="http://schemas.openxmlformats.org/drawingml/2006/main" w="11430">
              <a:solidFill>
                <a:srgbClr val="68B39A"/>
              </a:solidFill>
            </a:ln>
          </c:spPr>
          <c:marker>
            <c:symbol val="none"/>
          </c:marker>
          <c:xVal>
            <c:numRef>
              <c:f>'Chart Data'!$DC$2:$DC$3</c:f>
              <c:numCache>
                <c:formatCode>General</c:formatCode>
                <c:ptCount val="2"/>
                <c:pt idx="0">
                  <c:v>30</c:v>
                </c:pt>
                <c:pt idx="1">
                  <c:v>30</c:v>
                </c:pt>
              </c:numCache>
            </c:numRef>
          </c:xVal>
          <c:yVal>
            <c:numRef>
              <c:f>'Chart Data'!$DD$2:$DD$3</c:f>
              <c:numCache>
                <c:formatCode>0</c:formatCode>
                <c:ptCount val="2"/>
                <c:pt idx="0">
                  <c:v>54</c:v>
                </c:pt>
                <c:pt idx="1">
                  <c:v>60</c:v>
                </c:pt>
              </c:numCache>
            </c:numRef>
          </c:yVal>
          <c:smooth val="0"/>
        </c:ser>
        <c:ser>
          <c:idx val="54"/>
          <c:order val="54"/>
          <c:tx>
            <c:v>PSe hatch</c:v>
          </c:tx>
          <c:spPr>
            <a:ln xmlns:a="http://schemas.openxmlformats.org/drawingml/2006/main" w="11430">
              <a:solidFill>
                <a:srgbClr val="68B39A"/>
              </a:solidFill>
            </a:ln>
          </c:spPr>
          <c:marker>
            <c:symbol val="none"/>
          </c:marker>
          <c:xVal>
            <c:numRef>
              <c:f>'Chart Data'!$DE$2:$DE$3</c:f>
              <c:numCache>
                <c:formatCode>General</c:formatCode>
                <c:ptCount val="2"/>
                <c:pt idx="0">
                  <c:v>31.25</c:v>
                </c:pt>
                <c:pt idx="1">
                  <c:v>31.25</c:v>
                </c:pt>
              </c:numCache>
            </c:numRef>
          </c:xVal>
          <c:yVal>
            <c:numRef>
              <c:f>'Chart Data'!$DF$2:$DF$3</c:f>
              <c:numCache>
                <c:formatCode>0</c:formatCode>
                <c:ptCount val="2"/>
                <c:pt idx="0">
                  <c:v>55.25</c:v>
                </c:pt>
                <c:pt idx="1">
                  <c:v>60</c:v>
                </c:pt>
              </c:numCache>
            </c:numRef>
          </c:yVal>
          <c:smooth val="0"/>
        </c:ser>
        <c:ser>
          <c:idx val="55"/>
          <c:order val="55"/>
          <c:tx>
            <c:v>PSe hatch</c:v>
          </c:tx>
          <c:spPr>
            <a:ln xmlns:a="http://schemas.openxmlformats.org/drawingml/2006/main" w="11430">
              <a:solidFill>
                <a:srgbClr val="68B39A"/>
              </a:solidFill>
            </a:ln>
          </c:spPr>
          <c:marker>
            <c:symbol val="none"/>
          </c:marker>
          <c:xVal>
            <c:numRef>
              <c:f>'Chart Data'!$DG$2:$DG$3</c:f>
              <c:numCache>
                <c:formatCode>General</c:formatCode>
                <c:ptCount val="2"/>
                <c:pt idx="0">
                  <c:v>32.5</c:v>
                </c:pt>
                <c:pt idx="1">
                  <c:v>32.5</c:v>
                </c:pt>
              </c:numCache>
            </c:numRef>
          </c:xVal>
          <c:yVal>
            <c:numRef>
              <c:f>'Chart Data'!$DH$2:$DH$3</c:f>
              <c:numCache>
                <c:formatCode>0</c:formatCode>
                <c:ptCount val="2"/>
                <c:pt idx="0">
                  <c:v>56.5</c:v>
                </c:pt>
                <c:pt idx="1">
                  <c:v>60</c:v>
                </c:pt>
              </c:numCache>
            </c:numRef>
          </c:yVal>
          <c:smooth val="0"/>
        </c:ser>
        <c:ser>
          <c:idx val="56"/>
          <c:order val="56"/>
          <c:tx>
            <c:v>PSe hatch</c:v>
          </c:tx>
          <c:spPr>
            <a:ln xmlns:a="http://schemas.openxmlformats.org/drawingml/2006/main" w="11430">
              <a:solidFill>
                <a:srgbClr val="68B39A"/>
              </a:solidFill>
            </a:ln>
          </c:spPr>
          <c:marker>
            <c:symbol val="none"/>
          </c:marker>
          <c:xVal>
            <c:numRef>
              <c:f>'Chart Data'!$DI$2:$DI$3</c:f>
              <c:numCache>
                <c:formatCode>General</c:formatCode>
                <c:ptCount val="2"/>
                <c:pt idx="0">
                  <c:v>33.75</c:v>
                </c:pt>
                <c:pt idx="1">
                  <c:v>33.75</c:v>
                </c:pt>
              </c:numCache>
            </c:numRef>
          </c:xVal>
          <c:yVal>
            <c:numRef>
              <c:f>'Chart Data'!$DJ$2:$DJ$3</c:f>
              <c:numCache>
                <c:formatCode>0</c:formatCode>
                <c:ptCount val="2"/>
                <c:pt idx="0">
                  <c:v>57.75</c:v>
                </c:pt>
                <c:pt idx="1">
                  <c:v>60</c:v>
                </c:pt>
              </c:numCache>
            </c:numRef>
          </c:yVal>
          <c:smooth val="0"/>
        </c:ser>
        <c:ser>
          <c:idx val="57"/>
          <c:order val="57"/>
          <c:tx>
            <c:v>PSe hatch</c:v>
          </c:tx>
          <c:spPr>
            <a:ln xmlns:a="http://schemas.openxmlformats.org/drawingml/2006/main" w="11430">
              <a:solidFill>
                <a:srgbClr val="68B39A"/>
              </a:solidFill>
            </a:ln>
          </c:spPr>
          <c:marker>
            <c:symbol val="none"/>
          </c:marker>
          <c:xVal>
            <c:numRef>
              <c:f>'Chart Data'!$DK$2:$DK$3</c:f>
              <c:numCache>
                <c:formatCode>General</c:formatCode>
                <c:ptCount val="2"/>
                <c:pt idx="0">
                  <c:v>35</c:v>
                </c:pt>
                <c:pt idx="1">
                  <c:v>35</c:v>
                </c:pt>
              </c:numCache>
            </c:numRef>
          </c:xVal>
          <c:yVal>
            <c:numRef>
              <c:f>'Chart Data'!$DL$2:$DL$3</c:f>
              <c:numCache>
                <c:formatCode>0</c:formatCode>
                <c:ptCount val="2"/>
                <c:pt idx="0">
                  <c:v>59</c:v>
                </c:pt>
                <c:pt idx="1">
                  <c:v>60</c:v>
                </c:pt>
              </c:numCache>
            </c:numRef>
          </c:yVal>
          <c:smooth val="0"/>
        </c:ser>
        <c:ser>
          <c:idx val="58"/>
          <c:order val="58"/>
          <c:tx>
            <c:v>Qm</c:v>
          </c:tx>
          <c:spPr>
            <a:ln xmlns:a="http://schemas.openxmlformats.org/drawingml/2006/main" w="12383">
              <a:solidFill>
                <a:srgbClr val="445B6B"/>
              </a:solidFill>
            </a:ln>
          </c:spPr>
          <c:marker>
            <c:symbol val="none"/>
          </c:marker>
          <c:xVal>
            <c:numRef>
              <c:f>'Chart Data'!$DM$2:$DM$3</c:f>
              <c:numCache>
                <c:formatCode>General</c:formatCode>
                <c:ptCount val="2"/>
                <c:pt idx="0">
                  <c:v>24</c:v>
                </c:pt>
                <c:pt idx="1">
                  <c:v>24</c:v>
                </c:pt>
              </c:numCache>
            </c:numRef>
          </c:xVal>
          <c:yVal>
            <c:numRef>
              <c:f>'Chart Data'!$DN$2:$DN$3</c:f>
              <c:numCache>
                <c:formatCode>0</c:formatCode>
                <c:ptCount val="2"/>
                <c:pt idx="0">
                  <c:v>0</c:v>
                </c:pt>
                <c:pt idx="1">
                  <c:v>72</c:v>
                </c:pt>
              </c:numCache>
            </c:numRef>
          </c:yVal>
          <c:smooth val="0"/>
        </c:ser>
        <c:ser>
          <c:idx val="59"/>
          <c:order val="59"/>
          <c:tx>
            <c:v>Pm</c:v>
          </c:tx>
          <c:spPr>
            <a:ln xmlns:a="http://schemas.openxmlformats.org/drawingml/2006/main" w="12383">
              <a:solidFill>
                <a:srgbClr val="445B6B"/>
              </a:solidFill>
            </a:ln>
          </c:spPr>
          <c:marker>
            <c:symbol val="none"/>
          </c:marker>
          <c:xVal>
            <c:numRef>
              <c:f>'Chart Data'!$DO$2:$DO$3</c:f>
              <c:numCache>
                <c:formatCode>General</c:formatCode>
                <c:ptCount val="2"/>
                <c:pt idx="0">
                  <c:v>0</c:v>
                </c:pt>
                <c:pt idx="1">
                  <c:v>24</c:v>
                </c:pt>
              </c:numCache>
            </c:numRef>
          </c:xVal>
          <c:yVal>
            <c:numRef>
              <c:f>'Chart Data'!$DP$2:$DP$3</c:f>
              <c:numCache>
                <c:formatCode>0</c:formatCode>
                <c:ptCount val="2"/>
                <c:pt idx="0">
                  <c:v>72</c:v>
                </c:pt>
                <c:pt idx="1">
                  <c:v>72</c:v>
                </c:pt>
              </c:numCache>
            </c:numRef>
          </c:yVal>
          <c:smooth val="0"/>
        </c:ser>
        <c:ser>
          <c:idx val="60"/>
          <c:order val="60"/>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Data'!$DQ$2:$DQ$2</c:f>
              <c:numCache>
                <c:formatCode>General</c:formatCode>
                <c:ptCount val="1"/>
                <c:pt idx="0">
                  <c:v>24.9</c:v>
                </c:pt>
              </c:numCache>
            </c:numRef>
          </c:xVal>
          <c:yVal>
            <c:numRef>
              <c:f>'Chart Data'!$DR$2:$DR$2</c:f>
              <c:numCache>
                <c:formatCode>0</c:formatCode>
                <c:ptCount val="1"/>
                <c:pt idx="0">
                  <c:v>78.5</c:v>
                </c:pt>
              </c:numCache>
            </c:numRef>
          </c:yVal>
          <c:smooth val="0"/>
        </c:ser>
        <c:ser>
          <c:idx val="61"/>
          <c:order val="61"/>
          <c:tx>
            <c:v>Qe</c:v>
          </c:tx>
          <c:spPr>
            <a:ln xmlns:a="http://schemas.openxmlformats.org/drawingml/2006/main" w="12383">
              <a:solidFill>
                <a:srgbClr val="445B6B"/>
              </a:solidFill>
            </a:ln>
          </c:spPr>
          <c:marker>
            <c:symbol val="none"/>
          </c:marker>
          <c:xVal>
            <c:numRef>
              <c:f>'Chart Data'!$DS$2:$DS$3</c:f>
              <c:numCache>
                <c:formatCode>General</c:formatCode>
                <c:ptCount val="2"/>
                <c:pt idx="0">
                  <c:v>36</c:v>
                </c:pt>
                <c:pt idx="1">
                  <c:v>36</c:v>
                </c:pt>
              </c:numCache>
            </c:numRef>
          </c:xVal>
          <c:yVal>
            <c:numRef>
              <c:f>'Chart Data'!$DT$2:$DT$3</c:f>
              <c:numCache>
                <c:formatCode>0</c:formatCode>
                <c:ptCount val="2"/>
                <c:pt idx="0">
                  <c:v>0</c:v>
                </c:pt>
                <c:pt idx="1">
                  <c:v>60</c:v>
                </c:pt>
              </c:numCache>
            </c:numRef>
          </c:yVal>
          <c:smooth val="0"/>
        </c:ser>
        <c:ser>
          <c:idx val="62"/>
          <c:order val="62"/>
          <c:tx>
            <c:v>Pe</c:v>
          </c:tx>
          <c:spPr>
            <a:ln xmlns:a="http://schemas.openxmlformats.org/drawingml/2006/main" w="12383">
              <a:solidFill>
                <a:srgbClr val="445B6B"/>
              </a:solidFill>
            </a:ln>
          </c:spPr>
          <c:marker>
            <c:symbol val="none"/>
          </c:marker>
          <c:xVal>
            <c:numRef>
              <c:f>'Chart Data'!$DU$2:$DU$3</c:f>
              <c:numCache>
                <c:formatCode>General</c:formatCode>
                <c:ptCount val="2"/>
                <c:pt idx="0">
                  <c:v>0</c:v>
                </c:pt>
                <c:pt idx="1">
                  <c:v>36</c:v>
                </c:pt>
              </c:numCache>
            </c:numRef>
          </c:xVal>
          <c:yVal>
            <c:numRef>
              <c:f>'Chart Data'!$DV$2:$DV$3</c:f>
              <c:numCache>
                <c:formatCode>0</c:formatCode>
                <c:ptCount val="2"/>
                <c:pt idx="0">
                  <c:v>60</c:v>
                </c:pt>
                <c:pt idx="1">
                  <c:v>60</c:v>
                </c:pt>
              </c:numCache>
            </c:numRef>
          </c:yVal>
          <c:smooth val="0"/>
        </c:ser>
        <c:ser>
          <c:idx val="63"/>
          <c:order val="63"/>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Data'!$DW$2:$DW$2</c:f>
              <c:numCache>
                <c:formatCode>General</c:formatCode>
                <c:ptCount val="1"/>
                <c:pt idx="0">
                  <c:v>38.1</c:v>
                </c:pt>
              </c:numCache>
            </c:numRef>
          </c:xVal>
          <c:yVal>
            <c:numRef>
              <c:f>'Chart Data'!$DX$2:$DX$2</c:f>
              <c:numCache>
                <c:formatCode>0</c:formatCode>
                <c:ptCount val="1"/>
                <c:pt idx="0">
                  <c:v>72</c:v>
                </c:pt>
              </c:numCache>
            </c:numRef>
          </c:yVal>
          <c:smooth val="0"/>
        </c:ser>
        <c:ser>
          <c:idx val="64"/>
          <c:order val="64"/>
          <c:tx>
            <c:v>Vraag = GO</c:v>
          </c:tx>
          <c:spPr>
            <a:ln xmlns:a="http://schemas.openxmlformats.org/drawingml/2006/main" w="38100">
              <a:solidFill>
                <a:srgbClr val="17658A"/>
              </a:solidFill>
            </a:ln>
          </c:spPr>
          <c:marker>
            <c:symbol val="none"/>
          </c:marker>
          <c:xVal>
            <c:numRef>
              <c:f>'Chart Data'!$DY$2:$DY$3</c:f>
              <c:numCache>
                <c:formatCode>General</c:formatCode>
                <c:ptCount val="2"/>
                <c:pt idx="0">
                  <c:v>0</c:v>
                </c:pt>
                <c:pt idx="1">
                  <c:v>60</c:v>
                </c:pt>
              </c:numCache>
            </c:numRef>
          </c:xVal>
          <c:yVal>
            <c:numRef>
              <c:f>'Chart Data'!$DZ$2:$DZ$3</c:f>
              <c:numCache>
                <c:formatCode>0</c:formatCode>
                <c:ptCount val="2"/>
                <c:pt idx="0">
                  <c:v>96</c:v>
                </c:pt>
                <c:pt idx="1">
                  <c:v>36</c:v>
                </c:pt>
              </c:numCache>
            </c:numRef>
          </c:yVal>
          <c:smooth val="0"/>
        </c:ser>
        <c:ser>
          <c:idx val="65"/>
          <c:order val="65"/>
          <c:tx>
            <c:v>MK</c:v>
          </c:tx>
          <c:spPr>
            <a:ln xmlns:a="http://schemas.openxmlformats.org/drawingml/2006/main" w="38100">
              <a:solidFill>
                <a:srgbClr val="A94D16"/>
              </a:solidFill>
            </a:ln>
          </c:spPr>
          <c:marker>
            <c:symbol val="none"/>
          </c:marker>
          <c:xVal>
            <c:numRef>
              <c:f>'Chart Data'!$EA$2:$EA$3</c:f>
              <c:numCache>
                <c:formatCode>General</c:formatCode>
                <c:ptCount val="2"/>
                <c:pt idx="0">
                  <c:v>0</c:v>
                </c:pt>
                <c:pt idx="1">
                  <c:v>60</c:v>
                </c:pt>
              </c:numCache>
            </c:numRef>
          </c:xVal>
          <c:yVal>
            <c:numRef>
              <c:f>'Chart Data'!$EB$2:$EB$3</c:f>
              <c:numCache>
                <c:formatCode>0</c:formatCode>
                <c:ptCount val="2"/>
                <c:pt idx="0">
                  <c:v>24</c:v>
                </c:pt>
                <c:pt idx="1">
                  <c:v>84</c:v>
                </c:pt>
              </c:numCache>
            </c:numRef>
          </c:yVal>
          <c:smooth val="0"/>
        </c:ser>
        <c:ser>
          <c:idx val="66"/>
          <c:order val="66"/>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Data'!$EC$2:$EC$2</c:f>
              <c:numCache>
                <c:formatCode>General</c:formatCode>
                <c:ptCount val="1"/>
                <c:pt idx="0">
                  <c:v>46.8</c:v>
                </c:pt>
              </c:numCache>
            </c:numRef>
          </c:xVal>
          <c:yVal>
            <c:numRef>
              <c:f>'Chart Data'!$ED$2:$ED$2</c:f>
              <c:numCache>
                <c:formatCode>0</c:formatCode>
                <c:ptCount val="1"/>
                <c:pt idx="0">
                  <c:v>31.2</c:v>
                </c:pt>
              </c:numCache>
            </c:numRef>
          </c:yVal>
          <c:smooth val="0"/>
        </c:ser>
        <c:ser>
          <c:idx val="67"/>
          <c:order val="67"/>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Data'!$EE$2:$EE$2</c:f>
              <c:numCache>
                <c:formatCode>General</c:formatCode>
                <c:ptCount val="1"/>
                <c:pt idx="0">
                  <c:v>53.4</c:v>
                </c:pt>
              </c:numCache>
            </c:numRef>
          </c:xVal>
          <c:yVal>
            <c:numRef>
              <c:f>'Chart Data'!$EF$2:$EF$2</c:f>
              <c:numCache>
                <c:formatCode>0</c:formatCode>
                <c:ptCount val="1"/>
                <c:pt idx="0">
                  <c:v>84.9</c:v>
                </c:pt>
              </c:numCache>
            </c:numRef>
          </c:yVal>
          <c:smooth val="0"/>
        </c:ser>
        <c:ser>
          <c:idx val="68"/>
          <c:order val="68"/>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Data'!$EG$2:$EG$2</c:f>
              <c:numCache>
                <c:formatCode>General</c:formatCode>
                <c:ptCount val="1"/>
                <c:pt idx="0">
                  <c:v>24</c:v>
                </c:pt>
              </c:numCache>
            </c:numRef>
          </c:xVal>
          <c:yVal>
            <c:numRef>
              <c:f>'Chart Data'!$EH$2:$EH$2</c:f>
              <c:numCache>
                <c:formatCode>0</c:formatCode>
                <c:ptCount val="1"/>
                <c:pt idx="0">
                  <c:v>72</c:v>
                </c:pt>
              </c:numCache>
            </c:numRef>
          </c:yVal>
          <c:smooth val="0"/>
        </c:ser>
        <c:ser>
          <c:idx val="69"/>
          <c:order val="69"/>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Data'!$EI$2:$EI$2</c:f>
              <c:numCache>
                <c:formatCode>General</c:formatCode>
                <c:ptCount val="1"/>
                <c:pt idx="0">
                  <c:v>36</c:v>
                </c:pt>
              </c:numCache>
            </c:numRef>
          </c:xVal>
          <c:yVal>
            <c:numRef>
              <c:f>'Chart Data'!$EJ$2:$EJ$2</c:f>
              <c:numCache>
                <c:formatCode>0</c:formatCode>
                <c:ptCount val="1"/>
                <c:pt idx="0">
                  <c:v>60</c:v>
                </c:pt>
              </c:numCache>
            </c:numRef>
          </c:yVal>
          <c:smooth val="0"/>
        </c:ser>
        <c:ser>
          <c:idx val="70"/>
          <c:order val="70"/>
          <c:tx>
            <c:v>CS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Data'!$EK$2:$EK$2</c:f>
              <c:numCache>
                <c:formatCode>General</c:formatCode>
                <c:ptCount val="1"/>
                <c:pt idx="0">
                  <c:v>10.08</c:v>
                </c:pt>
              </c:numCache>
            </c:numRef>
          </c:xVal>
          <c:yVal>
            <c:numRef>
              <c:f>'Chart Data'!$EL$2:$EL$2</c:f>
              <c:numCache>
                <c:formatCode>0</c:formatCode>
                <c:ptCount val="1"/>
                <c:pt idx="0">
                  <c:v>70.08</c:v>
                </c:pt>
              </c:numCache>
            </c:numRef>
          </c:yVal>
          <c:smooth val="0"/>
        </c:ser>
        <c:ser>
          <c:idx val="71"/>
          <c:order val="71"/>
          <c:tx>
            <c:v>PS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Data'!$EM$2:$EM$2</c:f>
              <c:numCache>
                <c:formatCode>General</c:formatCode>
                <c:ptCount val="1"/>
                <c:pt idx="0">
                  <c:v>10.08</c:v>
                </c:pt>
              </c:numCache>
            </c:numRef>
          </c:xVal>
          <c:yVal>
            <c:numRef>
              <c:f>'Chart Data'!$EN$2:$EN$2</c:f>
              <c:numCache>
                <c:formatCode>0</c:formatCode>
                <c:ptCount val="1"/>
                <c:pt idx="0">
                  <c:v>49.2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
        <c:ser>
          <c:idx val="0"/>
          <c:order val="0"/>
          <c:tx>
            <c:v>O boundary</c:v>
          </c:tx>
          <c:spPr>
            <a:ln xmlns:a="http://schemas.openxmlformats.org/drawingml/2006/main" w="21908">
              <a:solidFill>
                <a:srgbClr val="C48D28"/>
              </a:solidFill>
            </a:ln>
          </c:spPr>
          <c:marker>
            <c:symbol val="none"/>
          </c:marker>
          <c:xVal>
            <c:numRef>
              <c:f>'Chart Data'!$A$2:$A$6</c:f>
              <c:numCache>
                <c:formatCode>General</c:formatCode>
                <c:ptCount val="5"/>
                <c:pt idx="0">
                  <c:v>0</c:v>
                </c:pt>
                <c:pt idx="1">
                  <c:v>24</c:v>
                </c:pt>
                <c:pt idx="2">
                  <c:v>24</c:v>
                </c:pt>
                <c:pt idx="3">
                  <c:v>0</c:v>
                </c:pt>
                <c:pt idx="4">
                  <c:v>0</c:v>
                </c:pt>
              </c:numCache>
            </c:numRef>
          </c:xVal>
          <c:yVal>
            <c:numRef>
              <c:f>'Chart Data'!$B$2:$B$6</c:f>
              <c:numCache>
                <c:formatCode>0</c:formatCode>
                <c:ptCount val="5"/>
                <c:pt idx="0">
                  <c:v>60</c:v>
                </c:pt>
                <c:pt idx="1">
                  <c:v>60</c:v>
                </c:pt>
                <c:pt idx="2">
                  <c:v>72</c:v>
                </c:pt>
                <c:pt idx="3">
                  <c:v>72</c:v>
                </c:pt>
                <c:pt idx="4">
                  <c:v>60</c:v>
                </c:pt>
              </c:numCache>
            </c:numRef>
          </c:yVal>
          <c:smooth val="0"/>
        </c:ser>
        <c:ser>
          <c:idx val="1"/>
          <c:order val="1"/>
          <c:tx>
            <c:v>O hatch</c:v>
          </c:tx>
          <c:spPr>
            <a:ln xmlns:a="http://schemas.openxmlformats.org/drawingml/2006/main" w="11430">
              <a:solidFill>
                <a:srgbClr val="C48D28"/>
              </a:solidFill>
            </a:ln>
          </c:spPr>
          <c:marker>
            <c:symbol val="none"/>
          </c:marker>
          <c:xVal>
            <c:numRef>
              <c:f>'Chart Data'!$C$2:$C$3</c:f>
              <c:numCache>
                <c:formatCode>General</c:formatCode>
                <c:ptCount val="2"/>
                <c:pt idx="0">
                  <c:v>1.25</c:v>
                </c:pt>
                <c:pt idx="1">
                  <c:v>1.25</c:v>
                </c:pt>
              </c:numCache>
            </c:numRef>
          </c:xVal>
          <c:yVal>
            <c:numRef>
              <c:f>'Chart Data'!$D$2:$D$3</c:f>
              <c:numCache>
                <c:formatCode>0</c:formatCode>
                <c:ptCount val="2"/>
                <c:pt idx="0">
                  <c:v>60</c:v>
                </c:pt>
                <c:pt idx="1">
                  <c:v>72</c:v>
                </c:pt>
              </c:numCache>
            </c:numRef>
          </c:yVal>
          <c:smooth val="0"/>
        </c:ser>
        <c:ser>
          <c:idx val="2"/>
          <c:order val="2"/>
          <c:tx>
            <c:v>O hatch</c:v>
          </c:tx>
          <c:spPr>
            <a:ln xmlns:a="http://schemas.openxmlformats.org/drawingml/2006/main" w="11430">
              <a:solidFill>
                <a:srgbClr val="C48D28"/>
              </a:solidFill>
            </a:ln>
          </c:spPr>
          <c:marker>
            <c:symbol val="none"/>
          </c:marker>
          <c:xVal>
            <c:numRef>
              <c:f>'Chart Data'!$E$2:$E$3</c:f>
              <c:numCache>
                <c:formatCode>General</c:formatCode>
                <c:ptCount val="2"/>
                <c:pt idx="0">
                  <c:v>2.5</c:v>
                </c:pt>
                <c:pt idx="1">
                  <c:v>2.5</c:v>
                </c:pt>
              </c:numCache>
            </c:numRef>
          </c:xVal>
          <c:yVal>
            <c:numRef>
              <c:f>'Chart Data'!$F$2:$F$3</c:f>
              <c:numCache>
                <c:formatCode>0</c:formatCode>
                <c:ptCount val="2"/>
                <c:pt idx="0">
                  <c:v>60</c:v>
                </c:pt>
                <c:pt idx="1">
                  <c:v>72</c:v>
                </c:pt>
              </c:numCache>
            </c:numRef>
          </c:yVal>
          <c:smooth val="0"/>
        </c:ser>
        <c:ser>
          <c:idx val="3"/>
          <c:order val="3"/>
          <c:tx>
            <c:v>O hatch</c:v>
          </c:tx>
          <c:spPr>
            <a:ln xmlns:a="http://schemas.openxmlformats.org/drawingml/2006/main" w="11430">
              <a:solidFill>
                <a:srgbClr val="C48D28"/>
              </a:solidFill>
            </a:ln>
          </c:spPr>
          <c:marker>
            <c:symbol val="none"/>
          </c:marker>
          <c:xVal>
            <c:numRef>
              <c:f>'Chart Data'!$G$2:$G$3</c:f>
              <c:numCache>
                <c:formatCode>General</c:formatCode>
                <c:ptCount val="2"/>
                <c:pt idx="0">
                  <c:v>3.75</c:v>
                </c:pt>
                <c:pt idx="1">
                  <c:v>3.75</c:v>
                </c:pt>
              </c:numCache>
            </c:numRef>
          </c:xVal>
          <c:yVal>
            <c:numRef>
              <c:f>'Chart Data'!$H$2:$H$3</c:f>
              <c:numCache>
                <c:formatCode>0</c:formatCode>
                <c:ptCount val="2"/>
                <c:pt idx="0">
                  <c:v>60</c:v>
                </c:pt>
                <c:pt idx="1">
                  <c:v>72</c:v>
                </c:pt>
              </c:numCache>
            </c:numRef>
          </c:yVal>
          <c:smooth val="0"/>
        </c:ser>
        <c:ser>
          <c:idx val="4"/>
          <c:order val="4"/>
          <c:tx>
            <c:v>O hatch</c:v>
          </c:tx>
          <c:spPr>
            <a:ln xmlns:a="http://schemas.openxmlformats.org/drawingml/2006/main" w="11430">
              <a:solidFill>
                <a:srgbClr val="C48D28"/>
              </a:solidFill>
            </a:ln>
          </c:spPr>
          <c:marker>
            <c:symbol val="none"/>
          </c:marker>
          <c:xVal>
            <c:numRef>
              <c:f>'Chart Data'!$I$2:$I$3</c:f>
              <c:numCache>
                <c:formatCode>General</c:formatCode>
                <c:ptCount val="2"/>
                <c:pt idx="0">
                  <c:v>5</c:v>
                </c:pt>
                <c:pt idx="1">
                  <c:v>5</c:v>
                </c:pt>
              </c:numCache>
            </c:numRef>
          </c:xVal>
          <c:yVal>
            <c:numRef>
              <c:f>'Chart Data'!$J$2:$J$3</c:f>
              <c:numCache>
                <c:formatCode>0</c:formatCode>
                <c:ptCount val="2"/>
                <c:pt idx="0">
                  <c:v>60</c:v>
                </c:pt>
                <c:pt idx="1">
                  <c:v>72</c:v>
                </c:pt>
              </c:numCache>
            </c:numRef>
          </c:yVal>
          <c:smooth val="0"/>
        </c:ser>
        <c:ser>
          <c:idx val="5"/>
          <c:order val="5"/>
          <c:tx>
            <c:v>O hatch</c:v>
          </c:tx>
          <c:spPr>
            <a:ln xmlns:a="http://schemas.openxmlformats.org/drawingml/2006/main" w="11430">
              <a:solidFill>
                <a:srgbClr val="C48D28"/>
              </a:solidFill>
            </a:ln>
          </c:spPr>
          <c:marker>
            <c:symbol val="none"/>
          </c:marker>
          <c:xVal>
            <c:numRef>
              <c:f>'Chart Data'!$K$2:$K$3</c:f>
              <c:numCache>
                <c:formatCode>General</c:formatCode>
                <c:ptCount val="2"/>
                <c:pt idx="0">
                  <c:v>6.25</c:v>
                </c:pt>
                <c:pt idx="1">
                  <c:v>6.25</c:v>
                </c:pt>
              </c:numCache>
            </c:numRef>
          </c:xVal>
          <c:yVal>
            <c:numRef>
              <c:f>'Chart Data'!$L$2:$L$3</c:f>
              <c:numCache>
                <c:formatCode>0</c:formatCode>
                <c:ptCount val="2"/>
                <c:pt idx="0">
                  <c:v>60</c:v>
                </c:pt>
                <c:pt idx="1">
                  <c:v>72</c:v>
                </c:pt>
              </c:numCache>
            </c:numRef>
          </c:yVal>
          <c:smooth val="0"/>
        </c:ser>
        <c:ser>
          <c:idx val="6"/>
          <c:order val="6"/>
          <c:tx>
            <c:v>O hatch</c:v>
          </c:tx>
          <c:spPr>
            <a:ln xmlns:a="http://schemas.openxmlformats.org/drawingml/2006/main" w="11430">
              <a:solidFill>
                <a:srgbClr val="C48D28"/>
              </a:solidFill>
            </a:ln>
          </c:spPr>
          <c:marker>
            <c:symbol val="none"/>
          </c:marker>
          <c:xVal>
            <c:numRef>
              <c:f>'Chart Data'!$M$2:$M$3</c:f>
              <c:numCache>
                <c:formatCode>General</c:formatCode>
                <c:ptCount val="2"/>
                <c:pt idx="0">
                  <c:v>7.5</c:v>
                </c:pt>
                <c:pt idx="1">
                  <c:v>7.5</c:v>
                </c:pt>
              </c:numCache>
            </c:numRef>
          </c:xVal>
          <c:yVal>
            <c:numRef>
              <c:f>'Chart Data'!$N$2:$N$3</c:f>
              <c:numCache>
                <c:formatCode>0</c:formatCode>
                <c:ptCount val="2"/>
                <c:pt idx="0">
                  <c:v>60</c:v>
                </c:pt>
                <c:pt idx="1">
                  <c:v>72</c:v>
                </c:pt>
              </c:numCache>
            </c:numRef>
          </c:yVal>
          <c:smooth val="0"/>
        </c:ser>
        <c:ser>
          <c:idx val="7"/>
          <c:order val="7"/>
          <c:tx>
            <c:v>O hatch</c:v>
          </c:tx>
          <c:spPr>
            <a:ln xmlns:a="http://schemas.openxmlformats.org/drawingml/2006/main" w="11430">
              <a:solidFill>
                <a:srgbClr val="C48D28"/>
              </a:solidFill>
            </a:ln>
          </c:spPr>
          <c:marker>
            <c:symbol val="none"/>
          </c:marker>
          <c:xVal>
            <c:numRef>
              <c:f>'Chart Data'!$O$2:$O$3</c:f>
              <c:numCache>
                <c:formatCode>General</c:formatCode>
                <c:ptCount val="2"/>
                <c:pt idx="0">
                  <c:v>8.75</c:v>
                </c:pt>
                <c:pt idx="1">
                  <c:v>8.75</c:v>
                </c:pt>
              </c:numCache>
            </c:numRef>
          </c:xVal>
          <c:yVal>
            <c:numRef>
              <c:f>'Chart Data'!$P$2:$P$3</c:f>
              <c:numCache>
                <c:formatCode>0</c:formatCode>
                <c:ptCount val="2"/>
                <c:pt idx="0">
                  <c:v>60</c:v>
                </c:pt>
                <c:pt idx="1">
                  <c:v>72</c:v>
                </c:pt>
              </c:numCache>
            </c:numRef>
          </c:yVal>
          <c:smooth val="0"/>
        </c:ser>
        <c:ser>
          <c:idx val="8"/>
          <c:order val="8"/>
          <c:tx>
            <c:v>O hatch</c:v>
          </c:tx>
          <c:spPr>
            <a:ln xmlns:a="http://schemas.openxmlformats.org/drawingml/2006/main" w="11430">
              <a:solidFill>
                <a:srgbClr val="C48D28"/>
              </a:solidFill>
            </a:ln>
          </c:spPr>
          <c:marker>
            <c:symbol val="none"/>
          </c:marker>
          <c:xVal>
            <c:numRef>
              <c:f>'Chart Data'!$Q$2:$Q$3</c:f>
              <c:numCache>
                <c:formatCode>General</c:formatCode>
                <c:ptCount val="2"/>
                <c:pt idx="0">
                  <c:v>10</c:v>
                </c:pt>
                <c:pt idx="1">
                  <c:v>10</c:v>
                </c:pt>
              </c:numCache>
            </c:numRef>
          </c:xVal>
          <c:yVal>
            <c:numRef>
              <c:f>'Chart Data'!$R$2:$R$3</c:f>
              <c:numCache>
                <c:formatCode>0</c:formatCode>
                <c:ptCount val="2"/>
                <c:pt idx="0">
                  <c:v>60</c:v>
                </c:pt>
                <c:pt idx="1">
                  <c:v>72</c:v>
                </c:pt>
              </c:numCache>
            </c:numRef>
          </c:yVal>
          <c:smooth val="0"/>
        </c:ser>
        <c:ser>
          <c:idx val="9"/>
          <c:order val="9"/>
          <c:tx>
            <c:v>O hatch</c:v>
          </c:tx>
          <c:spPr>
            <a:ln xmlns:a="http://schemas.openxmlformats.org/drawingml/2006/main" w="11430">
              <a:solidFill>
                <a:srgbClr val="C48D28"/>
              </a:solidFill>
            </a:ln>
          </c:spPr>
          <c:marker>
            <c:symbol val="none"/>
          </c:marker>
          <c:xVal>
            <c:numRef>
              <c:f>'Chart Data'!$S$2:$S$3</c:f>
              <c:numCache>
                <c:formatCode>General</c:formatCode>
                <c:ptCount val="2"/>
                <c:pt idx="0">
                  <c:v>11.25</c:v>
                </c:pt>
                <c:pt idx="1">
                  <c:v>11.25</c:v>
                </c:pt>
              </c:numCache>
            </c:numRef>
          </c:xVal>
          <c:yVal>
            <c:numRef>
              <c:f>'Chart Data'!$T$2:$T$3</c:f>
              <c:numCache>
                <c:formatCode>0</c:formatCode>
                <c:ptCount val="2"/>
                <c:pt idx="0">
                  <c:v>60</c:v>
                </c:pt>
                <c:pt idx="1">
                  <c:v>72</c:v>
                </c:pt>
              </c:numCache>
            </c:numRef>
          </c:yVal>
          <c:smooth val="0"/>
        </c:ser>
        <c:ser>
          <c:idx val="10"/>
          <c:order val="10"/>
          <c:tx>
            <c:v>O hatch</c:v>
          </c:tx>
          <c:spPr>
            <a:ln xmlns:a="http://schemas.openxmlformats.org/drawingml/2006/main" w="11430">
              <a:solidFill>
                <a:srgbClr val="C48D28"/>
              </a:solidFill>
            </a:ln>
          </c:spPr>
          <c:marker>
            <c:symbol val="none"/>
          </c:marker>
          <c:xVal>
            <c:numRef>
              <c:f>'Chart Data'!$U$2:$U$3</c:f>
              <c:numCache>
                <c:formatCode>General</c:formatCode>
                <c:ptCount val="2"/>
                <c:pt idx="0">
                  <c:v>12.5</c:v>
                </c:pt>
                <c:pt idx="1">
                  <c:v>12.5</c:v>
                </c:pt>
              </c:numCache>
            </c:numRef>
          </c:xVal>
          <c:yVal>
            <c:numRef>
              <c:f>'Chart Data'!$V$2:$V$3</c:f>
              <c:numCache>
                <c:formatCode>0</c:formatCode>
                <c:ptCount val="2"/>
                <c:pt idx="0">
                  <c:v>60</c:v>
                </c:pt>
                <c:pt idx="1">
                  <c:v>72</c:v>
                </c:pt>
              </c:numCache>
            </c:numRef>
          </c:yVal>
          <c:smooth val="0"/>
        </c:ser>
        <c:ser>
          <c:idx val="11"/>
          <c:order val="11"/>
          <c:tx>
            <c:v>O hatch</c:v>
          </c:tx>
          <c:spPr>
            <a:ln xmlns:a="http://schemas.openxmlformats.org/drawingml/2006/main" w="11430">
              <a:solidFill>
                <a:srgbClr val="C48D28"/>
              </a:solidFill>
            </a:ln>
          </c:spPr>
          <c:marker>
            <c:symbol val="none"/>
          </c:marker>
          <c:xVal>
            <c:numRef>
              <c:f>'Chart Data'!$W$2:$W$3</c:f>
              <c:numCache>
                <c:formatCode>General</c:formatCode>
                <c:ptCount val="2"/>
                <c:pt idx="0">
                  <c:v>13.75</c:v>
                </c:pt>
                <c:pt idx="1">
                  <c:v>13.75</c:v>
                </c:pt>
              </c:numCache>
            </c:numRef>
          </c:xVal>
          <c:yVal>
            <c:numRef>
              <c:f>'Chart Data'!$X$2:$X$3</c:f>
              <c:numCache>
                <c:formatCode>0</c:formatCode>
                <c:ptCount val="2"/>
                <c:pt idx="0">
                  <c:v>60</c:v>
                </c:pt>
                <c:pt idx="1">
                  <c:v>72</c:v>
                </c:pt>
              </c:numCache>
            </c:numRef>
          </c:yVal>
          <c:smooth val="0"/>
        </c:ser>
        <c:ser>
          <c:idx val="12"/>
          <c:order val="12"/>
          <c:tx>
            <c:v>O hatch</c:v>
          </c:tx>
          <c:spPr>
            <a:ln xmlns:a="http://schemas.openxmlformats.org/drawingml/2006/main" w="11430">
              <a:solidFill>
                <a:srgbClr val="C48D28"/>
              </a:solidFill>
            </a:ln>
          </c:spPr>
          <c:marker>
            <c:symbol val="none"/>
          </c:marker>
          <c:xVal>
            <c:numRef>
              <c:f>'Chart Data'!$Y$2:$Y$3</c:f>
              <c:numCache>
                <c:formatCode>General</c:formatCode>
                <c:ptCount val="2"/>
                <c:pt idx="0">
                  <c:v>15</c:v>
                </c:pt>
                <c:pt idx="1">
                  <c:v>15</c:v>
                </c:pt>
              </c:numCache>
            </c:numRef>
          </c:xVal>
          <c:yVal>
            <c:numRef>
              <c:f>'Chart Data'!$Z$2:$Z$3</c:f>
              <c:numCache>
                <c:formatCode>0</c:formatCode>
                <c:ptCount val="2"/>
                <c:pt idx="0">
                  <c:v>60</c:v>
                </c:pt>
                <c:pt idx="1">
                  <c:v>72</c:v>
                </c:pt>
              </c:numCache>
            </c:numRef>
          </c:yVal>
          <c:smooth val="0"/>
        </c:ser>
        <c:ser>
          <c:idx val="13"/>
          <c:order val="13"/>
          <c:tx>
            <c:v>O hatch</c:v>
          </c:tx>
          <c:spPr>
            <a:ln xmlns:a="http://schemas.openxmlformats.org/drawingml/2006/main" w="11430">
              <a:solidFill>
                <a:srgbClr val="C48D28"/>
              </a:solidFill>
            </a:ln>
          </c:spPr>
          <c:marker>
            <c:symbol val="none"/>
          </c:marker>
          <c:xVal>
            <c:numRef>
              <c:f>'Chart Data'!$AA$2:$AA$3</c:f>
              <c:numCache>
                <c:formatCode>General</c:formatCode>
                <c:ptCount val="2"/>
                <c:pt idx="0">
                  <c:v>16.25</c:v>
                </c:pt>
                <c:pt idx="1">
                  <c:v>16.25</c:v>
                </c:pt>
              </c:numCache>
            </c:numRef>
          </c:xVal>
          <c:yVal>
            <c:numRef>
              <c:f>'Chart Data'!$AB$2:$AB$3</c:f>
              <c:numCache>
                <c:formatCode>0</c:formatCode>
                <c:ptCount val="2"/>
                <c:pt idx="0">
                  <c:v>60</c:v>
                </c:pt>
                <c:pt idx="1">
                  <c:v>72</c:v>
                </c:pt>
              </c:numCache>
            </c:numRef>
          </c:yVal>
          <c:smooth val="0"/>
        </c:ser>
        <c:ser>
          <c:idx val="14"/>
          <c:order val="14"/>
          <c:tx>
            <c:v>O hatch</c:v>
          </c:tx>
          <c:spPr>
            <a:ln xmlns:a="http://schemas.openxmlformats.org/drawingml/2006/main" w="11430">
              <a:solidFill>
                <a:srgbClr val="C48D28"/>
              </a:solidFill>
            </a:ln>
          </c:spPr>
          <c:marker>
            <c:symbol val="none"/>
          </c:marker>
          <c:xVal>
            <c:numRef>
              <c:f>'Chart Data'!$AC$2:$AC$3</c:f>
              <c:numCache>
                <c:formatCode>General</c:formatCode>
                <c:ptCount val="2"/>
                <c:pt idx="0">
                  <c:v>17.5</c:v>
                </c:pt>
                <c:pt idx="1">
                  <c:v>17.5</c:v>
                </c:pt>
              </c:numCache>
            </c:numRef>
          </c:xVal>
          <c:yVal>
            <c:numRef>
              <c:f>'Chart Data'!$AD$2:$AD$3</c:f>
              <c:numCache>
                <c:formatCode>0</c:formatCode>
                <c:ptCount val="2"/>
                <c:pt idx="0">
                  <c:v>60</c:v>
                </c:pt>
                <c:pt idx="1">
                  <c:v>72</c:v>
                </c:pt>
              </c:numCache>
            </c:numRef>
          </c:yVal>
          <c:smooth val="0"/>
        </c:ser>
        <c:ser>
          <c:idx val="15"/>
          <c:order val="15"/>
          <c:tx>
            <c:v>O hatch</c:v>
          </c:tx>
          <c:spPr>
            <a:ln xmlns:a="http://schemas.openxmlformats.org/drawingml/2006/main" w="11430">
              <a:solidFill>
                <a:srgbClr val="C48D28"/>
              </a:solidFill>
            </a:ln>
          </c:spPr>
          <c:marker>
            <c:symbol val="none"/>
          </c:marker>
          <c:xVal>
            <c:numRef>
              <c:f>'Chart Data'!$AE$2:$AE$3</c:f>
              <c:numCache>
                <c:formatCode>General</c:formatCode>
                <c:ptCount val="2"/>
                <c:pt idx="0">
                  <c:v>18.75</c:v>
                </c:pt>
                <c:pt idx="1">
                  <c:v>18.75</c:v>
                </c:pt>
              </c:numCache>
            </c:numRef>
          </c:xVal>
          <c:yVal>
            <c:numRef>
              <c:f>'Chart Data'!$AF$2:$AF$3</c:f>
              <c:numCache>
                <c:formatCode>0</c:formatCode>
                <c:ptCount val="2"/>
                <c:pt idx="0">
                  <c:v>60</c:v>
                </c:pt>
                <c:pt idx="1">
                  <c:v>72</c:v>
                </c:pt>
              </c:numCache>
            </c:numRef>
          </c:yVal>
          <c:smooth val="0"/>
        </c:ser>
        <c:ser>
          <c:idx val="16"/>
          <c:order val="16"/>
          <c:tx>
            <c:v>O hatch</c:v>
          </c:tx>
          <c:spPr>
            <a:ln xmlns:a="http://schemas.openxmlformats.org/drawingml/2006/main" w="11430">
              <a:solidFill>
                <a:srgbClr val="C48D28"/>
              </a:solidFill>
            </a:ln>
          </c:spPr>
          <c:marker>
            <c:symbol val="none"/>
          </c:marker>
          <c:xVal>
            <c:numRef>
              <c:f>'Chart Data'!$AG$2:$AG$3</c:f>
              <c:numCache>
                <c:formatCode>General</c:formatCode>
                <c:ptCount val="2"/>
                <c:pt idx="0">
                  <c:v>20</c:v>
                </c:pt>
                <c:pt idx="1">
                  <c:v>20</c:v>
                </c:pt>
              </c:numCache>
            </c:numRef>
          </c:xVal>
          <c:yVal>
            <c:numRef>
              <c:f>'Chart Data'!$AH$2:$AH$3</c:f>
              <c:numCache>
                <c:formatCode>0</c:formatCode>
                <c:ptCount val="2"/>
                <c:pt idx="0">
                  <c:v>60</c:v>
                </c:pt>
                <c:pt idx="1">
                  <c:v>72</c:v>
                </c:pt>
              </c:numCache>
            </c:numRef>
          </c:yVal>
          <c:smooth val="0"/>
        </c:ser>
        <c:ser>
          <c:idx val="17"/>
          <c:order val="17"/>
          <c:tx>
            <c:v>O hatch</c:v>
          </c:tx>
          <c:spPr>
            <a:ln xmlns:a="http://schemas.openxmlformats.org/drawingml/2006/main" w="11430">
              <a:solidFill>
                <a:srgbClr val="C48D28"/>
              </a:solidFill>
            </a:ln>
          </c:spPr>
          <c:marker>
            <c:symbol val="none"/>
          </c:marker>
          <c:xVal>
            <c:numRef>
              <c:f>'Chart Data'!$AI$2:$AI$3</c:f>
              <c:numCache>
                <c:formatCode>General</c:formatCode>
                <c:ptCount val="2"/>
                <c:pt idx="0">
                  <c:v>21.25</c:v>
                </c:pt>
                <c:pt idx="1">
                  <c:v>21.25</c:v>
                </c:pt>
              </c:numCache>
            </c:numRef>
          </c:xVal>
          <c:yVal>
            <c:numRef>
              <c:f>'Chart Data'!$AJ$2:$AJ$3</c:f>
              <c:numCache>
                <c:formatCode>0</c:formatCode>
                <c:ptCount val="2"/>
                <c:pt idx="0">
                  <c:v>60</c:v>
                </c:pt>
                <c:pt idx="1">
                  <c:v>72</c:v>
                </c:pt>
              </c:numCache>
            </c:numRef>
          </c:yVal>
          <c:smooth val="0"/>
        </c:ser>
        <c:ser>
          <c:idx val="18"/>
          <c:order val="18"/>
          <c:tx>
            <c:v>O hatch</c:v>
          </c:tx>
          <c:spPr>
            <a:ln xmlns:a="http://schemas.openxmlformats.org/drawingml/2006/main" w="11430">
              <a:solidFill>
                <a:srgbClr val="C48D28"/>
              </a:solidFill>
            </a:ln>
          </c:spPr>
          <c:marker>
            <c:symbol val="none"/>
          </c:marker>
          <c:xVal>
            <c:numRef>
              <c:f>'Chart Data'!$AK$2:$AK$3</c:f>
              <c:numCache>
                <c:formatCode>General</c:formatCode>
                <c:ptCount val="2"/>
                <c:pt idx="0">
                  <c:v>22.5</c:v>
                </c:pt>
                <c:pt idx="1">
                  <c:v>22.5</c:v>
                </c:pt>
              </c:numCache>
            </c:numRef>
          </c:xVal>
          <c:yVal>
            <c:numRef>
              <c:f>'Chart Data'!$AL$2:$AL$3</c:f>
              <c:numCache>
                <c:formatCode>0</c:formatCode>
                <c:ptCount val="2"/>
                <c:pt idx="0">
                  <c:v>60</c:v>
                </c:pt>
                <c:pt idx="1">
                  <c:v>72</c:v>
                </c:pt>
              </c:numCache>
            </c:numRef>
          </c:yVal>
          <c:smooth val="0"/>
        </c:ser>
        <c:ser>
          <c:idx val="19"/>
          <c:order val="19"/>
          <c:tx>
            <c:v>O hatch</c:v>
          </c:tx>
          <c:spPr>
            <a:ln xmlns:a="http://schemas.openxmlformats.org/drawingml/2006/main" w="11430">
              <a:solidFill>
                <a:srgbClr val="C48D28"/>
              </a:solidFill>
            </a:ln>
          </c:spPr>
          <c:marker>
            <c:symbol val="none"/>
          </c:marker>
          <c:xVal>
            <c:numRef>
              <c:f>'Chart Data'!$AM$2:$AM$3</c:f>
              <c:numCache>
                <c:formatCode>General</c:formatCode>
                <c:ptCount val="2"/>
                <c:pt idx="0">
                  <c:v>23.75</c:v>
                </c:pt>
                <c:pt idx="1">
                  <c:v>23.75</c:v>
                </c:pt>
              </c:numCache>
            </c:numRef>
          </c:xVal>
          <c:yVal>
            <c:numRef>
              <c:f>'Chart Data'!$AN$2:$AN$3</c:f>
              <c:numCache>
                <c:formatCode>0</c:formatCode>
                <c:ptCount val="2"/>
                <c:pt idx="0">
                  <c:v>60</c:v>
                </c:pt>
                <c:pt idx="1">
                  <c:v>72</c:v>
                </c:pt>
              </c:numCache>
            </c:numRef>
          </c:yVal>
          <c:smooth val="0"/>
        </c:ser>
        <c:ser>
          <c:idx val="20"/>
          <c:order val="20"/>
          <c:tx>
            <c:v>Qm</c:v>
          </c:tx>
          <c:spPr>
            <a:ln xmlns:a="http://schemas.openxmlformats.org/drawingml/2006/main" w="12383">
              <a:solidFill>
                <a:srgbClr val="445B6B"/>
              </a:solidFill>
            </a:ln>
          </c:spPr>
          <c:marker>
            <c:symbol val="none"/>
          </c:marker>
          <c:xVal>
            <c:numRef>
              <c:f>'Chart Data'!$AO$2:$AO$3</c:f>
              <c:numCache>
                <c:formatCode>General</c:formatCode>
                <c:ptCount val="2"/>
                <c:pt idx="0">
                  <c:v>24</c:v>
                </c:pt>
                <c:pt idx="1">
                  <c:v>24</c:v>
                </c:pt>
              </c:numCache>
            </c:numRef>
          </c:xVal>
          <c:yVal>
            <c:numRef>
              <c:f>'Chart Data'!$AP$2:$AP$3</c:f>
              <c:numCache>
                <c:formatCode>0</c:formatCode>
                <c:ptCount val="2"/>
                <c:pt idx="0">
                  <c:v>0</c:v>
                </c:pt>
                <c:pt idx="1">
                  <c:v>72</c:v>
                </c:pt>
              </c:numCache>
            </c:numRef>
          </c:yVal>
          <c:smooth val="0"/>
        </c:ser>
        <c:ser>
          <c:idx val="21"/>
          <c:order val="21"/>
          <c:tx>
            <c:v>Pm</c:v>
          </c:tx>
          <c:spPr>
            <a:ln xmlns:a="http://schemas.openxmlformats.org/drawingml/2006/main" w="12383">
              <a:solidFill>
                <a:srgbClr val="445B6B"/>
              </a:solidFill>
            </a:ln>
          </c:spPr>
          <c:marker>
            <c:symbol val="none"/>
          </c:marker>
          <c:xVal>
            <c:numRef>
              <c:f>'Chart Data'!$AQ$2:$AQ$3</c:f>
              <c:numCache>
                <c:formatCode>General</c:formatCode>
                <c:ptCount val="2"/>
                <c:pt idx="0">
                  <c:v>0</c:v>
                </c:pt>
                <c:pt idx="1">
                  <c:v>24</c:v>
                </c:pt>
              </c:numCache>
            </c:numRef>
          </c:xVal>
          <c:yVal>
            <c:numRef>
              <c:f>'Chart Data'!$AR$2:$AR$3</c:f>
              <c:numCache>
                <c:formatCode>0</c:formatCode>
                <c:ptCount val="2"/>
                <c:pt idx="0">
                  <c:v>72</c:v>
                </c:pt>
                <c:pt idx="1">
                  <c:v>72</c:v>
                </c:pt>
              </c:numCache>
            </c:numRef>
          </c:yVal>
          <c:smooth val="0"/>
        </c:ser>
        <c:ser>
          <c:idx val="22"/>
          <c:order val="2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Data'!$AS$2:$AS$2</c:f>
              <c:numCache>
                <c:formatCode>General</c:formatCode>
                <c:ptCount val="1"/>
                <c:pt idx="0">
                  <c:v>24.9</c:v>
                </c:pt>
              </c:numCache>
            </c:numRef>
          </c:xVal>
          <c:yVal>
            <c:numRef>
              <c:f>'Chart Data'!$AT$2:$AT$2</c:f>
              <c:numCache>
                <c:formatCode>0</c:formatCode>
                <c:ptCount val="1"/>
                <c:pt idx="0">
                  <c:v>78.5</c:v>
                </c:pt>
              </c:numCache>
            </c:numRef>
          </c:yVal>
          <c:smooth val="0"/>
        </c:ser>
        <c:ser>
          <c:idx val="23"/>
          <c:order val="23"/>
          <c:tx>
            <c:v>Qe</c:v>
          </c:tx>
          <c:spPr>
            <a:ln xmlns:a="http://schemas.openxmlformats.org/drawingml/2006/main" w="12383">
              <a:solidFill>
                <a:srgbClr val="445B6B"/>
              </a:solidFill>
            </a:ln>
          </c:spPr>
          <c:marker>
            <c:symbol val="none"/>
          </c:marker>
          <c:xVal>
            <c:numRef>
              <c:f>'Chart Data'!$AU$2:$AU$3</c:f>
              <c:numCache>
                <c:formatCode>General</c:formatCode>
                <c:ptCount val="2"/>
                <c:pt idx="0">
                  <c:v>36</c:v>
                </c:pt>
                <c:pt idx="1">
                  <c:v>36</c:v>
                </c:pt>
              </c:numCache>
            </c:numRef>
          </c:xVal>
          <c:yVal>
            <c:numRef>
              <c:f>'Chart Data'!$AV$2:$AV$3</c:f>
              <c:numCache>
                <c:formatCode>0</c:formatCode>
                <c:ptCount val="2"/>
                <c:pt idx="0">
                  <c:v>0</c:v>
                </c:pt>
                <c:pt idx="1">
                  <c:v>60</c:v>
                </c:pt>
              </c:numCache>
            </c:numRef>
          </c:yVal>
          <c:smooth val="0"/>
        </c:ser>
        <c:ser>
          <c:idx val="24"/>
          <c:order val="24"/>
          <c:tx>
            <c:v>Pe</c:v>
          </c:tx>
          <c:spPr>
            <a:ln xmlns:a="http://schemas.openxmlformats.org/drawingml/2006/main" w="12383">
              <a:solidFill>
                <a:srgbClr val="445B6B"/>
              </a:solidFill>
            </a:ln>
          </c:spPr>
          <c:marker>
            <c:symbol val="none"/>
          </c:marker>
          <c:xVal>
            <c:numRef>
              <c:f>'Chart Data'!$AW$2:$AW$3</c:f>
              <c:numCache>
                <c:formatCode>General</c:formatCode>
                <c:ptCount val="2"/>
                <c:pt idx="0">
                  <c:v>0</c:v>
                </c:pt>
                <c:pt idx="1">
                  <c:v>36</c:v>
                </c:pt>
              </c:numCache>
            </c:numRef>
          </c:xVal>
          <c:yVal>
            <c:numRef>
              <c:f>'Chart Data'!$AX$2:$AX$3</c:f>
              <c:numCache>
                <c:formatCode>0</c:formatCode>
                <c:ptCount val="2"/>
                <c:pt idx="0">
                  <c:v>60</c:v>
                </c:pt>
                <c:pt idx="1">
                  <c:v>60</c:v>
                </c:pt>
              </c:numCache>
            </c:numRef>
          </c:yVal>
          <c:smooth val="0"/>
        </c:ser>
        <c:ser>
          <c:idx val="25"/>
          <c:order val="25"/>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38.1</c:v>
                </c:pt>
              </c:numCache>
            </c:numRef>
          </c:xVal>
          <c:yVal>
            <c:numRef>
              <c:f>'Chart Data'!$AZ$2:$AZ$2</c:f>
              <c:numCache>
                <c:formatCode>0</c:formatCode>
                <c:ptCount val="1"/>
                <c:pt idx="0">
                  <c:v>72</c:v>
                </c:pt>
              </c:numCache>
            </c:numRef>
          </c:yVal>
          <c:smooth val="0"/>
        </c:ser>
        <c:ser>
          <c:idx val="26"/>
          <c:order val="26"/>
          <c:tx>
            <c:v>Vraag = GO</c:v>
          </c:tx>
          <c:spPr>
            <a:ln xmlns:a="http://schemas.openxmlformats.org/drawingml/2006/main" w="38100">
              <a:solidFill>
                <a:srgbClr val="17658A"/>
              </a:solidFill>
            </a:ln>
          </c:spPr>
          <c:marker>
            <c:symbol val="none"/>
          </c:marker>
          <c:xVal>
            <c:numRef>
              <c:f>'Chart Data'!$BA$2:$BA$3</c:f>
              <c:numCache>
                <c:formatCode>General</c:formatCode>
                <c:ptCount val="2"/>
                <c:pt idx="0">
                  <c:v>0</c:v>
                </c:pt>
                <c:pt idx="1">
                  <c:v>60</c:v>
                </c:pt>
              </c:numCache>
            </c:numRef>
          </c:xVal>
          <c:yVal>
            <c:numRef>
              <c:f>'Chart Data'!$BB$2:$BB$3</c:f>
              <c:numCache>
                <c:formatCode>0</c:formatCode>
                <c:ptCount val="2"/>
                <c:pt idx="0">
                  <c:v>96</c:v>
                </c:pt>
                <c:pt idx="1">
                  <c:v>36</c:v>
                </c:pt>
              </c:numCache>
            </c:numRef>
          </c:yVal>
          <c:smooth val="0"/>
        </c:ser>
        <c:ser>
          <c:idx val="27"/>
          <c:order val="27"/>
          <c:tx>
            <c:v>MK</c:v>
          </c:tx>
          <c:spPr>
            <a:ln xmlns:a="http://schemas.openxmlformats.org/drawingml/2006/main" w="38100">
              <a:solidFill>
                <a:srgbClr val="A94D16"/>
              </a:solidFill>
            </a:ln>
          </c:spPr>
          <c:marker>
            <c:symbol val="none"/>
          </c:marker>
          <c:xVal>
            <c:numRef>
              <c:f>'Chart Data'!$BC$2:$BC$3</c:f>
              <c:numCache>
                <c:formatCode>General</c:formatCode>
                <c:ptCount val="2"/>
                <c:pt idx="0">
                  <c:v>0</c:v>
                </c:pt>
                <c:pt idx="1">
                  <c:v>60</c:v>
                </c:pt>
              </c:numCache>
            </c:numRef>
          </c:xVal>
          <c:yVal>
            <c:numRef>
              <c:f>'Chart Data'!$BD$2:$BD$3</c:f>
              <c:numCache>
                <c:formatCode>0</c:formatCode>
                <c:ptCount val="2"/>
                <c:pt idx="0">
                  <c:v>24</c:v>
                </c:pt>
                <c:pt idx="1">
                  <c:v>84</c:v>
                </c:pt>
              </c:numCache>
            </c:numRef>
          </c:yVal>
          <c:smooth val="0"/>
        </c:ser>
        <c:ser>
          <c:idx val="28"/>
          <c:order val="28"/>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46.8</c:v>
                </c:pt>
              </c:numCache>
            </c:numRef>
          </c:xVal>
          <c:yVal>
            <c:numRef>
              <c:f>'Chart Data'!$BF$2:$BF$2</c:f>
              <c:numCache>
                <c:formatCode>0</c:formatCode>
                <c:ptCount val="1"/>
                <c:pt idx="0">
                  <c:v>31.2</c:v>
                </c:pt>
              </c:numCache>
            </c:numRef>
          </c:yVal>
          <c:smooth val="0"/>
        </c:ser>
        <c:ser>
          <c:idx val="29"/>
          <c:order val="29"/>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Data'!$BG$2:$BG$2</c:f>
              <c:numCache>
                <c:formatCode>General</c:formatCode>
                <c:ptCount val="1"/>
                <c:pt idx="0">
                  <c:v>53.4</c:v>
                </c:pt>
              </c:numCache>
            </c:numRef>
          </c:xVal>
          <c:yVal>
            <c:numRef>
              <c:f>'Chart Data'!$BH$2:$BH$2</c:f>
              <c:numCache>
                <c:formatCode>0</c:formatCode>
                <c:ptCount val="1"/>
                <c:pt idx="0">
                  <c:v>84.9</c:v>
                </c:pt>
              </c:numCache>
            </c:numRef>
          </c:yVal>
          <c:smooth val="0"/>
        </c:ser>
        <c:ser>
          <c:idx val="30"/>
          <c:order val="30"/>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Data'!$BI$2:$BI$2</c:f>
              <c:numCache>
                <c:formatCode>General</c:formatCode>
                <c:ptCount val="1"/>
                <c:pt idx="0">
                  <c:v>24</c:v>
                </c:pt>
              </c:numCache>
            </c:numRef>
          </c:xVal>
          <c:yVal>
            <c:numRef>
              <c:f>'Chart Data'!$BJ$2:$BJ$2</c:f>
              <c:numCache>
                <c:formatCode>0</c:formatCode>
                <c:ptCount val="1"/>
                <c:pt idx="0">
                  <c:v>72</c:v>
                </c:pt>
              </c:numCache>
            </c:numRef>
          </c:yVal>
          <c:smooth val="0"/>
        </c:ser>
        <c:ser>
          <c:idx val="31"/>
          <c:order val="31"/>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Data'!$BK$2:$BK$2</c:f>
              <c:numCache>
                <c:formatCode>General</c:formatCode>
                <c:ptCount val="1"/>
                <c:pt idx="0">
                  <c:v>36</c:v>
                </c:pt>
              </c:numCache>
            </c:numRef>
          </c:xVal>
          <c:yVal>
            <c:numRef>
              <c:f>'Chart Data'!$BL$2:$BL$2</c:f>
              <c:numCache>
                <c:formatCode>0</c:formatCode>
                <c:ptCount val="1"/>
                <c:pt idx="0">
                  <c:v>60</c:v>
                </c:pt>
              </c:numCache>
            </c:numRef>
          </c:yVal>
          <c:smooth val="0"/>
        </c:ser>
        <c:ser>
          <c:idx val="32"/>
          <c:order val="32"/>
          <c:tx>
            <c:v>A</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Data'!$BM$2:$BM$2</c:f>
              <c:numCache>
                <c:formatCode>General</c:formatCode>
                <c:ptCount val="1"/>
                <c:pt idx="0">
                  <c:v>10.08</c:v>
                </c:pt>
              </c:numCache>
            </c:numRef>
          </c:xVal>
          <c:yVal>
            <c:numRef>
              <c:f>'Chart Data'!$BN$2:$BN$2</c:f>
              <c:numCache>
                <c:formatCode>0</c:formatCode>
                <c:ptCount val="1"/>
                <c:pt idx="0">
                  <c:v>66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
        <c:ser>
          <c:idx val="0"/>
          <c:order val="0"/>
          <c:tx>
            <c:v>W boundary</c:v>
          </c:tx>
          <c:spPr>
            <a:ln xmlns:a="http://schemas.openxmlformats.org/drawingml/2006/main" w="21908">
              <a:solidFill>
                <a:srgbClr val="C8554B"/>
              </a:solidFill>
            </a:ln>
          </c:spPr>
          <c:marker>
            <c:symbol val="none"/>
          </c:marker>
          <c:xVal>
            <c:numRef>
              <c:f>'Chart Data'!$A$2:$A$5</c:f>
              <c:numCache>
                <c:formatCode>General</c:formatCode>
                <c:ptCount val="4"/>
                <c:pt idx="0">
                  <c:v>24</c:v>
                </c:pt>
                <c:pt idx="1">
                  <c:v>36</c:v>
                </c:pt>
                <c:pt idx="2">
                  <c:v>24</c:v>
                </c:pt>
                <c:pt idx="3">
                  <c:v>24</c:v>
                </c:pt>
              </c:numCache>
            </c:numRef>
          </c:xVal>
          <c:yVal>
            <c:numRef>
              <c:f>'Chart Data'!$B$2:$B$5</c:f>
              <c:numCache>
                <c:formatCode>0</c:formatCode>
                <c:ptCount val="4"/>
                <c:pt idx="0">
                  <c:v>48</c:v>
                </c:pt>
                <c:pt idx="1">
                  <c:v>60</c:v>
                </c:pt>
                <c:pt idx="2">
                  <c:v>72</c:v>
                </c:pt>
                <c:pt idx="3">
                  <c:v>48</c:v>
                </c:pt>
              </c:numCache>
            </c:numRef>
          </c:yVal>
          <c:smooth val="0"/>
        </c:ser>
        <c:ser>
          <c:idx val="1"/>
          <c:order val="1"/>
          <c:tx>
            <c:v>W hatch</c:v>
          </c:tx>
          <c:spPr>
            <a:ln xmlns:a="http://schemas.openxmlformats.org/drawingml/2006/main" w="11430">
              <a:solidFill>
                <a:srgbClr val="C8554B"/>
              </a:solidFill>
            </a:ln>
          </c:spPr>
          <c:marker>
            <c:symbol val="none"/>
          </c:marker>
          <c:xVal>
            <c:numRef>
              <c:f>'Chart Data'!$C$2:$C$3</c:f>
              <c:numCache>
                <c:formatCode>General</c:formatCode>
                <c:ptCount val="2"/>
                <c:pt idx="0">
                  <c:v>24</c:v>
                </c:pt>
                <c:pt idx="1">
                  <c:v>25.3</c:v>
                </c:pt>
              </c:numCache>
            </c:numRef>
          </c:xVal>
          <c:yVal>
            <c:numRef>
              <c:f>'Chart Data'!$D$2:$D$3</c:f>
              <c:numCache>
                <c:formatCode>0</c:formatCode>
                <c:ptCount val="2"/>
                <c:pt idx="0">
                  <c:v>49.3</c:v>
                </c:pt>
                <c:pt idx="1">
                  <c:v>49.3</c:v>
                </c:pt>
              </c:numCache>
            </c:numRef>
          </c:yVal>
          <c:smooth val="0"/>
        </c:ser>
        <c:ser>
          <c:idx val="2"/>
          <c:order val="2"/>
          <c:tx>
            <c:v>W hatch</c:v>
          </c:tx>
          <c:spPr>
            <a:ln xmlns:a="http://schemas.openxmlformats.org/drawingml/2006/main" w="11430">
              <a:solidFill>
                <a:srgbClr val="C8554B"/>
              </a:solidFill>
            </a:ln>
          </c:spPr>
          <c:marker>
            <c:symbol val="none"/>
          </c:marker>
          <c:xVal>
            <c:numRef>
              <c:f>'Chart Data'!$E$2:$E$3</c:f>
              <c:numCache>
                <c:formatCode>General</c:formatCode>
                <c:ptCount val="2"/>
                <c:pt idx="0">
                  <c:v>24</c:v>
                </c:pt>
                <c:pt idx="1">
                  <c:v>26.6</c:v>
                </c:pt>
              </c:numCache>
            </c:numRef>
          </c:xVal>
          <c:yVal>
            <c:numRef>
              <c:f>'Chart Data'!$F$2:$F$3</c:f>
              <c:numCache>
                <c:formatCode>0</c:formatCode>
                <c:ptCount val="2"/>
                <c:pt idx="0">
                  <c:v>50.6</c:v>
                </c:pt>
                <c:pt idx="1">
                  <c:v>50.6</c:v>
                </c:pt>
              </c:numCache>
            </c:numRef>
          </c:yVal>
          <c:smooth val="0"/>
        </c:ser>
        <c:ser>
          <c:idx val="3"/>
          <c:order val="3"/>
          <c:tx>
            <c:v>W hatch</c:v>
          </c:tx>
          <c:spPr>
            <a:ln xmlns:a="http://schemas.openxmlformats.org/drawingml/2006/main" w="11430">
              <a:solidFill>
                <a:srgbClr val="C8554B"/>
              </a:solidFill>
            </a:ln>
          </c:spPr>
          <c:marker>
            <c:symbol val="none"/>
          </c:marker>
          <c:xVal>
            <c:numRef>
              <c:f>'Chart Data'!$G$2:$G$3</c:f>
              <c:numCache>
                <c:formatCode>General</c:formatCode>
                <c:ptCount val="2"/>
                <c:pt idx="0">
                  <c:v>24</c:v>
                </c:pt>
                <c:pt idx="1">
                  <c:v>27.9</c:v>
                </c:pt>
              </c:numCache>
            </c:numRef>
          </c:xVal>
          <c:yVal>
            <c:numRef>
              <c:f>'Chart Data'!$H$2:$H$3</c:f>
              <c:numCache>
                <c:formatCode>0</c:formatCode>
                <c:ptCount val="2"/>
                <c:pt idx="0">
                  <c:v>51.9</c:v>
                </c:pt>
                <c:pt idx="1">
                  <c:v>51.9</c:v>
                </c:pt>
              </c:numCache>
            </c:numRef>
          </c:yVal>
          <c:smooth val="0"/>
        </c:ser>
        <c:ser>
          <c:idx val="4"/>
          <c:order val="4"/>
          <c:tx>
            <c:v>W hatch</c:v>
          </c:tx>
          <c:spPr>
            <a:ln xmlns:a="http://schemas.openxmlformats.org/drawingml/2006/main" w="11430">
              <a:solidFill>
                <a:srgbClr val="C8554B"/>
              </a:solidFill>
            </a:ln>
          </c:spPr>
          <c:marker>
            <c:symbol val="none"/>
          </c:marker>
          <c:xVal>
            <c:numRef>
              <c:f>'Chart Data'!$I$2:$I$3</c:f>
              <c:numCache>
                <c:formatCode>General</c:formatCode>
                <c:ptCount val="2"/>
                <c:pt idx="0">
                  <c:v>24</c:v>
                </c:pt>
                <c:pt idx="1">
                  <c:v>29.2</c:v>
                </c:pt>
              </c:numCache>
            </c:numRef>
          </c:xVal>
          <c:yVal>
            <c:numRef>
              <c:f>'Chart Data'!$J$2:$J$3</c:f>
              <c:numCache>
                <c:formatCode>0</c:formatCode>
                <c:ptCount val="2"/>
                <c:pt idx="0">
                  <c:v>53.2</c:v>
                </c:pt>
                <c:pt idx="1">
                  <c:v>53.2</c:v>
                </c:pt>
              </c:numCache>
            </c:numRef>
          </c:yVal>
          <c:smooth val="0"/>
        </c:ser>
        <c:ser>
          <c:idx val="5"/>
          <c:order val="5"/>
          <c:tx>
            <c:v>W hatch</c:v>
          </c:tx>
          <c:spPr>
            <a:ln xmlns:a="http://schemas.openxmlformats.org/drawingml/2006/main" w="11430">
              <a:solidFill>
                <a:srgbClr val="C8554B"/>
              </a:solidFill>
            </a:ln>
          </c:spPr>
          <c:marker>
            <c:symbol val="none"/>
          </c:marker>
          <c:xVal>
            <c:numRef>
              <c:f>'Chart Data'!$K$2:$K$3</c:f>
              <c:numCache>
                <c:formatCode>General</c:formatCode>
                <c:ptCount val="2"/>
                <c:pt idx="0">
                  <c:v>24</c:v>
                </c:pt>
                <c:pt idx="1">
                  <c:v>30.5</c:v>
                </c:pt>
              </c:numCache>
            </c:numRef>
          </c:xVal>
          <c:yVal>
            <c:numRef>
              <c:f>'Chart Data'!$L$2:$L$3</c:f>
              <c:numCache>
                <c:formatCode>0</c:formatCode>
                <c:ptCount val="2"/>
                <c:pt idx="0">
                  <c:v>54.5</c:v>
                </c:pt>
                <c:pt idx="1">
                  <c:v>54.5</c:v>
                </c:pt>
              </c:numCache>
            </c:numRef>
          </c:yVal>
          <c:smooth val="0"/>
        </c:ser>
        <c:ser>
          <c:idx val="6"/>
          <c:order val="6"/>
          <c:tx>
            <c:v>W hatch</c:v>
          </c:tx>
          <c:spPr>
            <a:ln xmlns:a="http://schemas.openxmlformats.org/drawingml/2006/main" w="11430">
              <a:solidFill>
                <a:srgbClr val="C8554B"/>
              </a:solidFill>
            </a:ln>
          </c:spPr>
          <c:marker>
            <c:symbol val="none"/>
          </c:marker>
          <c:xVal>
            <c:numRef>
              <c:f>'Chart Data'!$M$2:$M$3</c:f>
              <c:numCache>
                <c:formatCode>General</c:formatCode>
                <c:ptCount val="2"/>
                <c:pt idx="0">
                  <c:v>24</c:v>
                </c:pt>
                <c:pt idx="1">
                  <c:v>31.8</c:v>
                </c:pt>
              </c:numCache>
            </c:numRef>
          </c:xVal>
          <c:yVal>
            <c:numRef>
              <c:f>'Chart Data'!$N$2:$N$3</c:f>
              <c:numCache>
                <c:formatCode>0</c:formatCode>
                <c:ptCount val="2"/>
                <c:pt idx="0">
                  <c:v>55.8</c:v>
                </c:pt>
                <c:pt idx="1">
                  <c:v>55.8</c:v>
                </c:pt>
              </c:numCache>
            </c:numRef>
          </c:yVal>
          <c:smooth val="0"/>
        </c:ser>
        <c:ser>
          <c:idx val="7"/>
          <c:order val="7"/>
          <c:tx>
            <c:v>W hatch</c:v>
          </c:tx>
          <c:spPr>
            <a:ln xmlns:a="http://schemas.openxmlformats.org/drawingml/2006/main" w="11430">
              <a:solidFill>
                <a:srgbClr val="C8554B"/>
              </a:solidFill>
            </a:ln>
          </c:spPr>
          <c:marker>
            <c:symbol val="none"/>
          </c:marker>
          <c:xVal>
            <c:numRef>
              <c:f>'Chart Data'!$O$2:$O$3</c:f>
              <c:numCache>
                <c:formatCode>General</c:formatCode>
                <c:ptCount val="2"/>
                <c:pt idx="0">
                  <c:v>24</c:v>
                </c:pt>
                <c:pt idx="1">
                  <c:v>33.1</c:v>
                </c:pt>
              </c:numCache>
            </c:numRef>
          </c:xVal>
          <c:yVal>
            <c:numRef>
              <c:f>'Chart Data'!$P$2:$P$3</c:f>
              <c:numCache>
                <c:formatCode>0</c:formatCode>
                <c:ptCount val="2"/>
                <c:pt idx="0">
                  <c:v>57.1</c:v>
                </c:pt>
                <c:pt idx="1">
                  <c:v>57.1</c:v>
                </c:pt>
              </c:numCache>
            </c:numRef>
          </c:yVal>
          <c:smooth val="0"/>
        </c:ser>
        <c:ser>
          <c:idx val="8"/>
          <c:order val="8"/>
          <c:tx>
            <c:v>W hatch</c:v>
          </c:tx>
          <c:spPr>
            <a:ln xmlns:a="http://schemas.openxmlformats.org/drawingml/2006/main" w="11430">
              <a:solidFill>
                <a:srgbClr val="C8554B"/>
              </a:solidFill>
            </a:ln>
          </c:spPr>
          <c:marker>
            <c:symbol val="none"/>
          </c:marker>
          <c:xVal>
            <c:numRef>
              <c:f>'Chart Data'!$Q$2:$Q$3</c:f>
              <c:numCache>
                <c:formatCode>General</c:formatCode>
                <c:ptCount val="2"/>
                <c:pt idx="0">
                  <c:v>24</c:v>
                </c:pt>
                <c:pt idx="1">
                  <c:v>34.4</c:v>
                </c:pt>
              </c:numCache>
            </c:numRef>
          </c:xVal>
          <c:yVal>
            <c:numRef>
              <c:f>'Chart Data'!$R$2:$R$3</c:f>
              <c:numCache>
                <c:formatCode>0</c:formatCode>
                <c:ptCount val="2"/>
                <c:pt idx="0">
                  <c:v>58.4</c:v>
                </c:pt>
                <c:pt idx="1">
                  <c:v>58.4</c:v>
                </c:pt>
              </c:numCache>
            </c:numRef>
          </c:yVal>
          <c:smooth val="0"/>
        </c:ser>
        <c:ser>
          <c:idx val="9"/>
          <c:order val="9"/>
          <c:tx>
            <c:v>W hatch</c:v>
          </c:tx>
          <c:spPr>
            <a:ln xmlns:a="http://schemas.openxmlformats.org/drawingml/2006/main" w="11430">
              <a:solidFill>
                <a:srgbClr val="C8554B"/>
              </a:solidFill>
            </a:ln>
          </c:spPr>
          <c:marker>
            <c:symbol val="none"/>
          </c:marker>
          <c:xVal>
            <c:numRef>
              <c:f>'Chart Data'!$S$2:$S$3</c:f>
              <c:numCache>
                <c:formatCode>General</c:formatCode>
                <c:ptCount val="2"/>
                <c:pt idx="0">
                  <c:v>24</c:v>
                </c:pt>
                <c:pt idx="1">
                  <c:v>35.7</c:v>
                </c:pt>
              </c:numCache>
            </c:numRef>
          </c:xVal>
          <c:yVal>
            <c:numRef>
              <c:f>'Chart Data'!$T$2:$T$3</c:f>
              <c:numCache>
                <c:formatCode>0</c:formatCode>
                <c:ptCount val="2"/>
                <c:pt idx="0">
                  <c:v>59.7</c:v>
                </c:pt>
                <c:pt idx="1">
                  <c:v>59.7</c:v>
                </c:pt>
              </c:numCache>
            </c:numRef>
          </c:yVal>
          <c:smooth val="0"/>
        </c:ser>
        <c:ser>
          <c:idx val="10"/>
          <c:order val="10"/>
          <c:tx>
            <c:v>W hatch</c:v>
          </c:tx>
          <c:spPr>
            <a:ln xmlns:a="http://schemas.openxmlformats.org/drawingml/2006/main" w="11430">
              <a:solidFill>
                <a:srgbClr val="C8554B"/>
              </a:solidFill>
            </a:ln>
          </c:spPr>
          <c:marker>
            <c:symbol val="none"/>
          </c:marker>
          <c:xVal>
            <c:numRef>
              <c:f>'Chart Data'!$U$2:$U$3</c:f>
              <c:numCache>
                <c:formatCode>General</c:formatCode>
                <c:ptCount val="2"/>
                <c:pt idx="0">
                  <c:v>24</c:v>
                </c:pt>
                <c:pt idx="1">
                  <c:v>35</c:v>
                </c:pt>
              </c:numCache>
            </c:numRef>
          </c:xVal>
          <c:yVal>
            <c:numRef>
              <c:f>'Chart Data'!$V$2:$V$3</c:f>
              <c:numCache>
                <c:formatCode>0</c:formatCode>
                <c:ptCount val="2"/>
                <c:pt idx="0">
                  <c:v>61</c:v>
                </c:pt>
                <c:pt idx="1">
                  <c:v>61</c:v>
                </c:pt>
              </c:numCache>
            </c:numRef>
          </c:yVal>
          <c:smooth val="0"/>
        </c:ser>
        <c:ser>
          <c:idx val="11"/>
          <c:order val="11"/>
          <c:tx>
            <c:v>W hatch</c:v>
          </c:tx>
          <c:spPr>
            <a:ln xmlns:a="http://schemas.openxmlformats.org/drawingml/2006/main" w="11430">
              <a:solidFill>
                <a:srgbClr val="C8554B"/>
              </a:solidFill>
            </a:ln>
          </c:spPr>
          <c:marker>
            <c:symbol val="none"/>
          </c:marker>
          <c:xVal>
            <c:numRef>
              <c:f>'Chart Data'!$W$2:$W$3</c:f>
              <c:numCache>
                <c:formatCode>General</c:formatCode>
                <c:ptCount val="2"/>
                <c:pt idx="0">
                  <c:v>24</c:v>
                </c:pt>
                <c:pt idx="1">
                  <c:v>33.7</c:v>
                </c:pt>
              </c:numCache>
            </c:numRef>
          </c:xVal>
          <c:yVal>
            <c:numRef>
              <c:f>'Chart Data'!$X$2:$X$3</c:f>
              <c:numCache>
                <c:formatCode>0</c:formatCode>
                <c:ptCount val="2"/>
                <c:pt idx="0">
                  <c:v>62.3</c:v>
                </c:pt>
                <c:pt idx="1">
                  <c:v>62.3</c:v>
                </c:pt>
              </c:numCache>
            </c:numRef>
          </c:yVal>
          <c:smooth val="0"/>
        </c:ser>
        <c:ser>
          <c:idx val="12"/>
          <c:order val="12"/>
          <c:tx>
            <c:v>W hatch</c:v>
          </c:tx>
          <c:spPr>
            <a:ln xmlns:a="http://schemas.openxmlformats.org/drawingml/2006/main" w="11430">
              <a:solidFill>
                <a:srgbClr val="C8554B"/>
              </a:solidFill>
            </a:ln>
          </c:spPr>
          <c:marker>
            <c:symbol val="none"/>
          </c:marker>
          <c:xVal>
            <c:numRef>
              <c:f>'Chart Data'!$Y$2:$Y$3</c:f>
              <c:numCache>
                <c:formatCode>General</c:formatCode>
                <c:ptCount val="2"/>
                <c:pt idx="0">
                  <c:v>24</c:v>
                </c:pt>
                <c:pt idx="1">
                  <c:v>32.4</c:v>
                </c:pt>
              </c:numCache>
            </c:numRef>
          </c:xVal>
          <c:yVal>
            <c:numRef>
              <c:f>'Chart Data'!$Z$2:$Z$3</c:f>
              <c:numCache>
                <c:formatCode>0</c:formatCode>
                <c:ptCount val="2"/>
                <c:pt idx="0">
                  <c:v>63.6</c:v>
                </c:pt>
                <c:pt idx="1">
                  <c:v>63.6</c:v>
                </c:pt>
              </c:numCache>
            </c:numRef>
          </c:yVal>
          <c:smooth val="0"/>
        </c:ser>
        <c:ser>
          <c:idx val="13"/>
          <c:order val="13"/>
          <c:tx>
            <c:v>W hatch</c:v>
          </c:tx>
          <c:spPr>
            <a:ln xmlns:a="http://schemas.openxmlformats.org/drawingml/2006/main" w="11430">
              <a:solidFill>
                <a:srgbClr val="C8554B"/>
              </a:solidFill>
            </a:ln>
          </c:spPr>
          <c:marker>
            <c:symbol val="none"/>
          </c:marker>
          <c:xVal>
            <c:numRef>
              <c:f>'Chart Data'!$AA$2:$AA$3</c:f>
              <c:numCache>
                <c:formatCode>General</c:formatCode>
                <c:ptCount val="2"/>
                <c:pt idx="0">
                  <c:v>24</c:v>
                </c:pt>
                <c:pt idx="1">
                  <c:v>31.1</c:v>
                </c:pt>
              </c:numCache>
            </c:numRef>
          </c:xVal>
          <c:yVal>
            <c:numRef>
              <c:f>'Chart Data'!$AB$2:$AB$3</c:f>
              <c:numCache>
                <c:formatCode>0</c:formatCode>
                <c:ptCount val="2"/>
                <c:pt idx="0">
                  <c:v>64.9</c:v>
                </c:pt>
                <c:pt idx="1">
                  <c:v>64.9</c:v>
                </c:pt>
              </c:numCache>
            </c:numRef>
          </c:yVal>
          <c:smooth val="0"/>
        </c:ser>
        <c:ser>
          <c:idx val="14"/>
          <c:order val="14"/>
          <c:tx>
            <c:v>W hatch</c:v>
          </c:tx>
          <c:spPr>
            <a:ln xmlns:a="http://schemas.openxmlformats.org/drawingml/2006/main" w="11430">
              <a:solidFill>
                <a:srgbClr val="C8554B"/>
              </a:solidFill>
            </a:ln>
          </c:spPr>
          <c:marker>
            <c:symbol val="none"/>
          </c:marker>
          <c:xVal>
            <c:numRef>
              <c:f>'Chart Data'!$AC$2:$AC$3</c:f>
              <c:numCache>
                <c:formatCode>General</c:formatCode>
                <c:ptCount val="2"/>
                <c:pt idx="0">
                  <c:v>24</c:v>
                </c:pt>
                <c:pt idx="1">
                  <c:v>29.8</c:v>
                </c:pt>
              </c:numCache>
            </c:numRef>
          </c:xVal>
          <c:yVal>
            <c:numRef>
              <c:f>'Chart Data'!$AD$2:$AD$3</c:f>
              <c:numCache>
                <c:formatCode>0</c:formatCode>
                <c:ptCount val="2"/>
                <c:pt idx="0">
                  <c:v>66.2</c:v>
                </c:pt>
                <c:pt idx="1">
                  <c:v>66.2</c:v>
                </c:pt>
              </c:numCache>
            </c:numRef>
          </c:yVal>
          <c:smooth val="0"/>
        </c:ser>
        <c:ser>
          <c:idx val="15"/>
          <c:order val="15"/>
          <c:tx>
            <c:v>W hatch</c:v>
          </c:tx>
          <c:spPr>
            <a:ln xmlns:a="http://schemas.openxmlformats.org/drawingml/2006/main" w="11430">
              <a:solidFill>
                <a:srgbClr val="C8554B"/>
              </a:solidFill>
            </a:ln>
          </c:spPr>
          <c:marker>
            <c:symbol val="none"/>
          </c:marker>
          <c:xVal>
            <c:numRef>
              <c:f>'Chart Data'!$AE$2:$AE$3</c:f>
              <c:numCache>
                <c:formatCode>General</c:formatCode>
                <c:ptCount val="2"/>
                <c:pt idx="0">
                  <c:v>24</c:v>
                </c:pt>
                <c:pt idx="1">
                  <c:v>28.5</c:v>
                </c:pt>
              </c:numCache>
            </c:numRef>
          </c:xVal>
          <c:yVal>
            <c:numRef>
              <c:f>'Chart Data'!$AF$2:$AF$3</c:f>
              <c:numCache>
                <c:formatCode>0</c:formatCode>
                <c:ptCount val="2"/>
                <c:pt idx="0">
                  <c:v>67.5</c:v>
                </c:pt>
                <c:pt idx="1">
                  <c:v>67.5</c:v>
                </c:pt>
              </c:numCache>
            </c:numRef>
          </c:yVal>
          <c:smooth val="0"/>
        </c:ser>
        <c:ser>
          <c:idx val="16"/>
          <c:order val="16"/>
          <c:tx>
            <c:v>W hatch</c:v>
          </c:tx>
          <c:spPr>
            <a:ln xmlns:a="http://schemas.openxmlformats.org/drawingml/2006/main" w="11430">
              <a:solidFill>
                <a:srgbClr val="C8554B"/>
              </a:solidFill>
            </a:ln>
          </c:spPr>
          <c:marker>
            <c:symbol val="none"/>
          </c:marker>
          <c:xVal>
            <c:numRef>
              <c:f>'Chart Data'!$AG$2:$AG$3</c:f>
              <c:numCache>
                <c:formatCode>General</c:formatCode>
                <c:ptCount val="2"/>
                <c:pt idx="0">
                  <c:v>24</c:v>
                </c:pt>
                <c:pt idx="1">
                  <c:v>27.2</c:v>
                </c:pt>
              </c:numCache>
            </c:numRef>
          </c:xVal>
          <c:yVal>
            <c:numRef>
              <c:f>'Chart Data'!$AH$2:$AH$3</c:f>
              <c:numCache>
                <c:formatCode>0</c:formatCode>
                <c:ptCount val="2"/>
                <c:pt idx="0">
                  <c:v>68.8</c:v>
                </c:pt>
                <c:pt idx="1">
                  <c:v>68.8</c:v>
                </c:pt>
              </c:numCache>
            </c:numRef>
          </c:yVal>
          <c:smooth val="0"/>
        </c:ser>
        <c:ser>
          <c:idx val="17"/>
          <c:order val="17"/>
          <c:tx>
            <c:v>W hatch</c:v>
          </c:tx>
          <c:spPr>
            <a:ln xmlns:a="http://schemas.openxmlformats.org/drawingml/2006/main" w="11430">
              <a:solidFill>
                <a:srgbClr val="C8554B"/>
              </a:solidFill>
            </a:ln>
          </c:spPr>
          <c:marker>
            <c:symbol val="none"/>
          </c:marker>
          <c:xVal>
            <c:numRef>
              <c:f>'Chart Data'!$AI$2:$AI$3</c:f>
              <c:numCache>
                <c:formatCode>General</c:formatCode>
                <c:ptCount val="2"/>
                <c:pt idx="0">
                  <c:v>24</c:v>
                </c:pt>
                <c:pt idx="1">
                  <c:v>25.9</c:v>
                </c:pt>
              </c:numCache>
            </c:numRef>
          </c:xVal>
          <c:yVal>
            <c:numRef>
              <c:f>'Chart Data'!$AJ$2:$AJ$3</c:f>
              <c:numCache>
                <c:formatCode>0</c:formatCode>
                <c:ptCount val="2"/>
                <c:pt idx="0">
                  <c:v>70.1</c:v>
                </c:pt>
                <c:pt idx="1">
                  <c:v>70.1</c:v>
                </c:pt>
              </c:numCache>
            </c:numRef>
          </c:yVal>
          <c:smooth val="0"/>
        </c:ser>
        <c:ser>
          <c:idx val="18"/>
          <c:order val="18"/>
          <c:tx>
            <c:v>W hatch</c:v>
          </c:tx>
          <c:spPr>
            <a:ln xmlns:a="http://schemas.openxmlformats.org/drawingml/2006/main" w="11430">
              <a:solidFill>
                <a:srgbClr val="C8554B"/>
              </a:solidFill>
            </a:ln>
          </c:spPr>
          <c:marker>
            <c:symbol val="none"/>
          </c:marker>
          <c:xVal>
            <c:numRef>
              <c:f>'Chart Data'!$AK$2:$AK$3</c:f>
              <c:numCache>
                <c:formatCode>General</c:formatCode>
                <c:ptCount val="2"/>
                <c:pt idx="0">
                  <c:v>24</c:v>
                </c:pt>
                <c:pt idx="1">
                  <c:v>24.6</c:v>
                </c:pt>
              </c:numCache>
            </c:numRef>
          </c:xVal>
          <c:yVal>
            <c:numRef>
              <c:f>'Chart Data'!$AL$2:$AL$3</c:f>
              <c:numCache>
                <c:formatCode>0</c:formatCode>
                <c:ptCount val="2"/>
                <c:pt idx="0">
                  <c:v>71.4</c:v>
                </c:pt>
                <c:pt idx="1">
                  <c:v>71.4</c:v>
                </c:pt>
              </c:numCache>
            </c:numRef>
          </c:yVal>
          <c:smooth val="0"/>
        </c:ser>
        <c:ser>
          <c:idx val="19"/>
          <c:order val="19"/>
          <c:tx>
            <c:v>Qm</c:v>
          </c:tx>
          <c:spPr>
            <a:ln xmlns:a="http://schemas.openxmlformats.org/drawingml/2006/main" w="12383">
              <a:solidFill>
                <a:srgbClr val="445B6B"/>
              </a:solidFill>
            </a:ln>
          </c:spPr>
          <c:marker>
            <c:symbol val="none"/>
          </c:marker>
          <c:xVal>
            <c:numRef>
              <c:f>'Chart Data'!$AM$2:$AM$3</c:f>
              <c:numCache>
                <c:formatCode>General</c:formatCode>
                <c:ptCount val="2"/>
                <c:pt idx="0">
                  <c:v>24</c:v>
                </c:pt>
                <c:pt idx="1">
                  <c:v>24</c:v>
                </c:pt>
              </c:numCache>
            </c:numRef>
          </c:xVal>
          <c:yVal>
            <c:numRef>
              <c:f>'Chart Data'!$AN$2:$AN$3</c:f>
              <c:numCache>
                <c:formatCode>0</c:formatCode>
                <c:ptCount val="2"/>
                <c:pt idx="0">
                  <c:v>0</c:v>
                </c:pt>
                <c:pt idx="1">
                  <c:v>72</c:v>
                </c:pt>
              </c:numCache>
            </c:numRef>
          </c:yVal>
          <c:smooth val="0"/>
        </c:ser>
        <c:ser>
          <c:idx val="20"/>
          <c:order val="20"/>
          <c:tx>
            <c:v>Pm</c:v>
          </c:tx>
          <c:spPr>
            <a:ln xmlns:a="http://schemas.openxmlformats.org/drawingml/2006/main" w="12383">
              <a:solidFill>
                <a:srgbClr val="445B6B"/>
              </a:solidFill>
            </a:ln>
          </c:spPr>
          <c:marker>
            <c:symbol val="none"/>
          </c:marker>
          <c:xVal>
            <c:numRef>
              <c:f>'Chart Data'!$AO$2:$AO$3</c:f>
              <c:numCache>
                <c:formatCode>General</c:formatCode>
                <c:ptCount val="2"/>
                <c:pt idx="0">
                  <c:v>0</c:v>
                </c:pt>
                <c:pt idx="1">
                  <c:v>24</c:v>
                </c:pt>
              </c:numCache>
            </c:numRef>
          </c:xVal>
          <c:yVal>
            <c:numRef>
              <c:f>'Chart Data'!$AP$2:$AP$3</c:f>
              <c:numCache>
                <c:formatCode>0</c:formatCode>
                <c:ptCount val="2"/>
                <c:pt idx="0">
                  <c:v>72</c:v>
                </c:pt>
                <c:pt idx="1">
                  <c:v>72</c:v>
                </c:pt>
              </c:numCache>
            </c:numRef>
          </c:yVal>
          <c:smooth val="0"/>
        </c:ser>
        <c:ser>
          <c:idx val="21"/>
          <c:order val="21"/>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Data'!$AQ$2:$AQ$2</c:f>
              <c:numCache>
                <c:formatCode>General</c:formatCode>
                <c:ptCount val="1"/>
                <c:pt idx="0">
                  <c:v>24.9</c:v>
                </c:pt>
              </c:numCache>
            </c:numRef>
          </c:xVal>
          <c:yVal>
            <c:numRef>
              <c:f>'Chart Data'!$AR$2:$AR$2</c:f>
              <c:numCache>
                <c:formatCode>0</c:formatCode>
                <c:ptCount val="1"/>
                <c:pt idx="0">
                  <c:v>78.5</c:v>
                </c:pt>
              </c:numCache>
            </c:numRef>
          </c:yVal>
          <c:smooth val="0"/>
        </c:ser>
        <c:ser>
          <c:idx val="22"/>
          <c:order val="22"/>
          <c:tx>
            <c:v>Qe</c:v>
          </c:tx>
          <c:spPr>
            <a:ln xmlns:a="http://schemas.openxmlformats.org/drawingml/2006/main" w="12383">
              <a:solidFill>
                <a:srgbClr val="445B6B"/>
              </a:solidFill>
            </a:ln>
          </c:spPr>
          <c:marker>
            <c:symbol val="none"/>
          </c:marker>
          <c:xVal>
            <c:numRef>
              <c:f>'Chart Data'!$AS$2:$AS$3</c:f>
              <c:numCache>
                <c:formatCode>General</c:formatCode>
                <c:ptCount val="2"/>
                <c:pt idx="0">
                  <c:v>36</c:v>
                </c:pt>
                <c:pt idx="1">
                  <c:v>36</c:v>
                </c:pt>
              </c:numCache>
            </c:numRef>
          </c:xVal>
          <c:yVal>
            <c:numRef>
              <c:f>'Chart Data'!$AT$2:$AT$3</c:f>
              <c:numCache>
                <c:formatCode>0</c:formatCode>
                <c:ptCount val="2"/>
                <c:pt idx="0">
                  <c:v>0</c:v>
                </c:pt>
                <c:pt idx="1">
                  <c:v>60</c:v>
                </c:pt>
              </c:numCache>
            </c:numRef>
          </c:yVal>
          <c:smooth val="0"/>
        </c:ser>
        <c:ser>
          <c:idx val="23"/>
          <c:order val="23"/>
          <c:tx>
            <c:v>Pe</c:v>
          </c:tx>
          <c:spPr>
            <a:ln xmlns:a="http://schemas.openxmlformats.org/drawingml/2006/main" w="12383">
              <a:solidFill>
                <a:srgbClr val="445B6B"/>
              </a:solidFill>
            </a:ln>
          </c:spPr>
          <c:marker>
            <c:symbol val="none"/>
          </c:marker>
          <c:xVal>
            <c:numRef>
              <c:f>'Chart Data'!$AU$2:$AU$3</c:f>
              <c:numCache>
                <c:formatCode>General</c:formatCode>
                <c:ptCount val="2"/>
                <c:pt idx="0">
                  <c:v>0</c:v>
                </c:pt>
                <c:pt idx="1">
                  <c:v>36</c:v>
                </c:pt>
              </c:numCache>
            </c:numRef>
          </c:xVal>
          <c:yVal>
            <c:numRef>
              <c:f>'Chart Data'!$AV$2:$AV$3</c:f>
              <c:numCache>
                <c:formatCode>0</c:formatCode>
                <c:ptCount val="2"/>
                <c:pt idx="0">
                  <c:v>60</c:v>
                </c:pt>
                <c:pt idx="1">
                  <c:v>60</c:v>
                </c:pt>
              </c:numCache>
            </c:numRef>
          </c:yVal>
          <c:smooth val="0"/>
        </c:ser>
        <c:ser>
          <c:idx val="24"/>
          <c:order val="24"/>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Data'!$AW$2:$AW$2</c:f>
              <c:numCache>
                <c:formatCode>General</c:formatCode>
                <c:ptCount val="1"/>
                <c:pt idx="0">
                  <c:v>38.1</c:v>
                </c:pt>
              </c:numCache>
            </c:numRef>
          </c:xVal>
          <c:yVal>
            <c:numRef>
              <c:f>'Chart Data'!$AX$2:$AX$2</c:f>
              <c:numCache>
                <c:formatCode>0</c:formatCode>
                <c:ptCount val="1"/>
                <c:pt idx="0">
                  <c:v>72</c:v>
                </c:pt>
              </c:numCache>
            </c:numRef>
          </c:yVal>
          <c:smooth val="0"/>
        </c:ser>
        <c:ser>
          <c:idx val="25"/>
          <c:order val="25"/>
          <c:tx>
            <c:v>Vraag = GO</c:v>
          </c:tx>
          <c:spPr>
            <a:ln xmlns:a="http://schemas.openxmlformats.org/drawingml/2006/main" w="38100">
              <a:solidFill>
                <a:srgbClr val="17658A"/>
              </a:solidFill>
            </a:ln>
          </c:spPr>
          <c:marker>
            <c:symbol val="none"/>
          </c:marker>
          <c:xVal>
            <c:numRef>
              <c:f>'Chart Data'!$AY$2:$AY$3</c:f>
              <c:numCache>
                <c:formatCode>General</c:formatCode>
                <c:ptCount val="2"/>
                <c:pt idx="0">
                  <c:v>0</c:v>
                </c:pt>
                <c:pt idx="1">
                  <c:v>60</c:v>
                </c:pt>
              </c:numCache>
            </c:numRef>
          </c:xVal>
          <c:yVal>
            <c:numRef>
              <c:f>'Chart Data'!$AZ$2:$AZ$3</c:f>
              <c:numCache>
                <c:formatCode>0</c:formatCode>
                <c:ptCount val="2"/>
                <c:pt idx="0">
                  <c:v>96</c:v>
                </c:pt>
                <c:pt idx="1">
                  <c:v>36</c:v>
                </c:pt>
              </c:numCache>
            </c:numRef>
          </c:yVal>
          <c:smooth val="0"/>
        </c:ser>
        <c:ser>
          <c:idx val="26"/>
          <c:order val="26"/>
          <c:tx>
            <c:v>MK</c:v>
          </c:tx>
          <c:spPr>
            <a:ln xmlns:a="http://schemas.openxmlformats.org/drawingml/2006/main" w="38100">
              <a:solidFill>
                <a:srgbClr val="A94D16"/>
              </a:solidFill>
            </a:ln>
          </c:spPr>
          <c:marker>
            <c:symbol val="none"/>
          </c:marker>
          <c:xVal>
            <c:numRef>
              <c:f>'Chart Data'!$BA$2:$BA$3</c:f>
              <c:numCache>
                <c:formatCode>General</c:formatCode>
                <c:ptCount val="2"/>
                <c:pt idx="0">
                  <c:v>0</c:v>
                </c:pt>
                <c:pt idx="1">
                  <c:v>60</c:v>
                </c:pt>
              </c:numCache>
            </c:numRef>
          </c:xVal>
          <c:yVal>
            <c:numRef>
              <c:f>'Chart Data'!$BB$2:$BB$3</c:f>
              <c:numCache>
                <c:formatCode>0</c:formatCode>
                <c:ptCount val="2"/>
                <c:pt idx="0">
                  <c:v>24</c:v>
                </c:pt>
                <c:pt idx="1">
                  <c:v>84</c:v>
                </c:pt>
              </c:numCache>
            </c:numRef>
          </c:yVal>
          <c:smooth val="0"/>
        </c:ser>
        <c:ser>
          <c:idx val="27"/>
          <c:order val="27"/>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Data'!$BC$2:$BC$2</c:f>
              <c:numCache>
                <c:formatCode>General</c:formatCode>
                <c:ptCount val="1"/>
                <c:pt idx="0">
                  <c:v>46.8</c:v>
                </c:pt>
              </c:numCache>
            </c:numRef>
          </c:xVal>
          <c:yVal>
            <c:numRef>
              <c:f>'Chart Data'!$BD$2:$BD$2</c:f>
              <c:numCache>
                <c:formatCode>0</c:formatCode>
                <c:ptCount val="1"/>
                <c:pt idx="0">
                  <c:v>31.2</c:v>
                </c:pt>
              </c:numCache>
            </c:numRef>
          </c:yVal>
          <c:smooth val="0"/>
        </c:ser>
        <c:ser>
          <c:idx val="28"/>
          <c:order val="28"/>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53.4</c:v>
                </c:pt>
              </c:numCache>
            </c:numRef>
          </c:xVal>
          <c:yVal>
            <c:numRef>
              <c:f>'Chart Data'!$BF$2:$BF$2</c:f>
              <c:numCache>
                <c:formatCode>0</c:formatCode>
                <c:ptCount val="1"/>
                <c:pt idx="0">
                  <c:v>84.9</c:v>
                </c:pt>
              </c:numCache>
            </c:numRef>
          </c:yVal>
          <c:smooth val="0"/>
        </c:ser>
        <c:ser>
          <c:idx val="29"/>
          <c:order val="29"/>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Data'!$BG$2:$BG$2</c:f>
              <c:numCache>
                <c:formatCode>General</c:formatCode>
                <c:ptCount val="1"/>
                <c:pt idx="0">
                  <c:v>24</c:v>
                </c:pt>
              </c:numCache>
            </c:numRef>
          </c:xVal>
          <c:yVal>
            <c:numRef>
              <c:f>'Chart Data'!$BH$2:$BH$2</c:f>
              <c:numCache>
                <c:formatCode>0</c:formatCode>
                <c:ptCount val="1"/>
                <c:pt idx="0">
                  <c:v>72</c:v>
                </c:pt>
              </c:numCache>
            </c:numRef>
          </c:yVal>
          <c:smooth val="0"/>
        </c:ser>
        <c:ser>
          <c:idx val="30"/>
          <c:order val="30"/>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Data'!$BI$2:$BI$2</c:f>
              <c:numCache>
                <c:formatCode>General</c:formatCode>
                <c:ptCount val="1"/>
                <c:pt idx="0">
                  <c:v>36</c:v>
                </c:pt>
              </c:numCache>
            </c:numRef>
          </c:xVal>
          <c:yVal>
            <c:numRef>
              <c:f>'Chart Data'!$BJ$2:$BJ$2</c:f>
              <c:numCache>
                <c:formatCode>0</c:formatCode>
                <c:ptCount val="1"/>
                <c:pt idx="0">
                  <c:v>60</c:v>
                </c:pt>
              </c:numCache>
            </c:numRef>
          </c:yVal>
          <c:smooth val="0"/>
        </c:ser>
        <c:ser>
          <c:idx val="31"/>
          <c:order val="31"/>
          <c:tx>
            <c:v>B</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3302A"/>
                        </a:solidFill>
                        <a:latin typeface="Arial"/>
                        <a:ea typeface="Arial"/>
                        <a:cs typeface="Arial"/>
                      </a:rPr>
                      <a:t>B</a:t>
                    </a:r>
                  </a:p>
                </c:rich>
              </c:tx>
              <c:txPr>
                <a:bodyPr xmlns:a="http://schemas.openxmlformats.org/drawingml/2006/main" anchorCtr="1"/>
                <a:lstStyle xmlns:a="http://schemas.openxmlformats.org/drawingml/2006/main"/>
                <a:p xmlns:a="http://schemas.openxmlformats.org/drawingml/2006/main">
                  <a:pPr>
                    <a:defRPr sz="1950" b="1">
                      <a:solidFill>
                        <a:srgbClr val="A3302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Data'!$BK$2:$BK$2</c:f>
              <c:numCache>
                <c:formatCode>General</c:formatCode>
                <c:ptCount val="1"/>
                <c:pt idx="0">
                  <c:v>26.64</c:v>
                </c:pt>
              </c:numCache>
            </c:numRef>
          </c:xVal>
          <c:yVal>
            <c:numRef>
              <c:f>'Chart Data'!$BL$2:$BL$2</c:f>
              <c:numCache>
                <c:formatCode>0</c:formatCode>
                <c:ptCount val="1"/>
                <c:pt idx="0">
                  <c:v>60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bakbeurt)</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(bakbeurten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
        <c:ser>
          <c:idx val="0"/>
          <c:order val="0"/>
          <c:tx>
            <c:v>Vraag = GO</c:v>
          </c:tx>
          <c:spPr>
            <a:ln xmlns:a="http://schemas.openxmlformats.org/drawingml/2006/main" w="38100">
              <a:solidFill>
                <a:srgbClr val="17658A"/>
              </a:solidFill>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80</c:v>
                </c:pt>
                <c:pt idx="1">
                  <c:v>30</c:v>
                </c:pt>
              </c:numCache>
            </c:numRef>
          </c:yVal>
          <c:smooth val="0"/>
        </c:ser>
        <c:ser>
          <c:idx val="1"/>
          <c:order val="1"/>
          <c:tx>
            <c:v>MK</c:v>
          </c:tx>
          <c:spPr>
            <a:ln xmlns:a="http://schemas.openxmlformats.org/drawingml/2006/main" w="38100">
              <a:solidFill>
                <a:srgbClr val="A94D16"/>
              </a:solidFill>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20</c:v>
                </c:pt>
                <c:pt idx="1">
                  <c:v>70</c:v>
                </c:pt>
              </c:numCache>
            </c:numRef>
          </c:yVal>
          <c:smooth val="0"/>
        </c:ser>
        <c:ser>
          <c:idx val="2"/>
          <c:order val="2"/>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78</c:v>
                </c:pt>
              </c:numCache>
            </c:numRef>
          </c:xVal>
          <c:yVal>
            <c:numRef>
              <c:f>'Chart Data'!$F$2:$F$2</c:f>
              <c:numCache>
                <c:formatCode>0</c:formatCode>
                <c:ptCount val="1"/>
                <c:pt idx="0">
                  <c:v>26.6</c:v>
                </c:pt>
              </c:numCache>
            </c:numRef>
          </c:yVal>
          <c:smooth val="0"/>
        </c:ser>
        <c:ser>
          <c:idx val="3"/>
          <c:order val="3"/>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89</c:v>
                </c:pt>
              </c:numCache>
            </c:numRef>
          </c:xVal>
          <c:yVal>
            <c:numRef>
              <c:f>'Chart Data'!$H$2:$H$2</c:f>
              <c:numCache>
                <c:formatCode>0</c:formatCode>
                <c:ptCount val="1"/>
                <c:pt idx="0">
                  <c:v>70.5</c:v>
                </c:pt>
              </c:numCache>
            </c:numRef>
          </c:yVal>
          <c:smooth val="0"/>
        </c:ser>
        <c:ser>
          <c:idx val="4"/>
          <c:order val="4"/>
          <c:tx>
            <c:v>MO</c:v>
          </c:tx>
          <c:spPr>
            <a:ln xmlns:a="http://schemas.openxmlformats.org/drawingml/2006/main" w="28575">
              <a:solidFill>
                <a:srgbClr val="7B2D8E"/>
              </a:solidFill>
              <a:prstDash val="dash"/>
            </a:ln>
          </c:spPr>
          <c:marker>
            <c:symbol val="none"/>
          </c:marker>
          <c:xVal>
            <c:numRef>
              <c:f>'Chart Data'!$I$2:$I$3</c:f>
              <c:numCache>
                <c:formatCode>General</c:formatCode>
                <c:ptCount val="2"/>
                <c:pt idx="0">
                  <c:v>0</c:v>
                </c:pt>
                <c:pt idx="1">
                  <c:v>80</c:v>
                </c:pt>
              </c:numCache>
            </c:numRef>
          </c:xVal>
          <c:yVal>
            <c:numRef>
              <c:f>'Chart Data'!$J$2:$J$3</c:f>
              <c:numCache>
                <c:formatCode>0</c:formatCode>
                <c:ptCount val="2"/>
                <c:pt idx="0">
                  <c:v>80</c:v>
                </c:pt>
                <c:pt idx="1">
                  <c:v>0</c:v>
                </c:pt>
              </c:numCache>
            </c:numRef>
          </c:yVal>
          <c:smooth val="0"/>
        </c:ser>
        <c:ser>
          <c:idx val="5"/>
          <c:order val="5"/>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31</c:v>
                </c:pt>
              </c:numCache>
            </c:numRef>
          </c:xVal>
          <c:yVal>
            <c:numRef>
              <c:f>'Chart Data'!$L$2:$L$2</c:f>
              <c:numCache>
                <c:formatCode>0</c:formatCode>
                <c:ptCount val="1"/>
                <c:pt idx="0">
                  <c:v>53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scatterChart>
        <c:scatterStyle val="line"/>
        <c:ser>
          <c:idx val="0"/>
          <c:order val="0"/>
          <c:tx>
            <c:v>Qm</c:v>
          </c:tx>
          <c:spPr>
            <a:ln xmlns:a="http://schemas.openxmlformats.org/drawingml/2006/main" w="12383">
              <a:solidFill>
                <a:srgbClr val="445B6B"/>
              </a:solidFill>
            </a:ln>
          </c:spPr>
          <c:marker>
            <c:symbol val="none"/>
          </c:marker>
          <c:xVal>
            <c:numRef>
              <c:f>'Chart Data'!$A$2:$A$3</c:f>
              <c:numCache>
                <c:formatCode>General</c:formatCode>
                <c:ptCount val="2"/>
                <c:pt idx="0">
                  <c:v>40</c:v>
                </c:pt>
                <c:pt idx="1">
                  <c:v>40</c:v>
                </c:pt>
              </c:numCache>
            </c:numRef>
          </c:xVal>
          <c:yVal>
            <c:numRef>
              <c:f>'Chart Data'!$B$2:$B$3</c:f>
              <c:numCache>
                <c:formatCode>0</c:formatCode>
                <c:ptCount val="2"/>
                <c:pt idx="0">
                  <c:v>0</c:v>
                </c:pt>
                <c:pt idx="1">
                  <c:v>60</c:v>
                </c:pt>
              </c:numCache>
            </c:numRef>
          </c:yVal>
          <c:smooth val="0"/>
        </c:ser>
        <c:ser>
          <c:idx val="1"/>
          <c:order val="1"/>
          <c:tx>
            <c:v>Pm</c:v>
          </c:tx>
          <c:spPr>
            <a:ln xmlns:a="http://schemas.openxmlformats.org/drawingml/2006/main" w="12383">
              <a:solidFill>
                <a:srgbClr val="445B6B"/>
              </a:solidFill>
            </a:ln>
          </c:spPr>
          <c:marker>
            <c:symbol val="none"/>
          </c:marker>
          <c:xVal>
            <c:numRef>
              <c:f>'Chart Data'!$C$2:$C$3</c:f>
              <c:numCache>
                <c:formatCode>General</c:formatCode>
                <c:ptCount val="2"/>
                <c:pt idx="0">
                  <c:v>0</c:v>
                </c:pt>
                <c:pt idx="1">
                  <c:v>40</c:v>
                </c:pt>
              </c:numCache>
            </c:numRef>
          </c:xVal>
          <c:yVal>
            <c:numRef>
              <c:f>'Chart Data'!$D$2:$D$3</c:f>
              <c:numCache>
                <c:formatCode>0</c:formatCode>
                <c:ptCount val="2"/>
                <c:pt idx="0">
                  <c:v>60</c:v>
                </c:pt>
                <c:pt idx="1">
                  <c:v>60</c:v>
                </c:pt>
              </c:numCache>
            </c:numRef>
          </c:yVal>
          <c:smooth val="0"/>
        </c:ser>
        <c:ser>
          <c:idx val="2"/>
          <c:order val="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41.5</c:v>
                </c:pt>
              </c:numCache>
            </c:numRef>
          </c:xVal>
          <c:yVal>
            <c:numRef>
              <c:f>'Chart Data'!$F$2:$F$2</c:f>
              <c:numCache>
                <c:formatCode>0</c:formatCode>
                <c:ptCount val="1"/>
                <c:pt idx="0">
                  <c:v>65.2</c:v>
                </c:pt>
              </c:numCache>
            </c:numRef>
          </c:yVal>
          <c:smooth val="0"/>
        </c:ser>
        <c:ser>
          <c:idx val="3"/>
          <c:order val="3"/>
          <c:tx>
            <c:v>Vraag = GO</c:v>
          </c:tx>
          <c:spPr>
            <a:ln xmlns:a="http://schemas.openxmlformats.org/drawingml/2006/main" w="38100">
              <a:solidFill>
                <a:srgbClr val="17658A"/>
              </a:solidFill>
            </a:ln>
          </c:spPr>
          <c:marker>
            <c:symbol val="none"/>
          </c:marker>
          <c:xVal>
            <c:numRef>
              <c:f>'Chart Data'!$G$2:$G$3</c:f>
              <c:numCache>
                <c:formatCode>General</c:formatCode>
                <c:ptCount val="2"/>
                <c:pt idx="0">
                  <c:v>0</c:v>
                </c:pt>
                <c:pt idx="1">
                  <c:v>100</c:v>
                </c:pt>
              </c:numCache>
            </c:numRef>
          </c:xVal>
          <c:yVal>
            <c:numRef>
              <c:f>'Chart Data'!$H$2:$H$3</c:f>
              <c:numCache>
                <c:formatCode>0</c:formatCode>
                <c:ptCount val="2"/>
                <c:pt idx="0">
                  <c:v>80</c:v>
                </c:pt>
                <c:pt idx="1">
                  <c:v>30</c:v>
                </c:pt>
              </c:numCache>
            </c:numRef>
          </c:yVal>
          <c:smooth val="0"/>
        </c:ser>
        <c:ser>
          <c:idx val="4"/>
          <c:order val="4"/>
          <c:tx>
            <c:v>MK</c:v>
          </c:tx>
          <c:spPr>
            <a:ln xmlns:a="http://schemas.openxmlformats.org/drawingml/2006/main" w="38100">
              <a:solidFill>
                <a:srgbClr val="A94D16"/>
              </a:solidFill>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20</c:v>
                </c:pt>
                <c:pt idx="1">
                  <c:v>70</c:v>
                </c:pt>
              </c:numCache>
            </c:numRef>
          </c:yVal>
          <c:smooth val="0"/>
        </c:ser>
        <c:ser>
          <c:idx val="5"/>
          <c:order val="5"/>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78</c:v>
                </c:pt>
              </c:numCache>
            </c:numRef>
          </c:xVal>
          <c:yVal>
            <c:numRef>
              <c:f>'Chart Data'!$L$2:$L$2</c:f>
              <c:numCache>
                <c:formatCode>0</c:formatCode>
                <c:ptCount val="1"/>
                <c:pt idx="0">
                  <c:v>26.6</c:v>
                </c:pt>
              </c:numCache>
            </c:numRef>
          </c:yVal>
          <c:smooth val="0"/>
        </c:ser>
        <c:ser>
          <c:idx val="6"/>
          <c:order val="6"/>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89</c:v>
                </c:pt>
              </c:numCache>
            </c:numRef>
          </c:xVal>
          <c:yVal>
            <c:numRef>
              <c:f>'Chart Data'!$N$2:$N$2</c:f>
              <c:numCache>
                <c:formatCode>0</c:formatCode>
                <c:ptCount val="1"/>
                <c:pt idx="0">
                  <c:v>70.5</c:v>
                </c:pt>
              </c:numCache>
            </c:numRef>
          </c:yVal>
          <c:smooth val="0"/>
        </c:ser>
        <c:ser>
          <c:idx val="7"/>
          <c:order val="7"/>
          <c:tx>
            <c:v>MO</c:v>
          </c:tx>
          <c:spPr>
            <a:ln xmlns:a="http://schemas.openxmlformats.org/drawingml/2006/main" w="28575">
              <a:solidFill>
                <a:srgbClr val="7B2D8E"/>
              </a:solidFill>
              <a:prstDash val="dash"/>
            </a:ln>
          </c:spPr>
          <c:marker>
            <c:symbol val="none"/>
          </c:marker>
          <c:xVal>
            <c:numRef>
              <c:f>'Chart Data'!$O$2:$O$3</c:f>
              <c:numCache>
                <c:formatCode>General</c:formatCode>
                <c:ptCount val="2"/>
                <c:pt idx="0">
                  <c:v>0</c:v>
                </c:pt>
                <c:pt idx="1">
                  <c:v>80</c:v>
                </c:pt>
              </c:numCache>
            </c:numRef>
          </c:xVal>
          <c:yVal>
            <c:numRef>
              <c:f>'Chart Data'!$P$2:$P$3</c:f>
              <c:numCache>
                <c:formatCode>0</c:formatCode>
                <c:ptCount val="2"/>
                <c:pt idx="0">
                  <c:v>80</c:v>
                </c:pt>
                <c:pt idx="1">
                  <c:v>0</c:v>
                </c:pt>
              </c:numCache>
            </c:numRef>
          </c:yVal>
          <c:smooth val="0"/>
        </c:ser>
        <c:ser>
          <c:idx val="8"/>
          <c:order val="8"/>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31</c:v>
                </c:pt>
              </c:numCache>
            </c:numRef>
          </c:xVal>
          <c:yVal>
            <c:numRef>
              <c:f>'Chart Data'!$R$2:$R$2</c:f>
              <c:numCache>
                <c:formatCode>0</c:formatCode>
                <c:ptCount val="1"/>
                <c:pt idx="0">
                  <c:v>53</c:v>
                </c:pt>
              </c:numCache>
            </c:numRef>
          </c:yVal>
          <c:smooth val="0"/>
        </c:ser>
        <c:ser>
          <c:idx val="9"/>
          <c:order val="9"/>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Data'!$S$2:$S$2</c:f>
              <c:numCache>
                <c:formatCode>General</c:formatCode>
                <c:ptCount val="1"/>
                <c:pt idx="0">
                  <c:v>40</c:v>
                </c:pt>
              </c:numCache>
            </c:numRef>
          </c:xVal>
          <c:yVal>
            <c:numRef>
              <c:f>'Chart Data'!$T$2:$T$2</c:f>
              <c:numCache>
                <c:formatCode>0</c:formatCode>
                <c:ptCount val="1"/>
                <c:pt idx="0">
                  <c:v>60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scatterChart>
        <c:scatterStyle val="line"/>
        <c:ser>
          <c:idx val="0"/>
          <c:order val="0"/>
          <c:tx>
            <c:v>Qm</c:v>
          </c:tx>
          <c:spPr>
            <a:ln xmlns:a="http://schemas.openxmlformats.org/drawingml/2006/main" w="12383">
              <a:solidFill>
                <a:srgbClr val="445B6B"/>
              </a:solidFill>
            </a:ln>
          </c:spPr>
          <c:marker>
            <c:symbol val="none"/>
          </c:marker>
          <c:xVal>
            <c:numRef>
              <c:f>'Chart Data'!$A$2:$A$3</c:f>
              <c:numCache>
                <c:formatCode>General</c:formatCode>
                <c:ptCount val="2"/>
                <c:pt idx="0">
                  <c:v>40</c:v>
                </c:pt>
                <c:pt idx="1">
                  <c:v>40</c:v>
                </c:pt>
              </c:numCache>
            </c:numRef>
          </c:xVal>
          <c:yVal>
            <c:numRef>
              <c:f>'Chart Data'!$B$2:$B$3</c:f>
              <c:numCache>
                <c:formatCode>0</c:formatCode>
                <c:ptCount val="2"/>
                <c:pt idx="0">
                  <c:v>0</c:v>
                </c:pt>
                <c:pt idx="1">
                  <c:v>60</c:v>
                </c:pt>
              </c:numCache>
            </c:numRef>
          </c:yVal>
          <c:smooth val="0"/>
        </c:ser>
        <c:ser>
          <c:idx val="1"/>
          <c:order val="1"/>
          <c:tx>
            <c:v>Pm</c:v>
          </c:tx>
          <c:spPr>
            <a:ln xmlns:a="http://schemas.openxmlformats.org/drawingml/2006/main" w="12383">
              <a:solidFill>
                <a:srgbClr val="445B6B"/>
              </a:solidFill>
            </a:ln>
          </c:spPr>
          <c:marker>
            <c:symbol val="none"/>
          </c:marker>
          <c:xVal>
            <c:numRef>
              <c:f>'Chart Data'!$C$2:$C$3</c:f>
              <c:numCache>
                <c:formatCode>General</c:formatCode>
                <c:ptCount val="2"/>
                <c:pt idx="0">
                  <c:v>0</c:v>
                </c:pt>
                <c:pt idx="1">
                  <c:v>40</c:v>
                </c:pt>
              </c:numCache>
            </c:numRef>
          </c:xVal>
          <c:yVal>
            <c:numRef>
              <c:f>'Chart Data'!$D$2:$D$3</c:f>
              <c:numCache>
                <c:formatCode>0</c:formatCode>
                <c:ptCount val="2"/>
                <c:pt idx="0">
                  <c:v>60</c:v>
                </c:pt>
                <c:pt idx="1">
                  <c:v>60</c:v>
                </c:pt>
              </c:numCache>
            </c:numRef>
          </c:yVal>
          <c:smooth val="0"/>
        </c:ser>
        <c:ser>
          <c:idx val="2"/>
          <c:order val="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41.5</c:v>
                </c:pt>
              </c:numCache>
            </c:numRef>
          </c:xVal>
          <c:yVal>
            <c:numRef>
              <c:f>'Chart Data'!$F$2:$F$2</c:f>
              <c:numCache>
                <c:formatCode>0</c:formatCode>
                <c:ptCount val="1"/>
                <c:pt idx="0">
                  <c:v>65.2</c:v>
                </c:pt>
              </c:numCache>
            </c:numRef>
          </c:yVal>
          <c:smooth val="0"/>
        </c:ser>
        <c:ser>
          <c:idx val="3"/>
          <c:order val="3"/>
          <c:tx>
            <c:v>Qe</c:v>
          </c:tx>
          <c:spPr>
            <a:ln xmlns:a="http://schemas.openxmlformats.org/drawingml/2006/main" w="12383">
              <a:solidFill>
                <a:srgbClr val="445B6B"/>
              </a:solidFill>
            </a:ln>
          </c:spPr>
          <c:marker>
            <c:symbol val="none"/>
          </c:marker>
          <c:xVal>
            <c:numRef>
              <c:f>'Chart Data'!$G$2:$G$3</c:f>
              <c:numCache>
                <c:formatCode>General</c:formatCode>
                <c:ptCount val="2"/>
                <c:pt idx="0">
                  <c:v>60</c:v>
                </c:pt>
                <c:pt idx="1">
                  <c:v>60</c:v>
                </c:pt>
              </c:numCache>
            </c:numRef>
          </c:xVal>
          <c:yVal>
            <c:numRef>
              <c:f>'Chart Data'!$H$2:$H$3</c:f>
              <c:numCache>
                <c:formatCode>0</c:formatCode>
                <c:ptCount val="2"/>
                <c:pt idx="0">
                  <c:v>0</c:v>
                </c:pt>
                <c:pt idx="1">
                  <c:v>50</c:v>
                </c:pt>
              </c:numCache>
            </c:numRef>
          </c:yVal>
          <c:smooth val="0"/>
        </c:ser>
        <c:ser>
          <c:idx val="4"/>
          <c:order val="4"/>
          <c:tx>
            <c:v>Pe</c:v>
          </c:tx>
          <c:spPr>
            <a:ln xmlns:a="http://schemas.openxmlformats.org/drawingml/2006/main" w="12383">
              <a:solidFill>
                <a:srgbClr val="445B6B"/>
              </a:solidFill>
            </a:ln>
          </c:spPr>
          <c:marker>
            <c:symbol val="none"/>
          </c:marker>
          <c:xVal>
            <c:numRef>
              <c:f>'Chart Data'!$I$2:$I$3</c:f>
              <c:numCache>
                <c:formatCode>General</c:formatCode>
                <c:ptCount val="2"/>
                <c:pt idx="0">
                  <c:v>0</c:v>
                </c:pt>
                <c:pt idx="1">
                  <c:v>60</c:v>
                </c:pt>
              </c:numCache>
            </c:numRef>
          </c:xVal>
          <c:yVal>
            <c:numRef>
              <c:f>'Chart Data'!$J$2:$J$3</c:f>
              <c:numCache>
                <c:formatCode>0</c:formatCode>
                <c:ptCount val="2"/>
                <c:pt idx="0">
                  <c:v>50</c:v>
                </c:pt>
                <c:pt idx="1">
                  <c:v>50</c:v>
                </c:pt>
              </c:numCache>
            </c:numRef>
          </c:yVal>
          <c:smooth val="0"/>
        </c:ser>
        <c:ser>
          <c:idx val="5"/>
          <c:order val="5"/>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63.5</c:v>
                </c:pt>
              </c:numCache>
            </c:numRef>
          </c:xVal>
          <c:yVal>
            <c:numRef>
              <c:f>'Chart Data'!$L$2:$L$2</c:f>
              <c:numCache>
                <c:formatCode>0</c:formatCode>
                <c:ptCount val="1"/>
                <c:pt idx="0">
                  <c:v>59.6</c:v>
                </c:pt>
              </c:numCache>
            </c:numRef>
          </c:yVal>
          <c:smooth val="0"/>
        </c:ser>
        <c:ser>
          <c:idx val="6"/>
          <c:order val="6"/>
          <c:tx>
            <c:v>Vraag = GO</c:v>
          </c:tx>
          <c:spPr>
            <a:ln xmlns:a="http://schemas.openxmlformats.org/drawingml/2006/main" w="38100">
              <a:solidFill>
                <a:srgbClr val="17658A"/>
              </a:solidFill>
            </a:ln>
          </c:spPr>
          <c:marker>
            <c:symbol val="none"/>
          </c:marker>
          <c:xVal>
            <c:numRef>
              <c:f>'Chart Data'!$M$2:$M$3</c:f>
              <c:numCache>
                <c:formatCode>General</c:formatCode>
                <c:ptCount val="2"/>
                <c:pt idx="0">
                  <c:v>0</c:v>
                </c:pt>
                <c:pt idx="1">
                  <c:v>100</c:v>
                </c:pt>
              </c:numCache>
            </c:numRef>
          </c:xVal>
          <c:yVal>
            <c:numRef>
              <c:f>'Chart Data'!$N$2:$N$3</c:f>
              <c:numCache>
                <c:formatCode>0</c:formatCode>
                <c:ptCount val="2"/>
                <c:pt idx="0">
                  <c:v>80</c:v>
                </c:pt>
                <c:pt idx="1">
                  <c:v>30</c:v>
                </c:pt>
              </c:numCache>
            </c:numRef>
          </c:yVal>
          <c:smooth val="0"/>
        </c:ser>
        <c:ser>
          <c:idx val="7"/>
          <c:order val="7"/>
          <c:tx>
            <c:v>MK</c:v>
          </c:tx>
          <c:spPr>
            <a:ln xmlns:a="http://schemas.openxmlformats.org/drawingml/2006/main" w="38100">
              <a:solidFill>
                <a:srgbClr val="A94D16"/>
              </a:solidFill>
            </a:ln>
          </c:spPr>
          <c:marker>
            <c:symbol val="none"/>
          </c:marker>
          <c:xVal>
            <c:numRef>
              <c:f>'Chart Data'!$O$2:$O$3</c:f>
              <c:numCache>
                <c:formatCode>General</c:formatCode>
                <c:ptCount val="2"/>
                <c:pt idx="0">
                  <c:v>0</c:v>
                </c:pt>
                <c:pt idx="1">
                  <c:v>100</c:v>
                </c:pt>
              </c:numCache>
            </c:numRef>
          </c:xVal>
          <c:yVal>
            <c:numRef>
              <c:f>'Chart Data'!$P$2:$P$3</c:f>
              <c:numCache>
                <c:formatCode>0</c:formatCode>
                <c:ptCount val="2"/>
                <c:pt idx="0">
                  <c:v>20</c:v>
                </c:pt>
                <c:pt idx="1">
                  <c:v>70</c:v>
                </c:pt>
              </c:numCache>
            </c:numRef>
          </c:yVal>
          <c:smooth val="0"/>
        </c:ser>
        <c:ser>
          <c:idx val="8"/>
          <c:order val="8"/>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78</c:v>
                </c:pt>
              </c:numCache>
            </c:numRef>
          </c:xVal>
          <c:yVal>
            <c:numRef>
              <c:f>'Chart Data'!$R$2:$R$2</c:f>
              <c:numCache>
                <c:formatCode>0</c:formatCode>
                <c:ptCount val="1"/>
                <c:pt idx="0">
                  <c:v>26.6</c:v>
                </c:pt>
              </c:numCache>
            </c:numRef>
          </c:yVal>
          <c:smooth val="0"/>
        </c:ser>
        <c:ser>
          <c:idx val="9"/>
          <c:order val="9"/>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Data'!$S$2:$S$2</c:f>
              <c:numCache>
                <c:formatCode>General</c:formatCode>
                <c:ptCount val="1"/>
                <c:pt idx="0">
                  <c:v>89</c:v>
                </c:pt>
              </c:numCache>
            </c:numRef>
          </c:xVal>
          <c:yVal>
            <c:numRef>
              <c:f>'Chart Data'!$T$2:$T$2</c:f>
              <c:numCache>
                <c:formatCode>0</c:formatCode>
                <c:ptCount val="1"/>
                <c:pt idx="0">
                  <c:v>70.5</c:v>
                </c:pt>
              </c:numCache>
            </c:numRef>
          </c:yVal>
          <c:smooth val="0"/>
        </c:ser>
        <c:ser>
          <c:idx val="10"/>
          <c:order val="10"/>
          <c:tx>
            <c:v>MO</c:v>
          </c:tx>
          <c:spPr>
            <a:ln xmlns:a="http://schemas.openxmlformats.org/drawingml/2006/main" w="28575">
              <a:solidFill>
                <a:srgbClr val="7B2D8E"/>
              </a:solidFill>
              <a:prstDash val="dash"/>
            </a:ln>
          </c:spPr>
          <c:marker>
            <c:symbol val="none"/>
          </c:marker>
          <c:xVal>
            <c:numRef>
              <c:f>'Chart Data'!$U$2:$U$3</c:f>
              <c:numCache>
                <c:formatCode>General</c:formatCode>
                <c:ptCount val="2"/>
                <c:pt idx="0">
                  <c:v>0</c:v>
                </c:pt>
                <c:pt idx="1">
                  <c:v>80</c:v>
                </c:pt>
              </c:numCache>
            </c:numRef>
          </c:xVal>
          <c:yVal>
            <c:numRef>
              <c:f>'Chart Data'!$V$2:$V$3</c:f>
              <c:numCache>
                <c:formatCode>0</c:formatCode>
                <c:ptCount val="2"/>
                <c:pt idx="0">
                  <c:v>80</c:v>
                </c:pt>
                <c:pt idx="1">
                  <c:v>0</c:v>
                </c:pt>
              </c:numCache>
            </c:numRef>
          </c:yVal>
          <c:smooth val="0"/>
        </c:ser>
        <c:ser>
          <c:idx val="11"/>
          <c:order val="11"/>
          <c:tx>
            <c:v>MO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1950" b="1">
                      <a:solidFill>
                        <a:srgbClr val="7B2D8E"/>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Data'!$W$2:$W$2</c:f>
              <c:numCache>
                <c:formatCode>General</c:formatCode>
                <c:ptCount val="1"/>
                <c:pt idx="0">
                  <c:v>31</c:v>
                </c:pt>
              </c:numCache>
            </c:numRef>
          </c:xVal>
          <c:yVal>
            <c:numRef>
              <c:f>'Chart Data'!$X$2:$X$2</c:f>
              <c:numCache>
                <c:formatCode>0</c:formatCode>
                <c:ptCount val="1"/>
                <c:pt idx="0">
                  <c:v>53</c:v>
                </c:pt>
              </c:numCache>
            </c:numRef>
          </c:yVal>
          <c:smooth val="0"/>
        </c:ser>
        <c:ser>
          <c:idx val="12"/>
          <c:order val="12"/>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Data'!$Y$2:$Y$2</c:f>
              <c:numCache>
                <c:formatCode>General</c:formatCode>
                <c:ptCount val="1"/>
                <c:pt idx="0">
                  <c:v>40</c:v>
                </c:pt>
              </c:numCache>
            </c:numRef>
          </c:xVal>
          <c:yVal>
            <c:numRef>
              <c:f>'Chart Data'!$Z$2:$Z$2</c:f>
              <c:numCache>
                <c:formatCode>0</c:formatCode>
                <c:ptCount val="1"/>
                <c:pt idx="0">
                  <c:v>60</c:v>
                </c:pt>
              </c:numCache>
            </c:numRef>
          </c:yVal>
          <c:smooth val="0"/>
        </c:ser>
        <c:ser>
          <c:idx val="13"/>
          <c:order val="13"/>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Data'!$AA$2:$AA$2</c:f>
              <c:numCache>
                <c:formatCode>General</c:formatCode>
                <c:ptCount val="1"/>
                <c:pt idx="0">
                  <c:v>60</c:v>
                </c:pt>
              </c:numCache>
            </c:numRef>
          </c:xVal>
          <c:yVal>
            <c:numRef>
              <c:f>'Chart Data'!$AB$2:$AB$2</c:f>
              <c:numCache>
                <c:formatCode>0</c:formatCode>
                <c:ptCount val="1"/>
                <c:pt idx="0">
                  <c:v>50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plotArea>
      <c:scatterChart>
        <c:scatterStyle val="line"/>
        <c:ser>
          <c:idx val="0"/>
          <c:order val="0"/>
          <c:tx>
            <c:v>CS boundary</c:v>
          </c:tx>
          <c:spPr>
            <a:ln xmlns:a="http://schemas.openxmlformats.org/drawingml/2006/main" w="21908">
              <a:solidFill>
                <a:srgbClr val="85B8D6"/>
              </a:solidFill>
            </a:ln>
          </c:spPr>
          <c:marker>
            <c:symbol val="none"/>
          </c:marker>
          <c:xVal>
            <c:numRef>
              <c:f>'Chart Data'!$A$2:$A$5</c:f>
              <c:numCache>
                <c:formatCode>General</c:formatCode>
                <c:ptCount val="4"/>
                <c:pt idx="0">
                  <c:v>0</c:v>
                </c:pt>
                <c:pt idx="1">
                  <c:v>40</c:v>
                </c:pt>
                <c:pt idx="2">
                  <c:v>0</c:v>
                </c:pt>
                <c:pt idx="3">
                  <c:v>0</c:v>
                </c:pt>
              </c:numCache>
            </c:numRef>
          </c:xVal>
          <c:yVal>
            <c:numRef>
              <c:f>'Chart Data'!$B$2:$B$5</c:f>
              <c:numCache>
                <c:formatCode>0</c:formatCode>
                <c:ptCount val="4"/>
                <c:pt idx="0">
                  <c:v>60</c:v>
                </c:pt>
                <c:pt idx="1">
                  <c:v>60</c:v>
                </c:pt>
                <c:pt idx="2">
                  <c:v>80</c:v>
                </c:pt>
                <c:pt idx="3">
                  <c:v>60</c:v>
                </c:pt>
              </c:numCache>
            </c:numRef>
          </c:yVal>
          <c:smooth val="0"/>
        </c:ser>
        <c:ser>
          <c:idx val="1"/>
          <c:order val="1"/>
          <c:tx>
            <c:v>CS hatch</c:v>
          </c:tx>
          <c:spPr>
            <a:ln xmlns:a="http://schemas.openxmlformats.org/drawingml/2006/main" w="11430">
              <a:solidFill>
                <a:srgbClr val="85B8D6"/>
              </a:solidFill>
            </a:ln>
          </c:spPr>
          <c:marker>
            <c:symbol val="none"/>
          </c:marker>
          <c:xVal>
            <c:numRef>
              <c:f>'Chart Data'!$C$2:$C$3</c:f>
              <c:numCache>
                <c:formatCode>General</c:formatCode>
                <c:ptCount val="2"/>
                <c:pt idx="0">
                  <c:v>2.08333333</c:v>
                </c:pt>
                <c:pt idx="1">
                  <c:v>2.08333333</c:v>
                </c:pt>
              </c:numCache>
            </c:numRef>
          </c:xVal>
          <c:yVal>
            <c:numRef>
              <c:f>'Chart Data'!$D$2:$D$3</c:f>
              <c:numCache>
                <c:formatCode>0</c:formatCode>
                <c:ptCount val="2"/>
                <c:pt idx="0">
                  <c:v>60</c:v>
                </c:pt>
                <c:pt idx="1">
                  <c:v>78.95833333</c:v>
                </c:pt>
              </c:numCache>
            </c:numRef>
          </c:yVal>
          <c:smooth val="0"/>
        </c:ser>
        <c:ser>
          <c:idx val="2"/>
          <c:order val="2"/>
          <c:tx>
            <c:v>CS hatch</c:v>
          </c:tx>
          <c:spPr>
            <a:ln xmlns:a="http://schemas.openxmlformats.org/drawingml/2006/main" w="11430">
              <a:solidFill>
                <a:srgbClr val="85B8D6"/>
              </a:solidFill>
            </a:ln>
          </c:spPr>
          <c:marker>
            <c:symbol val="none"/>
          </c:marker>
          <c:xVal>
            <c:numRef>
              <c:f>'Chart Data'!$E$2:$E$3</c:f>
              <c:numCache>
                <c:formatCode>General</c:formatCode>
                <c:ptCount val="2"/>
                <c:pt idx="0">
                  <c:v>4.16666667</c:v>
                </c:pt>
                <c:pt idx="1">
                  <c:v>4.16666667</c:v>
                </c:pt>
              </c:numCache>
            </c:numRef>
          </c:xVal>
          <c:yVal>
            <c:numRef>
              <c:f>'Chart Data'!$F$2:$F$3</c:f>
              <c:numCache>
                <c:formatCode>0</c:formatCode>
                <c:ptCount val="2"/>
                <c:pt idx="0">
                  <c:v>60</c:v>
                </c:pt>
                <c:pt idx="1">
                  <c:v>77.91666667</c:v>
                </c:pt>
              </c:numCache>
            </c:numRef>
          </c:yVal>
          <c:smooth val="0"/>
        </c:ser>
        <c:ser>
          <c:idx val="3"/>
          <c:order val="3"/>
          <c:tx>
            <c:v>CS hatch</c:v>
          </c:tx>
          <c:spPr>
            <a:ln xmlns:a="http://schemas.openxmlformats.org/drawingml/2006/main" w="11430">
              <a:solidFill>
                <a:srgbClr val="85B8D6"/>
              </a:solidFill>
            </a:ln>
          </c:spPr>
          <c:marker>
            <c:symbol val="none"/>
          </c:marker>
          <c:xVal>
            <c:numRef>
              <c:f>'Chart Data'!$G$2:$G$3</c:f>
              <c:numCache>
                <c:formatCode>General</c:formatCode>
                <c:ptCount val="2"/>
                <c:pt idx="0">
                  <c:v>6.25</c:v>
                </c:pt>
                <c:pt idx="1">
                  <c:v>6.25</c:v>
                </c:pt>
              </c:numCache>
            </c:numRef>
          </c:xVal>
          <c:yVal>
            <c:numRef>
              <c:f>'Chart Data'!$H$2:$H$3</c:f>
              <c:numCache>
                <c:formatCode>0</c:formatCode>
                <c:ptCount val="2"/>
                <c:pt idx="0">
                  <c:v>60</c:v>
                </c:pt>
                <c:pt idx="1">
                  <c:v>76.875</c:v>
                </c:pt>
              </c:numCache>
            </c:numRef>
          </c:yVal>
          <c:smooth val="0"/>
        </c:ser>
        <c:ser>
          <c:idx val="4"/>
          <c:order val="4"/>
          <c:tx>
            <c:v>CS hatch</c:v>
          </c:tx>
          <c:spPr>
            <a:ln xmlns:a="http://schemas.openxmlformats.org/drawingml/2006/main" w="11430">
              <a:solidFill>
                <a:srgbClr val="85B8D6"/>
              </a:solidFill>
            </a:ln>
          </c:spPr>
          <c:marker>
            <c:symbol val="none"/>
          </c:marker>
          <c:xVal>
            <c:numRef>
              <c:f>'Chart Data'!$I$2:$I$3</c:f>
              <c:numCache>
                <c:formatCode>General</c:formatCode>
                <c:ptCount val="2"/>
                <c:pt idx="0">
                  <c:v>8.33333333</c:v>
                </c:pt>
                <c:pt idx="1">
                  <c:v>8.33333333</c:v>
                </c:pt>
              </c:numCache>
            </c:numRef>
          </c:xVal>
          <c:yVal>
            <c:numRef>
              <c:f>'Chart Data'!$J$2:$J$3</c:f>
              <c:numCache>
                <c:formatCode>0</c:formatCode>
                <c:ptCount val="2"/>
                <c:pt idx="0">
                  <c:v>60</c:v>
                </c:pt>
                <c:pt idx="1">
                  <c:v>75.83333333</c:v>
                </c:pt>
              </c:numCache>
            </c:numRef>
          </c:yVal>
          <c:smooth val="0"/>
        </c:ser>
        <c:ser>
          <c:idx val="5"/>
          <c:order val="5"/>
          <c:tx>
            <c:v>CS hatch</c:v>
          </c:tx>
          <c:spPr>
            <a:ln xmlns:a="http://schemas.openxmlformats.org/drawingml/2006/main" w="11430">
              <a:solidFill>
                <a:srgbClr val="85B8D6"/>
              </a:solidFill>
            </a:ln>
          </c:spPr>
          <c:marker>
            <c:symbol val="none"/>
          </c:marker>
          <c:xVal>
            <c:numRef>
              <c:f>'Chart Data'!$K$2:$K$3</c:f>
              <c:numCache>
                <c:formatCode>General</c:formatCode>
                <c:ptCount val="2"/>
                <c:pt idx="0">
                  <c:v>10.41666667</c:v>
                </c:pt>
                <c:pt idx="1">
                  <c:v>10.41666667</c:v>
                </c:pt>
              </c:numCache>
            </c:numRef>
          </c:xVal>
          <c:yVal>
            <c:numRef>
              <c:f>'Chart Data'!$L$2:$L$3</c:f>
              <c:numCache>
                <c:formatCode>0</c:formatCode>
                <c:ptCount val="2"/>
                <c:pt idx="0">
                  <c:v>60</c:v>
                </c:pt>
                <c:pt idx="1">
                  <c:v>74.79166667</c:v>
                </c:pt>
              </c:numCache>
            </c:numRef>
          </c:yVal>
          <c:smooth val="0"/>
        </c:ser>
        <c:ser>
          <c:idx val="6"/>
          <c:order val="6"/>
          <c:tx>
            <c:v>CS hatch</c:v>
          </c:tx>
          <c:spPr>
            <a:ln xmlns:a="http://schemas.openxmlformats.org/drawingml/2006/main" w="11430">
              <a:solidFill>
                <a:srgbClr val="85B8D6"/>
              </a:solidFill>
            </a:ln>
          </c:spPr>
          <c:marker>
            <c:symbol val="none"/>
          </c:marker>
          <c:xVal>
            <c:numRef>
              <c:f>'Chart Data'!$M$2:$M$3</c:f>
              <c:numCache>
                <c:formatCode>General</c:formatCode>
                <c:ptCount val="2"/>
                <c:pt idx="0">
                  <c:v>12.5</c:v>
                </c:pt>
                <c:pt idx="1">
                  <c:v>12.5</c:v>
                </c:pt>
              </c:numCache>
            </c:numRef>
          </c:xVal>
          <c:yVal>
            <c:numRef>
              <c:f>'Chart Data'!$N$2:$N$3</c:f>
              <c:numCache>
                <c:formatCode>0</c:formatCode>
                <c:ptCount val="2"/>
                <c:pt idx="0">
                  <c:v>60</c:v>
                </c:pt>
                <c:pt idx="1">
                  <c:v>73.75</c:v>
                </c:pt>
              </c:numCache>
            </c:numRef>
          </c:yVal>
          <c:smooth val="0"/>
        </c:ser>
        <c:ser>
          <c:idx val="7"/>
          <c:order val="7"/>
          <c:tx>
            <c:v>CS hatch</c:v>
          </c:tx>
          <c:spPr>
            <a:ln xmlns:a="http://schemas.openxmlformats.org/drawingml/2006/main" w="11430">
              <a:solidFill>
                <a:srgbClr val="85B8D6"/>
              </a:solidFill>
            </a:ln>
          </c:spPr>
          <c:marker>
            <c:symbol val="none"/>
          </c:marker>
          <c:xVal>
            <c:numRef>
              <c:f>'Chart Data'!$O$2:$O$3</c:f>
              <c:numCache>
                <c:formatCode>General</c:formatCode>
                <c:ptCount val="2"/>
                <c:pt idx="0">
                  <c:v>14.58333333</c:v>
                </c:pt>
                <c:pt idx="1">
                  <c:v>14.58333333</c:v>
                </c:pt>
              </c:numCache>
            </c:numRef>
          </c:xVal>
          <c:yVal>
            <c:numRef>
              <c:f>'Chart Data'!$P$2:$P$3</c:f>
              <c:numCache>
                <c:formatCode>0</c:formatCode>
                <c:ptCount val="2"/>
                <c:pt idx="0">
                  <c:v>60</c:v>
                </c:pt>
                <c:pt idx="1">
                  <c:v>72.70833333</c:v>
                </c:pt>
              </c:numCache>
            </c:numRef>
          </c:yVal>
          <c:smooth val="0"/>
        </c:ser>
        <c:ser>
          <c:idx val="8"/>
          <c:order val="8"/>
          <c:tx>
            <c:v>CS hatch</c:v>
          </c:tx>
          <c:spPr>
            <a:ln xmlns:a="http://schemas.openxmlformats.org/drawingml/2006/main" w="11430">
              <a:solidFill>
                <a:srgbClr val="85B8D6"/>
              </a:solidFill>
            </a:ln>
          </c:spPr>
          <c:marker>
            <c:symbol val="none"/>
          </c:marker>
          <c:xVal>
            <c:numRef>
              <c:f>'Chart Data'!$Q$2:$Q$3</c:f>
              <c:numCache>
                <c:formatCode>General</c:formatCode>
                <c:ptCount val="2"/>
                <c:pt idx="0">
                  <c:v>16.66666667</c:v>
                </c:pt>
                <c:pt idx="1">
                  <c:v>16.66666667</c:v>
                </c:pt>
              </c:numCache>
            </c:numRef>
          </c:xVal>
          <c:yVal>
            <c:numRef>
              <c:f>'Chart Data'!$R$2:$R$3</c:f>
              <c:numCache>
                <c:formatCode>0</c:formatCode>
                <c:ptCount val="2"/>
                <c:pt idx="0">
                  <c:v>60</c:v>
                </c:pt>
                <c:pt idx="1">
                  <c:v>71.66666667</c:v>
                </c:pt>
              </c:numCache>
            </c:numRef>
          </c:yVal>
          <c:smooth val="0"/>
        </c:ser>
        <c:ser>
          <c:idx val="9"/>
          <c:order val="9"/>
          <c:tx>
            <c:v>CS hatch</c:v>
          </c:tx>
          <c:spPr>
            <a:ln xmlns:a="http://schemas.openxmlformats.org/drawingml/2006/main" w="11430">
              <a:solidFill>
                <a:srgbClr val="85B8D6"/>
              </a:solidFill>
            </a:ln>
          </c:spPr>
          <c:marker>
            <c:symbol val="none"/>
          </c:marker>
          <c:xVal>
            <c:numRef>
              <c:f>'Chart Data'!$S$2:$S$3</c:f>
              <c:numCache>
                <c:formatCode>General</c:formatCode>
                <c:ptCount val="2"/>
                <c:pt idx="0">
                  <c:v>18.75</c:v>
                </c:pt>
                <c:pt idx="1">
                  <c:v>18.75</c:v>
                </c:pt>
              </c:numCache>
            </c:numRef>
          </c:xVal>
          <c:yVal>
            <c:numRef>
              <c:f>'Chart Data'!$T$2:$T$3</c:f>
              <c:numCache>
                <c:formatCode>0</c:formatCode>
                <c:ptCount val="2"/>
                <c:pt idx="0">
                  <c:v>60</c:v>
                </c:pt>
                <c:pt idx="1">
                  <c:v>70.625</c:v>
                </c:pt>
              </c:numCache>
            </c:numRef>
          </c:yVal>
          <c:smooth val="0"/>
        </c:ser>
        <c:ser>
          <c:idx val="10"/>
          <c:order val="10"/>
          <c:tx>
            <c:v>CS hatch</c:v>
          </c:tx>
          <c:spPr>
            <a:ln xmlns:a="http://schemas.openxmlformats.org/drawingml/2006/main" w="11430">
              <a:solidFill>
                <a:srgbClr val="85B8D6"/>
              </a:solidFill>
            </a:ln>
          </c:spPr>
          <c:marker>
            <c:symbol val="none"/>
          </c:marker>
          <c:xVal>
            <c:numRef>
              <c:f>'Chart Data'!$U$2:$U$3</c:f>
              <c:numCache>
                <c:formatCode>General</c:formatCode>
                <c:ptCount val="2"/>
                <c:pt idx="0">
                  <c:v>20.83333333</c:v>
                </c:pt>
                <c:pt idx="1">
                  <c:v>20.83333333</c:v>
                </c:pt>
              </c:numCache>
            </c:numRef>
          </c:xVal>
          <c:yVal>
            <c:numRef>
              <c:f>'Chart Data'!$V$2:$V$3</c:f>
              <c:numCache>
                <c:formatCode>0</c:formatCode>
                <c:ptCount val="2"/>
                <c:pt idx="0">
                  <c:v>60</c:v>
                </c:pt>
                <c:pt idx="1">
                  <c:v>69.58333333</c:v>
                </c:pt>
              </c:numCache>
            </c:numRef>
          </c:yVal>
          <c:smooth val="0"/>
        </c:ser>
        <c:ser>
          <c:idx val="11"/>
          <c:order val="11"/>
          <c:tx>
            <c:v>CS hatch</c:v>
          </c:tx>
          <c:spPr>
            <a:ln xmlns:a="http://schemas.openxmlformats.org/drawingml/2006/main" w="11430">
              <a:solidFill>
                <a:srgbClr val="85B8D6"/>
              </a:solidFill>
            </a:ln>
          </c:spPr>
          <c:marker>
            <c:symbol val="none"/>
          </c:marker>
          <c:xVal>
            <c:numRef>
              <c:f>'Chart Data'!$W$2:$W$3</c:f>
              <c:numCache>
                <c:formatCode>General</c:formatCode>
                <c:ptCount val="2"/>
                <c:pt idx="0">
                  <c:v>22.91666667</c:v>
                </c:pt>
                <c:pt idx="1">
                  <c:v>22.91666667</c:v>
                </c:pt>
              </c:numCache>
            </c:numRef>
          </c:xVal>
          <c:yVal>
            <c:numRef>
              <c:f>'Chart Data'!$X$2:$X$3</c:f>
              <c:numCache>
                <c:formatCode>0</c:formatCode>
                <c:ptCount val="2"/>
                <c:pt idx="0">
                  <c:v>60</c:v>
                </c:pt>
                <c:pt idx="1">
                  <c:v>68.54166667</c:v>
                </c:pt>
              </c:numCache>
            </c:numRef>
          </c:yVal>
          <c:smooth val="0"/>
        </c:ser>
        <c:ser>
          <c:idx val="12"/>
          <c:order val="12"/>
          <c:tx>
            <c:v>CS hatch</c:v>
          </c:tx>
          <c:spPr>
            <a:ln xmlns:a="http://schemas.openxmlformats.org/drawingml/2006/main" w="11430">
              <a:solidFill>
                <a:srgbClr val="85B8D6"/>
              </a:solidFill>
            </a:ln>
          </c:spPr>
          <c:marker>
            <c:symbol val="none"/>
          </c:marker>
          <c:xVal>
            <c:numRef>
              <c:f>'Chart Data'!$Y$2:$Y$3</c:f>
              <c:numCache>
                <c:formatCode>General</c:formatCode>
                <c:ptCount val="2"/>
                <c:pt idx="0">
                  <c:v>25</c:v>
                </c:pt>
                <c:pt idx="1">
                  <c:v>25</c:v>
                </c:pt>
              </c:numCache>
            </c:numRef>
          </c:xVal>
          <c:yVal>
            <c:numRef>
              <c:f>'Chart Data'!$Z$2:$Z$3</c:f>
              <c:numCache>
                <c:formatCode>0</c:formatCode>
                <c:ptCount val="2"/>
                <c:pt idx="0">
                  <c:v>60</c:v>
                </c:pt>
                <c:pt idx="1">
                  <c:v>67.5</c:v>
                </c:pt>
              </c:numCache>
            </c:numRef>
          </c:yVal>
          <c:smooth val="0"/>
        </c:ser>
        <c:ser>
          <c:idx val="13"/>
          <c:order val="13"/>
          <c:tx>
            <c:v>CS hatch</c:v>
          </c:tx>
          <c:spPr>
            <a:ln xmlns:a="http://schemas.openxmlformats.org/drawingml/2006/main" w="11430">
              <a:solidFill>
                <a:srgbClr val="85B8D6"/>
              </a:solidFill>
            </a:ln>
          </c:spPr>
          <c:marker>
            <c:symbol val="none"/>
          </c:marker>
          <c:xVal>
            <c:numRef>
              <c:f>'Chart Data'!$AA$2:$AA$3</c:f>
              <c:numCache>
                <c:formatCode>General</c:formatCode>
                <c:ptCount val="2"/>
                <c:pt idx="0">
                  <c:v>27.08333333</c:v>
                </c:pt>
                <c:pt idx="1">
                  <c:v>27.08333333</c:v>
                </c:pt>
              </c:numCache>
            </c:numRef>
          </c:xVal>
          <c:yVal>
            <c:numRef>
              <c:f>'Chart Data'!$AB$2:$AB$3</c:f>
              <c:numCache>
                <c:formatCode>0</c:formatCode>
                <c:ptCount val="2"/>
                <c:pt idx="0">
                  <c:v>60</c:v>
                </c:pt>
                <c:pt idx="1">
                  <c:v>66.45833333</c:v>
                </c:pt>
              </c:numCache>
            </c:numRef>
          </c:yVal>
          <c:smooth val="0"/>
        </c:ser>
        <c:ser>
          <c:idx val="14"/>
          <c:order val="14"/>
          <c:tx>
            <c:v>CS hatch</c:v>
          </c:tx>
          <c:spPr>
            <a:ln xmlns:a="http://schemas.openxmlformats.org/drawingml/2006/main" w="11430">
              <a:solidFill>
                <a:srgbClr val="85B8D6"/>
              </a:solidFill>
            </a:ln>
          </c:spPr>
          <c:marker>
            <c:symbol val="none"/>
          </c:marker>
          <c:xVal>
            <c:numRef>
              <c:f>'Chart Data'!$AC$2:$AC$3</c:f>
              <c:numCache>
                <c:formatCode>General</c:formatCode>
                <c:ptCount val="2"/>
                <c:pt idx="0">
                  <c:v>29.16666667</c:v>
                </c:pt>
                <c:pt idx="1">
                  <c:v>29.16666667</c:v>
                </c:pt>
              </c:numCache>
            </c:numRef>
          </c:xVal>
          <c:yVal>
            <c:numRef>
              <c:f>'Chart Data'!$AD$2:$AD$3</c:f>
              <c:numCache>
                <c:formatCode>0</c:formatCode>
                <c:ptCount val="2"/>
                <c:pt idx="0">
                  <c:v>60</c:v>
                </c:pt>
                <c:pt idx="1">
                  <c:v>65.41666667</c:v>
                </c:pt>
              </c:numCache>
            </c:numRef>
          </c:yVal>
          <c:smooth val="0"/>
        </c:ser>
        <c:ser>
          <c:idx val="15"/>
          <c:order val="15"/>
          <c:tx>
            <c:v>CS hatch</c:v>
          </c:tx>
          <c:spPr>
            <a:ln xmlns:a="http://schemas.openxmlformats.org/drawingml/2006/main" w="11430">
              <a:solidFill>
                <a:srgbClr val="85B8D6"/>
              </a:solidFill>
            </a:ln>
          </c:spPr>
          <c:marker>
            <c:symbol val="none"/>
          </c:marker>
          <c:xVal>
            <c:numRef>
              <c:f>'Chart Data'!$AE$2:$AE$3</c:f>
              <c:numCache>
                <c:formatCode>General</c:formatCode>
                <c:ptCount val="2"/>
                <c:pt idx="0">
                  <c:v>31.25</c:v>
                </c:pt>
                <c:pt idx="1">
                  <c:v>31.25</c:v>
                </c:pt>
              </c:numCache>
            </c:numRef>
          </c:xVal>
          <c:yVal>
            <c:numRef>
              <c:f>'Chart Data'!$AF$2:$AF$3</c:f>
              <c:numCache>
                <c:formatCode>0</c:formatCode>
                <c:ptCount val="2"/>
                <c:pt idx="0">
                  <c:v>60</c:v>
                </c:pt>
                <c:pt idx="1">
                  <c:v>64.375</c:v>
                </c:pt>
              </c:numCache>
            </c:numRef>
          </c:yVal>
          <c:smooth val="0"/>
        </c:ser>
        <c:ser>
          <c:idx val="16"/>
          <c:order val="16"/>
          <c:tx>
            <c:v>CS hatch</c:v>
          </c:tx>
          <c:spPr>
            <a:ln xmlns:a="http://schemas.openxmlformats.org/drawingml/2006/main" w="11430">
              <a:solidFill>
                <a:srgbClr val="85B8D6"/>
              </a:solidFill>
            </a:ln>
          </c:spPr>
          <c:marker>
            <c:symbol val="none"/>
          </c:marker>
          <c:xVal>
            <c:numRef>
              <c:f>'Chart Data'!$AG$2:$AG$3</c:f>
              <c:numCache>
                <c:formatCode>General</c:formatCode>
                <c:ptCount val="2"/>
                <c:pt idx="0">
                  <c:v>33.33333333</c:v>
                </c:pt>
                <c:pt idx="1">
                  <c:v>33.33333333</c:v>
                </c:pt>
              </c:numCache>
            </c:numRef>
          </c:xVal>
          <c:yVal>
            <c:numRef>
              <c:f>'Chart Data'!$AH$2:$AH$3</c:f>
              <c:numCache>
                <c:formatCode>0</c:formatCode>
                <c:ptCount val="2"/>
                <c:pt idx="0">
                  <c:v>60</c:v>
                </c:pt>
                <c:pt idx="1">
                  <c:v>63.33333333</c:v>
                </c:pt>
              </c:numCache>
            </c:numRef>
          </c:yVal>
          <c:smooth val="0"/>
        </c:ser>
        <c:ser>
          <c:idx val="17"/>
          <c:order val="17"/>
          <c:tx>
            <c:v>CS hatch</c:v>
          </c:tx>
          <c:spPr>
            <a:ln xmlns:a="http://schemas.openxmlformats.org/drawingml/2006/main" w="11430">
              <a:solidFill>
                <a:srgbClr val="85B8D6"/>
              </a:solidFill>
            </a:ln>
          </c:spPr>
          <c:marker>
            <c:symbol val="none"/>
          </c:marker>
          <c:xVal>
            <c:numRef>
              <c:f>'Chart Data'!$AI$2:$AI$3</c:f>
              <c:numCache>
                <c:formatCode>General</c:formatCode>
                <c:ptCount val="2"/>
                <c:pt idx="0">
                  <c:v>35.41666667</c:v>
                </c:pt>
                <c:pt idx="1">
                  <c:v>35.41666667</c:v>
                </c:pt>
              </c:numCache>
            </c:numRef>
          </c:xVal>
          <c:yVal>
            <c:numRef>
              <c:f>'Chart Data'!$AJ$2:$AJ$3</c:f>
              <c:numCache>
                <c:formatCode>0</c:formatCode>
                <c:ptCount val="2"/>
                <c:pt idx="0">
                  <c:v>60</c:v>
                </c:pt>
                <c:pt idx="1">
                  <c:v>62.29166667</c:v>
                </c:pt>
              </c:numCache>
            </c:numRef>
          </c:yVal>
          <c:smooth val="0"/>
        </c:ser>
        <c:ser>
          <c:idx val="18"/>
          <c:order val="18"/>
          <c:tx>
            <c:v>CS hatch</c:v>
          </c:tx>
          <c:spPr>
            <a:ln xmlns:a="http://schemas.openxmlformats.org/drawingml/2006/main" w="11430">
              <a:solidFill>
                <a:srgbClr val="85B8D6"/>
              </a:solidFill>
            </a:ln>
          </c:spPr>
          <c:marker>
            <c:symbol val="none"/>
          </c:marker>
          <c:xVal>
            <c:numRef>
              <c:f>'Chart Data'!$AK$2:$AK$3</c:f>
              <c:numCache>
                <c:formatCode>General</c:formatCode>
                <c:ptCount val="2"/>
                <c:pt idx="0">
                  <c:v>37.5</c:v>
                </c:pt>
                <c:pt idx="1">
                  <c:v>37.5</c:v>
                </c:pt>
              </c:numCache>
            </c:numRef>
          </c:xVal>
          <c:yVal>
            <c:numRef>
              <c:f>'Chart Data'!$AL$2:$AL$3</c:f>
              <c:numCache>
                <c:formatCode>0</c:formatCode>
                <c:ptCount val="2"/>
                <c:pt idx="0">
                  <c:v>60</c:v>
                </c:pt>
                <c:pt idx="1">
                  <c:v>61.25</c:v>
                </c:pt>
              </c:numCache>
            </c:numRef>
          </c:yVal>
          <c:smooth val="0"/>
        </c:ser>
        <c:ser>
          <c:idx val="19"/>
          <c:order val="19"/>
          <c:tx>
            <c:v>CS hatch</c:v>
          </c:tx>
          <c:spPr>
            <a:ln xmlns:a="http://schemas.openxmlformats.org/drawingml/2006/main" w="11430">
              <a:solidFill>
                <a:srgbClr val="85B8D6"/>
              </a:solidFill>
            </a:ln>
          </c:spPr>
          <c:marker>
            <c:symbol val="none"/>
          </c:marker>
          <c:xVal>
            <c:numRef>
              <c:f>'Chart Data'!$AM$2:$AM$3</c:f>
              <c:numCache>
                <c:formatCode>General</c:formatCode>
                <c:ptCount val="2"/>
                <c:pt idx="0">
                  <c:v>39.58333333</c:v>
                </c:pt>
                <c:pt idx="1">
                  <c:v>39.58333333</c:v>
                </c:pt>
              </c:numCache>
            </c:numRef>
          </c:xVal>
          <c:yVal>
            <c:numRef>
              <c:f>'Chart Data'!$AN$2:$AN$3</c:f>
              <c:numCache>
                <c:formatCode>0</c:formatCode>
                <c:ptCount val="2"/>
                <c:pt idx="0">
                  <c:v>60</c:v>
                </c:pt>
                <c:pt idx="1">
                  <c:v>60.20833333</c:v>
                </c:pt>
              </c:numCache>
            </c:numRef>
          </c:yVal>
          <c:smooth val="0"/>
        </c:ser>
        <c:ser>
          <c:idx val="20"/>
          <c:order val="20"/>
          <c:tx>
            <c:v>Qm</c:v>
          </c:tx>
          <c:spPr>
            <a:ln xmlns:a="http://schemas.openxmlformats.org/drawingml/2006/main" w="12383">
              <a:solidFill>
                <a:srgbClr val="445B6B"/>
              </a:solidFill>
            </a:ln>
          </c:spPr>
          <c:marker>
            <c:symbol val="none"/>
          </c:marker>
          <c:xVal>
            <c:numRef>
              <c:f>'Chart Data'!$AO$2:$AO$3</c:f>
              <c:numCache>
                <c:formatCode>General</c:formatCode>
                <c:ptCount val="2"/>
                <c:pt idx="0">
                  <c:v>40</c:v>
                </c:pt>
                <c:pt idx="1">
                  <c:v>40</c:v>
                </c:pt>
              </c:numCache>
            </c:numRef>
          </c:xVal>
          <c:yVal>
            <c:numRef>
              <c:f>'Chart Data'!$AP$2:$AP$3</c:f>
              <c:numCache>
                <c:formatCode>0</c:formatCode>
                <c:ptCount val="2"/>
                <c:pt idx="0">
                  <c:v>0</c:v>
                </c:pt>
                <c:pt idx="1">
                  <c:v>60</c:v>
                </c:pt>
              </c:numCache>
            </c:numRef>
          </c:yVal>
          <c:smooth val="0"/>
        </c:ser>
        <c:ser>
          <c:idx val="21"/>
          <c:order val="21"/>
          <c:tx>
            <c:v>Pm</c:v>
          </c:tx>
          <c:spPr>
            <a:ln xmlns:a="http://schemas.openxmlformats.org/drawingml/2006/main" w="12383">
              <a:solidFill>
                <a:srgbClr val="445B6B"/>
              </a:solidFill>
            </a:ln>
          </c:spPr>
          <c:marker>
            <c:symbol val="none"/>
          </c:marker>
          <c:xVal>
            <c:numRef>
              <c:f>'Chart Data'!$AQ$2:$AQ$3</c:f>
              <c:numCache>
                <c:formatCode>General</c:formatCode>
                <c:ptCount val="2"/>
                <c:pt idx="0">
                  <c:v>0</c:v>
                </c:pt>
                <c:pt idx="1">
                  <c:v>40</c:v>
                </c:pt>
              </c:numCache>
            </c:numRef>
          </c:xVal>
          <c:yVal>
            <c:numRef>
              <c:f>'Chart Data'!$AR$2:$AR$3</c:f>
              <c:numCache>
                <c:formatCode>0</c:formatCode>
                <c:ptCount val="2"/>
                <c:pt idx="0">
                  <c:v>60</c:v>
                </c:pt>
                <c:pt idx="1">
                  <c:v>60</c:v>
                </c:pt>
              </c:numCache>
            </c:numRef>
          </c:yVal>
          <c:smooth val="0"/>
        </c:ser>
        <c:ser>
          <c:idx val="22"/>
          <c:order val="2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Data'!$AS$2:$AS$2</c:f>
              <c:numCache>
                <c:formatCode>General</c:formatCode>
                <c:ptCount val="1"/>
                <c:pt idx="0">
                  <c:v>41.5</c:v>
                </c:pt>
              </c:numCache>
            </c:numRef>
          </c:xVal>
          <c:yVal>
            <c:numRef>
              <c:f>'Chart Data'!$AT$2:$AT$2</c:f>
              <c:numCache>
                <c:formatCode>0</c:formatCode>
                <c:ptCount val="1"/>
                <c:pt idx="0">
                  <c:v>65.2</c:v>
                </c:pt>
              </c:numCache>
            </c:numRef>
          </c:yVal>
          <c:smooth val="0"/>
        </c:ser>
        <c:ser>
          <c:idx val="23"/>
          <c:order val="23"/>
          <c:tx>
            <c:v>Qe</c:v>
          </c:tx>
          <c:spPr>
            <a:ln xmlns:a="http://schemas.openxmlformats.org/drawingml/2006/main" w="12383">
              <a:solidFill>
                <a:srgbClr val="445B6B"/>
              </a:solidFill>
            </a:ln>
          </c:spPr>
          <c:marker>
            <c:symbol val="none"/>
          </c:marker>
          <c:xVal>
            <c:numRef>
              <c:f>'Chart Data'!$AU$2:$AU$3</c:f>
              <c:numCache>
                <c:formatCode>General</c:formatCode>
                <c:ptCount val="2"/>
                <c:pt idx="0">
                  <c:v>60</c:v>
                </c:pt>
                <c:pt idx="1">
                  <c:v>60</c:v>
                </c:pt>
              </c:numCache>
            </c:numRef>
          </c:xVal>
          <c:yVal>
            <c:numRef>
              <c:f>'Chart Data'!$AV$2:$AV$3</c:f>
              <c:numCache>
                <c:formatCode>0</c:formatCode>
                <c:ptCount val="2"/>
                <c:pt idx="0">
                  <c:v>0</c:v>
                </c:pt>
                <c:pt idx="1">
                  <c:v>50</c:v>
                </c:pt>
              </c:numCache>
            </c:numRef>
          </c:yVal>
          <c:smooth val="0"/>
        </c:ser>
        <c:ser>
          <c:idx val="24"/>
          <c:order val="24"/>
          <c:tx>
            <c:v>Pe</c:v>
          </c:tx>
          <c:spPr>
            <a:ln xmlns:a="http://schemas.openxmlformats.org/drawingml/2006/main" w="12383">
              <a:solidFill>
                <a:srgbClr val="445B6B"/>
              </a:solidFill>
            </a:ln>
          </c:spPr>
          <c:marker>
            <c:symbol val="none"/>
          </c:marker>
          <c:xVal>
            <c:numRef>
              <c:f>'Chart Data'!$AW$2:$AW$3</c:f>
              <c:numCache>
                <c:formatCode>General</c:formatCode>
                <c:ptCount val="2"/>
                <c:pt idx="0">
                  <c:v>0</c:v>
                </c:pt>
                <c:pt idx="1">
                  <c:v>60</c:v>
                </c:pt>
              </c:numCache>
            </c:numRef>
          </c:xVal>
          <c:yVal>
            <c:numRef>
              <c:f>'Chart Data'!$AX$2:$AX$3</c:f>
              <c:numCache>
                <c:formatCode>0</c:formatCode>
                <c:ptCount val="2"/>
                <c:pt idx="0">
                  <c:v>50</c:v>
                </c:pt>
                <c:pt idx="1">
                  <c:v>50</c:v>
                </c:pt>
              </c:numCache>
            </c:numRef>
          </c:yVal>
          <c:smooth val="0"/>
        </c:ser>
        <c:ser>
          <c:idx val="25"/>
          <c:order val="25"/>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63.5</c:v>
                </c:pt>
              </c:numCache>
            </c:numRef>
          </c:xVal>
          <c:yVal>
            <c:numRef>
              <c:f>'Chart Data'!$AZ$2:$AZ$2</c:f>
              <c:numCache>
                <c:formatCode>0</c:formatCode>
                <c:ptCount val="1"/>
                <c:pt idx="0">
                  <c:v>59.6</c:v>
                </c:pt>
              </c:numCache>
            </c:numRef>
          </c:yVal>
          <c:smooth val="0"/>
        </c:ser>
        <c:ser>
          <c:idx val="26"/>
          <c:order val="26"/>
          <c:tx>
            <c:v>Vraag = GO</c:v>
          </c:tx>
          <c:spPr>
            <a:ln xmlns:a="http://schemas.openxmlformats.org/drawingml/2006/main" w="38100">
              <a:solidFill>
                <a:srgbClr val="17658A"/>
              </a:solidFill>
            </a:ln>
          </c:spPr>
          <c:marker>
            <c:symbol val="none"/>
          </c:marker>
          <c:xVal>
            <c:numRef>
              <c:f>'Chart Data'!$BA$2:$BA$3</c:f>
              <c:numCache>
                <c:formatCode>General</c:formatCode>
                <c:ptCount val="2"/>
                <c:pt idx="0">
                  <c:v>0</c:v>
                </c:pt>
                <c:pt idx="1">
                  <c:v>100</c:v>
                </c:pt>
              </c:numCache>
            </c:numRef>
          </c:xVal>
          <c:yVal>
            <c:numRef>
              <c:f>'Chart Data'!$BB$2:$BB$3</c:f>
              <c:numCache>
                <c:formatCode>0</c:formatCode>
                <c:ptCount val="2"/>
                <c:pt idx="0">
                  <c:v>80</c:v>
                </c:pt>
                <c:pt idx="1">
                  <c:v>30</c:v>
                </c:pt>
              </c:numCache>
            </c:numRef>
          </c:yVal>
          <c:smooth val="0"/>
        </c:ser>
        <c:ser>
          <c:idx val="27"/>
          <c:order val="27"/>
          <c:tx>
            <c:v>MK</c:v>
          </c:tx>
          <c:spPr>
            <a:ln xmlns:a="http://schemas.openxmlformats.org/drawingml/2006/main" w="38100">
              <a:solidFill>
                <a:srgbClr val="A94D16"/>
              </a:solidFill>
            </a:ln>
          </c:spPr>
          <c:marker>
            <c:symbol val="none"/>
          </c:marker>
          <c:xVal>
            <c:numRef>
              <c:f>'Chart Data'!$BC$2:$BC$3</c:f>
              <c:numCache>
                <c:formatCode>General</c:formatCode>
                <c:ptCount val="2"/>
                <c:pt idx="0">
                  <c:v>0</c:v>
                </c:pt>
                <c:pt idx="1">
                  <c:v>100</c:v>
                </c:pt>
              </c:numCache>
            </c:numRef>
          </c:xVal>
          <c:yVal>
            <c:numRef>
              <c:f>'Chart Data'!$BD$2:$BD$3</c:f>
              <c:numCache>
                <c:formatCode>0</c:formatCode>
                <c:ptCount val="2"/>
                <c:pt idx="0">
                  <c:v>20</c:v>
                </c:pt>
                <c:pt idx="1">
                  <c:v>70</c:v>
                </c:pt>
              </c:numCache>
            </c:numRef>
          </c:yVal>
          <c:smooth val="0"/>
        </c:ser>
        <c:ser>
          <c:idx val="28"/>
          <c:order val="28"/>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78</c:v>
                </c:pt>
              </c:numCache>
            </c:numRef>
          </c:xVal>
          <c:yVal>
            <c:numRef>
              <c:f>'Chart Data'!$BF$2:$BF$2</c:f>
              <c:numCache>
                <c:formatCode>0</c:formatCode>
                <c:ptCount val="1"/>
                <c:pt idx="0">
                  <c:v>26.6</c:v>
                </c:pt>
              </c:numCache>
            </c:numRef>
          </c:yVal>
          <c:smooth val="0"/>
        </c:ser>
        <c:ser>
          <c:idx val="29"/>
          <c:order val="29"/>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Data'!$BG$2:$BG$2</c:f>
              <c:numCache>
                <c:formatCode>General</c:formatCode>
                <c:ptCount val="1"/>
                <c:pt idx="0">
                  <c:v>89</c:v>
                </c:pt>
              </c:numCache>
            </c:numRef>
          </c:xVal>
          <c:yVal>
            <c:numRef>
              <c:f>'Chart Data'!$BH$2:$BH$2</c:f>
              <c:numCache>
                <c:formatCode>0</c:formatCode>
                <c:ptCount val="1"/>
                <c:pt idx="0">
                  <c:v>70.5</c:v>
                </c:pt>
              </c:numCache>
            </c:numRef>
          </c:yVal>
          <c:smooth val="0"/>
        </c:ser>
        <c:ser>
          <c:idx val="30"/>
          <c:order val="30"/>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Data'!$BI$2:$BI$2</c:f>
              <c:numCache>
                <c:formatCode>General</c:formatCode>
                <c:ptCount val="1"/>
                <c:pt idx="0">
                  <c:v>40</c:v>
                </c:pt>
              </c:numCache>
            </c:numRef>
          </c:xVal>
          <c:yVal>
            <c:numRef>
              <c:f>'Chart Data'!$BJ$2:$BJ$2</c:f>
              <c:numCache>
                <c:formatCode>0</c:formatCode>
                <c:ptCount val="1"/>
                <c:pt idx="0">
                  <c:v>60</c:v>
                </c:pt>
              </c:numCache>
            </c:numRef>
          </c:yVal>
          <c:smooth val="0"/>
        </c:ser>
        <c:ser>
          <c:idx val="31"/>
          <c:order val="31"/>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Data'!$BK$2:$BK$2</c:f>
              <c:numCache>
                <c:formatCode>General</c:formatCode>
                <c:ptCount val="1"/>
                <c:pt idx="0">
                  <c:v>60</c:v>
                </c:pt>
              </c:numCache>
            </c:numRef>
          </c:xVal>
          <c:yVal>
            <c:numRef>
              <c:f>'Chart Data'!$BL$2:$BL$2</c:f>
              <c:numCache>
                <c:formatCode>0</c:formatCode>
                <c:ptCount val="1"/>
                <c:pt idx="0">
                  <c:v>50</c:v>
                </c:pt>
              </c:numCache>
            </c:numRef>
          </c:yVal>
          <c:smooth val="0"/>
        </c:ser>
        <c:ser>
          <c:idx val="32"/>
          <c:order val="32"/>
          <c:tx>
            <c:v>CS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Data'!$BM$2:$BM$2</c:f>
              <c:numCache>
                <c:formatCode>General</c:formatCode>
                <c:ptCount val="1"/>
                <c:pt idx="0">
                  <c:v>12</c:v>
                </c:pt>
              </c:numCache>
            </c:numRef>
          </c:xVal>
          <c:yVal>
            <c:numRef>
              <c:f>'Chart Data'!$BN$2:$BN$2</c:f>
              <c:numCache>
                <c:formatCode>0</c:formatCode>
                <c:ptCount val="1"/>
                <c:pt idx="0">
                  <c:v>65.2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plotArea>
      <c:scatterChart>
        <c:scatterStyle val="line"/>
        <c:ser>
          <c:idx val="0"/>
          <c:order val="0"/>
          <c:tx>
            <c:v>PS boundary</c:v>
          </c:tx>
          <c:spPr>
            <a:ln xmlns:a="http://schemas.openxmlformats.org/drawingml/2006/main" w="21908">
              <a:solidFill>
                <a:srgbClr val="68B39A"/>
              </a:solidFill>
            </a:ln>
          </c:spPr>
          <c:marker>
            <c:symbol val="none"/>
          </c:marker>
          <c:xVal>
            <c:numRef>
              <c:f>'Chart Data'!$A$2:$A$6</c:f>
              <c:numCache>
                <c:formatCode>General</c:formatCode>
                <c:ptCount val="5"/>
                <c:pt idx="0">
                  <c:v>0</c:v>
                </c:pt>
                <c:pt idx="1">
                  <c:v>40</c:v>
                </c:pt>
                <c:pt idx="2">
                  <c:v>40</c:v>
                </c:pt>
                <c:pt idx="3">
                  <c:v>0</c:v>
                </c:pt>
                <c:pt idx="4">
                  <c:v>0</c:v>
                </c:pt>
              </c:numCache>
            </c:numRef>
          </c:xVal>
          <c:yVal>
            <c:numRef>
              <c:f>'Chart Data'!$B$2:$B$6</c:f>
              <c:numCache>
                <c:formatCode>0</c:formatCode>
                <c:ptCount val="5"/>
                <c:pt idx="0">
                  <c:v>20</c:v>
                </c:pt>
                <c:pt idx="1">
                  <c:v>40</c:v>
                </c:pt>
                <c:pt idx="2">
                  <c:v>60</c:v>
                </c:pt>
                <c:pt idx="3">
                  <c:v>60</c:v>
                </c:pt>
                <c:pt idx="4">
                  <c:v>20</c:v>
                </c:pt>
              </c:numCache>
            </c:numRef>
          </c:yVal>
          <c:smooth val="0"/>
        </c:ser>
        <c:ser>
          <c:idx val="1"/>
          <c:order val="1"/>
          <c:tx>
            <c:v>PS hatch</c:v>
          </c:tx>
          <c:spPr>
            <a:ln xmlns:a="http://schemas.openxmlformats.org/drawingml/2006/main" w="11430">
              <a:solidFill>
                <a:srgbClr val="68B39A"/>
              </a:solidFill>
            </a:ln>
          </c:spPr>
          <c:marker>
            <c:symbol val="none"/>
          </c:marker>
          <c:xVal>
            <c:numRef>
              <c:f>'Chart Data'!$C$2:$C$3</c:f>
              <c:numCache>
                <c:formatCode>General</c:formatCode>
                <c:ptCount val="2"/>
                <c:pt idx="0">
                  <c:v>2.08333333</c:v>
                </c:pt>
                <c:pt idx="1">
                  <c:v>2.08333333</c:v>
                </c:pt>
              </c:numCache>
            </c:numRef>
          </c:xVal>
          <c:yVal>
            <c:numRef>
              <c:f>'Chart Data'!$D$2:$D$3</c:f>
              <c:numCache>
                <c:formatCode>0</c:formatCode>
                <c:ptCount val="2"/>
                <c:pt idx="0">
                  <c:v>21.04166667</c:v>
                </c:pt>
                <c:pt idx="1">
                  <c:v>60</c:v>
                </c:pt>
              </c:numCache>
            </c:numRef>
          </c:yVal>
          <c:smooth val="0"/>
        </c:ser>
        <c:ser>
          <c:idx val="2"/>
          <c:order val="2"/>
          <c:tx>
            <c:v>PS hatch</c:v>
          </c:tx>
          <c:spPr>
            <a:ln xmlns:a="http://schemas.openxmlformats.org/drawingml/2006/main" w="11430">
              <a:solidFill>
                <a:srgbClr val="68B39A"/>
              </a:solidFill>
            </a:ln>
          </c:spPr>
          <c:marker>
            <c:symbol val="none"/>
          </c:marker>
          <c:xVal>
            <c:numRef>
              <c:f>'Chart Data'!$E$2:$E$3</c:f>
              <c:numCache>
                <c:formatCode>General</c:formatCode>
                <c:ptCount val="2"/>
                <c:pt idx="0">
                  <c:v>4.16666667</c:v>
                </c:pt>
                <c:pt idx="1">
                  <c:v>4.16666667</c:v>
                </c:pt>
              </c:numCache>
            </c:numRef>
          </c:xVal>
          <c:yVal>
            <c:numRef>
              <c:f>'Chart Data'!$F$2:$F$3</c:f>
              <c:numCache>
                <c:formatCode>0</c:formatCode>
                <c:ptCount val="2"/>
                <c:pt idx="0">
                  <c:v>22.08333333</c:v>
                </c:pt>
                <c:pt idx="1">
                  <c:v>60</c:v>
                </c:pt>
              </c:numCache>
            </c:numRef>
          </c:yVal>
          <c:smooth val="0"/>
        </c:ser>
        <c:ser>
          <c:idx val="3"/>
          <c:order val="3"/>
          <c:tx>
            <c:v>PS hatch</c:v>
          </c:tx>
          <c:spPr>
            <a:ln xmlns:a="http://schemas.openxmlformats.org/drawingml/2006/main" w="11430">
              <a:solidFill>
                <a:srgbClr val="68B39A"/>
              </a:solidFill>
            </a:ln>
          </c:spPr>
          <c:marker>
            <c:symbol val="none"/>
          </c:marker>
          <c:xVal>
            <c:numRef>
              <c:f>'Chart Data'!$G$2:$G$3</c:f>
              <c:numCache>
                <c:formatCode>General</c:formatCode>
                <c:ptCount val="2"/>
                <c:pt idx="0">
                  <c:v>6.25</c:v>
                </c:pt>
                <c:pt idx="1">
                  <c:v>6.25</c:v>
                </c:pt>
              </c:numCache>
            </c:numRef>
          </c:xVal>
          <c:yVal>
            <c:numRef>
              <c:f>'Chart Data'!$H$2:$H$3</c:f>
              <c:numCache>
                <c:formatCode>0</c:formatCode>
                <c:ptCount val="2"/>
                <c:pt idx="0">
                  <c:v>23.125</c:v>
                </c:pt>
                <c:pt idx="1">
                  <c:v>60</c:v>
                </c:pt>
              </c:numCache>
            </c:numRef>
          </c:yVal>
          <c:smooth val="0"/>
        </c:ser>
        <c:ser>
          <c:idx val="4"/>
          <c:order val="4"/>
          <c:tx>
            <c:v>PS hatch</c:v>
          </c:tx>
          <c:spPr>
            <a:ln xmlns:a="http://schemas.openxmlformats.org/drawingml/2006/main" w="11430">
              <a:solidFill>
                <a:srgbClr val="68B39A"/>
              </a:solidFill>
            </a:ln>
          </c:spPr>
          <c:marker>
            <c:symbol val="none"/>
          </c:marker>
          <c:xVal>
            <c:numRef>
              <c:f>'Chart Data'!$I$2:$I$3</c:f>
              <c:numCache>
                <c:formatCode>General</c:formatCode>
                <c:ptCount val="2"/>
                <c:pt idx="0">
                  <c:v>8.33333333</c:v>
                </c:pt>
                <c:pt idx="1">
                  <c:v>8.33333333</c:v>
                </c:pt>
              </c:numCache>
            </c:numRef>
          </c:xVal>
          <c:yVal>
            <c:numRef>
              <c:f>'Chart Data'!$J$2:$J$3</c:f>
              <c:numCache>
                <c:formatCode>0</c:formatCode>
                <c:ptCount val="2"/>
                <c:pt idx="0">
                  <c:v>24.16666667</c:v>
                </c:pt>
                <c:pt idx="1">
                  <c:v>60</c:v>
                </c:pt>
              </c:numCache>
            </c:numRef>
          </c:yVal>
          <c:smooth val="0"/>
        </c:ser>
        <c:ser>
          <c:idx val="5"/>
          <c:order val="5"/>
          <c:tx>
            <c:v>PS hatch</c:v>
          </c:tx>
          <c:spPr>
            <a:ln xmlns:a="http://schemas.openxmlformats.org/drawingml/2006/main" w="11430">
              <a:solidFill>
                <a:srgbClr val="68B39A"/>
              </a:solidFill>
            </a:ln>
          </c:spPr>
          <c:marker>
            <c:symbol val="none"/>
          </c:marker>
          <c:xVal>
            <c:numRef>
              <c:f>'Chart Data'!$K$2:$K$3</c:f>
              <c:numCache>
                <c:formatCode>General</c:formatCode>
                <c:ptCount val="2"/>
                <c:pt idx="0">
                  <c:v>10.41666667</c:v>
                </c:pt>
                <c:pt idx="1">
                  <c:v>10.41666667</c:v>
                </c:pt>
              </c:numCache>
            </c:numRef>
          </c:xVal>
          <c:yVal>
            <c:numRef>
              <c:f>'Chart Data'!$L$2:$L$3</c:f>
              <c:numCache>
                <c:formatCode>0</c:formatCode>
                <c:ptCount val="2"/>
                <c:pt idx="0">
                  <c:v>25.20833333</c:v>
                </c:pt>
                <c:pt idx="1">
                  <c:v>60</c:v>
                </c:pt>
              </c:numCache>
            </c:numRef>
          </c:yVal>
          <c:smooth val="0"/>
        </c:ser>
        <c:ser>
          <c:idx val="6"/>
          <c:order val="6"/>
          <c:tx>
            <c:v>PS hatch</c:v>
          </c:tx>
          <c:spPr>
            <a:ln xmlns:a="http://schemas.openxmlformats.org/drawingml/2006/main" w="11430">
              <a:solidFill>
                <a:srgbClr val="68B39A"/>
              </a:solidFill>
            </a:ln>
          </c:spPr>
          <c:marker>
            <c:symbol val="none"/>
          </c:marker>
          <c:xVal>
            <c:numRef>
              <c:f>'Chart Data'!$M$2:$M$3</c:f>
              <c:numCache>
                <c:formatCode>General</c:formatCode>
                <c:ptCount val="2"/>
                <c:pt idx="0">
                  <c:v>12.5</c:v>
                </c:pt>
                <c:pt idx="1">
                  <c:v>12.5</c:v>
                </c:pt>
              </c:numCache>
            </c:numRef>
          </c:xVal>
          <c:yVal>
            <c:numRef>
              <c:f>'Chart Data'!$N$2:$N$3</c:f>
              <c:numCache>
                <c:formatCode>0</c:formatCode>
                <c:ptCount val="2"/>
                <c:pt idx="0">
                  <c:v>26.25</c:v>
                </c:pt>
                <c:pt idx="1">
                  <c:v>60</c:v>
                </c:pt>
              </c:numCache>
            </c:numRef>
          </c:yVal>
          <c:smooth val="0"/>
        </c:ser>
        <c:ser>
          <c:idx val="7"/>
          <c:order val="7"/>
          <c:tx>
            <c:v>PS hatch</c:v>
          </c:tx>
          <c:spPr>
            <a:ln xmlns:a="http://schemas.openxmlformats.org/drawingml/2006/main" w="11430">
              <a:solidFill>
                <a:srgbClr val="68B39A"/>
              </a:solidFill>
            </a:ln>
          </c:spPr>
          <c:marker>
            <c:symbol val="none"/>
          </c:marker>
          <c:xVal>
            <c:numRef>
              <c:f>'Chart Data'!$O$2:$O$3</c:f>
              <c:numCache>
                <c:formatCode>General</c:formatCode>
                <c:ptCount val="2"/>
                <c:pt idx="0">
                  <c:v>14.58333333</c:v>
                </c:pt>
                <c:pt idx="1">
                  <c:v>14.58333333</c:v>
                </c:pt>
              </c:numCache>
            </c:numRef>
          </c:xVal>
          <c:yVal>
            <c:numRef>
              <c:f>'Chart Data'!$P$2:$P$3</c:f>
              <c:numCache>
                <c:formatCode>0</c:formatCode>
                <c:ptCount val="2"/>
                <c:pt idx="0">
                  <c:v>27.29166667</c:v>
                </c:pt>
                <c:pt idx="1">
                  <c:v>60</c:v>
                </c:pt>
              </c:numCache>
            </c:numRef>
          </c:yVal>
          <c:smooth val="0"/>
        </c:ser>
        <c:ser>
          <c:idx val="8"/>
          <c:order val="8"/>
          <c:tx>
            <c:v>PS hatch</c:v>
          </c:tx>
          <c:spPr>
            <a:ln xmlns:a="http://schemas.openxmlformats.org/drawingml/2006/main" w="11430">
              <a:solidFill>
                <a:srgbClr val="68B39A"/>
              </a:solidFill>
            </a:ln>
          </c:spPr>
          <c:marker>
            <c:symbol val="none"/>
          </c:marker>
          <c:xVal>
            <c:numRef>
              <c:f>'Chart Data'!$Q$2:$Q$3</c:f>
              <c:numCache>
                <c:formatCode>General</c:formatCode>
                <c:ptCount val="2"/>
                <c:pt idx="0">
                  <c:v>16.66666667</c:v>
                </c:pt>
                <c:pt idx="1">
                  <c:v>16.66666667</c:v>
                </c:pt>
              </c:numCache>
            </c:numRef>
          </c:xVal>
          <c:yVal>
            <c:numRef>
              <c:f>'Chart Data'!$R$2:$R$3</c:f>
              <c:numCache>
                <c:formatCode>0</c:formatCode>
                <c:ptCount val="2"/>
                <c:pt idx="0">
                  <c:v>28.33333333</c:v>
                </c:pt>
                <c:pt idx="1">
                  <c:v>60</c:v>
                </c:pt>
              </c:numCache>
            </c:numRef>
          </c:yVal>
          <c:smooth val="0"/>
        </c:ser>
        <c:ser>
          <c:idx val="9"/>
          <c:order val="9"/>
          <c:tx>
            <c:v>PS hatch</c:v>
          </c:tx>
          <c:spPr>
            <a:ln xmlns:a="http://schemas.openxmlformats.org/drawingml/2006/main" w="11430">
              <a:solidFill>
                <a:srgbClr val="68B39A"/>
              </a:solidFill>
            </a:ln>
          </c:spPr>
          <c:marker>
            <c:symbol val="none"/>
          </c:marker>
          <c:xVal>
            <c:numRef>
              <c:f>'Chart Data'!$S$2:$S$3</c:f>
              <c:numCache>
                <c:formatCode>General</c:formatCode>
                <c:ptCount val="2"/>
                <c:pt idx="0">
                  <c:v>18.75</c:v>
                </c:pt>
                <c:pt idx="1">
                  <c:v>18.75</c:v>
                </c:pt>
              </c:numCache>
            </c:numRef>
          </c:xVal>
          <c:yVal>
            <c:numRef>
              <c:f>'Chart Data'!$T$2:$T$3</c:f>
              <c:numCache>
                <c:formatCode>0</c:formatCode>
                <c:ptCount val="2"/>
                <c:pt idx="0">
                  <c:v>29.375</c:v>
                </c:pt>
                <c:pt idx="1">
                  <c:v>60</c:v>
                </c:pt>
              </c:numCache>
            </c:numRef>
          </c:yVal>
          <c:smooth val="0"/>
        </c:ser>
        <c:ser>
          <c:idx val="10"/>
          <c:order val="10"/>
          <c:tx>
            <c:v>PS hatch</c:v>
          </c:tx>
          <c:spPr>
            <a:ln xmlns:a="http://schemas.openxmlformats.org/drawingml/2006/main" w="11430">
              <a:solidFill>
                <a:srgbClr val="68B39A"/>
              </a:solidFill>
            </a:ln>
          </c:spPr>
          <c:marker>
            <c:symbol val="none"/>
          </c:marker>
          <c:xVal>
            <c:numRef>
              <c:f>'Chart Data'!$U$2:$U$3</c:f>
              <c:numCache>
                <c:formatCode>General</c:formatCode>
                <c:ptCount val="2"/>
                <c:pt idx="0">
                  <c:v>20.83333333</c:v>
                </c:pt>
                <c:pt idx="1">
                  <c:v>20.83333333</c:v>
                </c:pt>
              </c:numCache>
            </c:numRef>
          </c:xVal>
          <c:yVal>
            <c:numRef>
              <c:f>'Chart Data'!$V$2:$V$3</c:f>
              <c:numCache>
                <c:formatCode>0</c:formatCode>
                <c:ptCount val="2"/>
                <c:pt idx="0">
                  <c:v>30.41666667</c:v>
                </c:pt>
                <c:pt idx="1">
                  <c:v>60</c:v>
                </c:pt>
              </c:numCache>
            </c:numRef>
          </c:yVal>
          <c:smooth val="0"/>
        </c:ser>
        <c:ser>
          <c:idx val="11"/>
          <c:order val="11"/>
          <c:tx>
            <c:v>PS hatch</c:v>
          </c:tx>
          <c:spPr>
            <a:ln xmlns:a="http://schemas.openxmlformats.org/drawingml/2006/main" w="11430">
              <a:solidFill>
                <a:srgbClr val="68B39A"/>
              </a:solidFill>
            </a:ln>
          </c:spPr>
          <c:marker>
            <c:symbol val="none"/>
          </c:marker>
          <c:xVal>
            <c:numRef>
              <c:f>'Chart Data'!$W$2:$W$3</c:f>
              <c:numCache>
                <c:formatCode>General</c:formatCode>
                <c:ptCount val="2"/>
                <c:pt idx="0">
                  <c:v>22.91666667</c:v>
                </c:pt>
                <c:pt idx="1">
                  <c:v>22.91666667</c:v>
                </c:pt>
              </c:numCache>
            </c:numRef>
          </c:xVal>
          <c:yVal>
            <c:numRef>
              <c:f>'Chart Data'!$X$2:$X$3</c:f>
              <c:numCache>
                <c:formatCode>0</c:formatCode>
                <c:ptCount val="2"/>
                <c:pt idx="0">
                  <c:v>31.45833333</c:v>
                </c:pt>
                <c:pt idx="1">
                  <c:v>60</c:v>
                </c:pt>
              </c:numCache>
            </c:numRef>
          </c:yVal>
          <c:smooth val="0"/>
        </c:ser>
        <c:ser>
          <c:idx val="12"/>
          <c:order val="12"/>
          <c:tx>
            <c:v>PS hatch</c:v>
          </c:tx>
          <c:spPr>
            <a:ln xmlns:a="http://schemas.openxmlformats.org/drawingml/2006/main" w="11430">
              <a:solidFill>
                <a:srgbClr val="68B39A"/>
              </a:solidFill>
            </a:ln>
          </c:spPr>
          <c:marker>
            <c:symbol val="none"/>
          </c:marker>
          <c:xVal>
            <c:numRef>
              <c:f>'Chart Data'!$Y$2:$Y$3</c:f>
              <c:numCache>
                <c:formatCode>General</c:formatCode>
                <c:ptCount val="2"/>
                <c:pt idx="0">
                  <c:v>25</c:v>
                </c:pt>
                <c:pt idx="1">
                  <c:v>25</c:v>
                </c:pt>
              </c:numCache>
            </c:numRef>
          </c:xVal>
          <c:yVal>
            <c:numRef>
              <c:f>'Chart Data'!$Z$2:$Z$3</c:f>
              <c:numCache>
                <c:formatCode>0</c:formatCode>
                <c:ptCount val="2"/>
                <c:pt idx="0">
                  <c:v>32.5</c:v>
                </c:pt>
                <c:pt idx="1">
                  <c:v>60</c:v>
                </c:pt>
              </c:numCache>
            </c:numRef>
          </c:yVal>
          <c:smooth val="0"/>
        </c:ser>
        <c:ser>
          <c:idx val="13"/>
          <c:order val="13"/>
          <c:tx>
            <c:v>PS hatch</c:v>
          </c:tx>
          <c:spPr>
            <a:ln xmlns:a="http://schemas.openxmlformats.org/drawingml/2006/main" w="11430">
              <a:solidFill>
                <a:srgbClr val="68B39A"/>
              </a:solidFill>
            </a:ln>
          </c:spPr>
          <c:marker>
            <c:symbol val="none"/>
          </c:marker>
          <c:xVal>
            <c:numRef>
              <c:f>'Chart Data'!$AA$2:$AA$3</c:f>
              <c:numCache>
                <c:formatCode>General</c:formatCode>
                <c:ptCount val="2"/>
                <c:pt idx="0">
                  <c:v>27.08333333</c:v>
                </c:pt>
                <c:pt idx="1">
                  <c:v>27.08333333</c:v>
                </c:pt>
              </c:numCache>
            </c:numRef>
          </c:xVal>
          <c:yVal>
            <c:numRef>
              <c:f>'Chart Data'!$AB$2:$AB$3</c:f>
              <c:numCache>
                <c:formatCode>0</c:formatCode>
                <c:ptCount val="2"/>
                <c:pt idx="0">
                  <c:v>33.54166667</c:v>
                </c:pt>
                <c:pt idx="1">
                  <c:v>60</c:v>
                </c:pt>
              </c:numCache>
            </c:numRef>
          </c:yVal>
          <c:smooth val="0"/>
        </c:ser>
        <c:ser>
          <c:idx val="14"/>
          <c:order val="14"/>
          <c:tx>
            <c:v>PS hatch</c:v>
          </c:tx>
          <c:spPr>
            <a:ln xmlns:a="http://schemas.openxmlformats.org/drawingml/2006/main" w="11430">
              <a:solidFill>
                <a:srgbClr val="68B39A"/>
              </a:solidFill>
            </a:ln>
          </c:spPr>
          <c:marker>
            <c:symbol val="none"/>
          </c:marker>
          <c:xVal>
            <c:numRef>
              <c:f>'Chart Data'!$AC$2:$AC$3</c:f>
              <c:numCache>
                <c:formatCode>General</c:formatCode>
                <c:ptCount val="2"/>
                <c:pt idx="0">
                  <c:v>29.16666667</c:v>
                </c:pt>
                <c:pt idx="1">
                  <c:v>29.16666667</c:v>
                </c:pt>
              </c:numCache>
            </c:numRef>
          </c:xVal>
          <c:yVal>
            <c:numRef>
              <c:f>'Chart Data'!$AD$2:$AD$3</c:f>
              <c:numCache>
                <c:formatCode>0</c:formatCode>
                <c:ptCount val="2"/>
                <c:pt idx="0">
                  <c:v>34.58333333</c:v>
                </c:pt>
                <c:pt idx="1">
                  <c:v>60</c:v>
                </c:pt>
              </c:numCache>
            </c:numRef>
          </c:yVal>
          <c:smooth val="0"/>
        </c:ser>
        <c:ser>
          <c:idx val="15"/>
          <c:order val="15"/>
          <c:tx>
            <c:v>PS hatch</c:v>
          </c:tx>
          <c:spPr>
            <a:ln xmlns:a="http://schemas.openxmlformats.org/drawingml/2006/main" w="11430">
              <a:solidFill>
                <a:srgbClr val="68B39A"/>
              </a:solidFill>
            </a:ln>
          </c:spPr>
          <c:marker>
            <c:symbol val="none"/>
          </c:marker>
          <c:xVal>
            <c:numRef>
              <c:f>'Chart Data'!$AE$2:$AE$3</c:f>
              <c:numCache>
                <c:formatCode>General</c:formatCode>
                <c:ptCount val="2"/>
                <c:pt idx="0">
                  <c:v>31.25</c:v>
                </c:pt>
                <c:pt idx="1">
                  <c:v>31.25</c:v>
                </c:pt>
              </c:numCache>
            </c:numRef>
          </c:xVal>
          <c:yVal>
            <c:numRef>
              <c:f>'Chart Data'!$AF$2:$AF$3</c:f>
              <c:numCache>
                <c:formatCode>0</c:formatCode>
                <c:ptCount val="2"/>
                <c:pt idx="0">
                  <c:v>35.625</c:v>
                </c:pt>
                <c:pt idx="1">
                  <c:v>60</c:v>
                </c:pt>
              </c:numCache>
            </c:numRef>
          </c:yVal>
          <c:smooth val="0"/>
        </c:ser>
        <c:ser>
          <c:idx val="16"/>
          <c:order val="16"/>
          <c:tx>
            <c:v>PS hatch</c:v>
          </c:tx>
          <c:spPr>
            <a:ln xmlns:a="http://schemas.openxmlformats.org/drawingml/2006/main" w="11430">
              <a:solidFill>
                <a:srgbClr val="68B39A"/>
              </a:solidFill>
            </a:ln>
          </c:spPr>
          <c:marker>
            <c:symbol val="none"/>
          </c:marker>
          <c:xVal>
            <c:numRef>
              <c:f>'Chart Data'!$AG$2:$AG$3</c:f>
              <c:numCache>
                <c:formatCode>General</c:formatCode>
                <c:ptCount val="2"/>
                <c:pt idx="0">
                  <c:v>33.33333333</c:v>
                </c:pt>
                <c:pt idx="1">
                  <c:v>33.33333333</c:v>
                </c:pt>
              </c:numCache>
            </c:numRef>
          </c:xVal>
          <c:yVal>
            <c:numRef>
              <c:f>'Chart Data'!$AH$2:$AH$3</c:f>
              <c:numCache>
                <c:formatCode>0</c:formatCode>
                <c:ptCount val="2"/>
                <c:pt idx="0">
                  <c:v>36.66666667</c:v>
                </c:pt>
                <c:pt idx="1">
                  <c:v>60</c:v>
                </c:pt>
              </c:numCache>
            </c:numRef>
          </c:yVal>
          <c:smooth val="0"/>
        </c:ser>
        <c:ser>
          <c:idx val="17"/>
          <c:order val="17"/>
          <c:tx>
            <c:v>PS hatch</c:v>
          </c:tx>
          <c:spPr>
            <a:ln xmlns:a="http://schemas.openxmlformats.org/drawingml/2006/main" w="11430">
              <a:solidFill>
                <a:srgbClr val="68B39A"/>
              </a:solidFill>
            </a:ln>
          </c:spPr>
          <c:marker>
            <c:symbol val="none"/>
          </c:marker>
          <c:xVal>
            <c:numRef>
              <c:f>'Chart Data'!$AI$2:$AI$3</c:f>
              <c:numCache>
                <c:formatCode>General</c:formatCode>
                <c:ptCount val="2"/>
                <c:pt idx="0">
                  <c:v>35.41666667</c:v>
                </c:pt>
                <c:pt idx="1">
                  <c:v>35.41666667</c:v>
                </c:pt>
              </c:numCache>
            </c:numRef>
          </c:xVal>
          <c:yVal>
            <c:numRef>
              <c:f>'Chart Data'!$AJ$2:$AJ$3</c:f>
              <c:numCache>
                <c:formatCode>0</c:formatCode>
                <c:ptCount val="2"/>
                <c:pt idx="0">
                  <c:v>37.70833333</c:v>
                </c:pt>
                <c:pt idx="1">
                  <c:v>60</c:v>
                </c:pt>
              </c:numCache>
            </c:numRef>
          </c:yVal>
          <c:smooth val="0"/>
        </c:ser>
        <c:ser>
          <c:idx val="18"/>
          <c:order val="18"/>
          <c:tx>
            <c:v>PS hatch</c:v>
          </c:tx>
          <c:spPr>
            <a:ln xmlns:a="http://schemas.openxmlformats.org/drawingml/2006/main" w="11430">
              <a:solidFill>
                <a:srgbClr val="68B39A"/>
              </a:solidFill>
            </a:ln>
          </c:spPr>
          <c:marker>
            <c:symbol val="none"/>
          </c:marker>
          <c:xVal>
            <c:numRef>
              <c:f>'Chart Data'!$AK$2:$AK$3</c:f>
              <c:numCache>
                <c:formatCode>General</c:formatCode>
                <c:ptCount val="2"/>
                <c:pt idx="0">
                  <c:v>37.5</c:v>
                </c:pt>
                <c:pt idx="1">
                  <c:v>37.5</c:v>
                </c:pt>
              </c:numCache>
            </c:numRef>
          </c:xVal>
          <c:yVal>
            <c:numRef>
              <c:f>'Chart Data'!$AL$2:$AL$3</c:f>
              <c:numCache>
                <c:formatCode>0</c:formatCode>
                <c:ptCount val="2"/>
                <c:pt idx="0">
                  <c:v>38.75</c:v>
                </c:pt>
                <c:pt idx="1">
                  <c:v>60</c:v>
                </c:pt>
              </c:numCache>
            </c:numRef>
          </c:yVal>
          <c:smooth val="0"/>
        </c:ser>
        <c:ser>
          <c:idx val="19"/>
          <c:order val="19"/>
          <c:tx>
            <c:v>PS hatch</c:v>
          </c:tx>
          <c:spPr>
            <a:ln xmlns:a="http://schemas.openxmlformats.org/drawingml/2006/main" w="11430">
              <a:solidFill>
                <a:srgbClr val="68B39A"/>
              </a:solidFill>
            </a:ln>
          </c:spPr>
          <c:marker>
            <c:symbol val="none"/>
          </c:marker>
          <c:xVal>
            <c:numRef>
              <c:f>'Chart Data'!$AM$2:$AM$3</c:f>
              <c:numCache>
                <c:formatCode>General</c:formatCode>
                <c:ptCount val="2"/>
                <c:pt idx="0">
                  <c:v>39.58333333</c:v>
                </c:pt>
                <c:pt idx="1">
                  <c:v>39.58333333</c:v>
                </c:pt>
              </c:numCache>
            </c:numRef>
          </c:xVal>
          <c:yVal>
            <c:numRef>
              <c:f>'Chart Data'!$AN$2:$AN$3</c:f>
              <c:numCache>
                <c:formatCode>0</c:formatCode>
                <c:ptCount val="2"/>
                <c:pt idx="0">
                  <c:v>39.79166667</c:v>
                </c:pt>
                <c:pt idx="1">
                  <c:v>60</c:v>
                </c:pt>
              </c:numCache>
            </c:numRef>
          </c:yVal>
          <c:smooth val="0"/>
        </c:ser>
        <c:ser>
          <c:idx val="20"/>
          <c:order val="20"/>
          <c:tx>
            <c:v>Qm</c:v>
          </c:tx>
          <c:spPr>
            <a:ln xmlns:a="http://schemas.openxmlformats.org/drawingml/2006/main" w="12383">
              <a:solidFill>
                <a:srgbClr val="445B6B"/>
              </a:solidFill>
            </a:ln>
          </c:spPr>
          <c:marker>
            <c:symbol val="none"/>
          </c:marker>
          <c:xVal>
            <c:numRef>
              <c:f>'Chart Data'!$AO$2:$AO$3</c:f>
              <c:numCache>
                <c:formatCode>General</c:formatCode>
                <c:ptCount val="2"/>
                <c:pt idx="0">
                  <c:v>40</c:v>
                </c:pt>
                <c:pt idx="1">
                  <c:v>40</c:v>
                </c:pt>
              </c:numCache>
            </c:numRef>
          </c:xVal>
          <c:yVal>
            <c:numRef>
              <c:f>'Chart Data'!$AP$2:$AP$3</c:f>
              <c:numCache>
                <c:formatCode>0</c:formatCode>
                <c:ptCount val="2"/>
                <c:pt idx="0">
                  <c:v>0</c:v>
                </c:pt>
                <c:pt idx="1">
                  <c:v>60</c:v>
                </c:pt>
              </c:numCache>
            </c:numRef>
          </c:yVal>
          <c:smooth val="0"/>
        </c:ser>
        <c:ser>
          <c:idx val="21"/>
          <c:order val="21"/>
          <c:tx>
            <c:v>Pm</c:v>
          </c:tx>
          <c:spPr>
            <a:ln xmlns:a="http://schemas.openxmlformats.org/drawingml/2006/main" w="12383">
              <a:solidFill>
                <a:srgbClr val="445B6B"/>
              </a:solidFill>
            </a:ln>
          </c:spPr>
          <c:marker>
            <c:symbol val="none"/>
          </c:marker>
          <c:xVal>
            <c:numRef>
              <c:f>'Chart Data'!$AQ$2:$AQ$3</c:f>
              <c:numCache>
                <c:formatCode>General</c:formatCode>
                <c:ptCount val="2"/>
                <c:pt idx="0">
                  <c:v>0</c:v>
                </c:pt>
                <c:pt idx="1">
                  <c:v>40</c:v>
                </c:pt>
              </c:numCache>
            </c:numRef>
          </c:xVal>
          <c:yVal>
            <c:numRef>
              <c:f>'Chart Data'!$AR$2:$AR$3</c:f>
              <c:numCache>
                <c:formatCode>0</c:formatCode>
                <c:ptCount val="2"/>
                <c:pt idx="0">
                  <c:v>60</c:v>
                </c:pt>
                <c:pt idx="1">
                  <c:v>60</c:v>
                </c:pt>
              </c:numCache>
            </c:numRef>
          </c:yVal>
          <c:smooth val="0"/>
        </c:ser>
        <c:ser>
          <c:idx val="22"/>
          <c:order val="22"/>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Data'!$AS$2:$AS$2</c:f>
              <c:numCache>
                <c:formatCode>General</c:formatCode>
                <c:ptCount val="1"/>
                <c:pt idx="0">
                  <c:v>41.5</c:v>
                </c:pt>
              </c:numCache>
            </c:numRef>
          </c:xVal>
          <c:yVal>
            <c:numRef>
              <c:f>'Chart Data'!$AT$2:$AT$2</c:f>
              <c:numCache>
                <c:formatCode>0</c:formatCode>
                <c:ptCount val="1"/>
                <c:pt idx="0">
                  <c:v>65.2</c:v>
                </c:pt>
              </c:numCache>
            </c:numRef>
          </c:yVal>
          <c:smooth val="0"/>
        </c:ser>
        <c:ser>
          <c:idx val="23"/>
          <c:order val="23"/>
          <c:tx>
            <c:v>Qe</c:v>
          </c:tx>
          <c:spPr>
            <a:ln xmlns:a="http://schemas.openxmlformats.org/drawingml/2006/main" w="12383">
              <a:solidFill>
                <a:srgbClr val="445B6B"/>
              </a:solidFill>
            </a:ln>
          </c:spPr>
          <c:marker>
            <c:symbol val="none"/>
          </c:marker>
          <c:xVal>
            <c:numRef>
              <c:f>'Chart Data'!$AU$2:$AU$3</c:f>
              <c:numCache>
                <c:formatCode>General</c:formatCode>
                <c:ptCount val="2"/>
                <c:pt idx="0">
                  <c:v>60</c:v>
                </c:pt>
                <c:pt idx="1">
                  <c:v>60</c:v>
                </c:pt>
              </c:numCache>
            </c:numRef>
          </c:xVal>
          <c:yVal>
            <c:numRef>
              <c:f>'Chart Data'!$AV$2:$AV$3</c:f>
              <c:numCache>
                <c:formatCode>0</c:formatCode>
                <c:ptCount val="2"/>
                <c:pt idx="0">
                  <c:v>0</c:v>
                </c:pt>
                <c:pt idx="1">
                  <c:v>50</c:v>
                </c:pt>
              </c:numCache>
            </c:numRef>
          </c:yVal>
          <c:smooth val="0"/>
        </c:ser>
        <c:ser>
          <c:idx val="24"/>
          <c:order val="24"/>
          <c:tx>
            <c:v>Pe</c:v>
          </c:tx>
          <c:spPr>
            <a:ln xmlns:a="http://schemas.openxmlformats.org/drawingml/2006/main" w="12383">
              <a:solidFill>
                <a:srgbClr val="445B6B"/>
              </a:solidFill>
            </a:ln>
          </c:spPr>
          <c:marker>
            <c:symbol val="none"/>
          </c:marker>
          <c:xVal>
            <c:numRef>
              <c:f>'Chart Data'!$AW$2:$AW$3</c:f>
              <c:numCache>
                <c:formatCode>General</c:formatCode>
                <c:ptCount val="2"/>
                <c:pt idx="0">
                  <c:v>0</c:v>
                </c:pt>
                <c:pt idx="1">
                  <c:v>60</c:v>
                </c:pt>
              </c:numCache>
            </c:numRef>
          </c:xVal>
          <c:yVal>
            <c:numRef>
              <c:f>'Chart Data'!$AX$2:$AX$3</c:f>
              <c:numCache>
                <c:formatCode>0</c:formatCode>
                <c:ptCount val="2"/>
                <c:pt idx="0">
                  <c:v>50</c:v>
                </c:pt>
                <c:pt idx="1">
                  <c:v>50</c:v>
                </c:pt>
              </c:numCache>
            </c:numRef>
          </c:yVal>
          <c:smooth val="0"/>
        </c:ser>
        <c:ser>
          <c:idx val="25"/>
          <c:order val="25"/>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63.5</c:v>
                </c:pt>
              </c:numCache>
            </c:numRef>
          </c:xVal>
          <c:yVal>
            <c:numRef>
              <c:f>'Chart Data'!$AZ$2:$AZ$2</c:f>
              <c:numCache>
                <c:formatCode>0</c:formatCode>
                <c:ptCount val="1"/>
                <c:pt idx="0">
                  <c:v>59.6</c:v>
                </c:pt>
              </c:numCache>
            </c:numRef>
          </c:yVal>
          <c:smooth val="0"/>
        </c:ser>
        <c:ser>
          <c:idx val="26"/>
          <c:order val="26"/>
          <c:tx>
            <c:v>PS split</c:v>
          </c:tx>
          <c:spPr>
            <a:ln xmlns:a="http://schemas.openxmlformats.org/drawingml/2006/main" w="12383">
              <a:solidFill>
                <a:srgbClr val="445B6B"/>
              </a:solidFill>
            </a:ln>
          </c:spPr>
          <c:marker>
            <c:symbol val="none"/>
          </c:marker>
          <c:xVal>
            <c:numRef>
              <c:f>'Chart Data'!$BA$2:$BA$3</c:f>
              <c:numCache>
                <c:formatCode>General</c:formatCode>
                <c:ptCount val="2"/>
                <c:pt idx="0">
                  <c:v>0</c:v>
                </c:pt>
                <c:pt idx="1">
                  <c:v>40</c:v>
                </c:pt>
              </c:numCache>
            </c:numRef>
          </c:xVal>
          <c:yVal>
            <c:numRef>
              <c:f>'Chart Data'!$BB$2:$BB$3</c:f>
              <c:numCache>
                <c:formatCode>0</c:formatCode>
                <c:ptCount val="2"/>
                <c:pt idx="0">
                  <c:v>40</c:v>
                </c:pt>
                <c:pt idx="1">
                  <c:v>40</c:v>
                </c:pt>
              </c:numCache>
            </c:numRef>
          </c:yVal>
          <c:smooth val="0"/>
        </c:ser>
        <c:ser>
          <c:idx val="27"/>
          <c:order val="27"/>
          <c:tx>
            <c:v>Vraag = GO</c:v>
          </c:tx>
          <c:spPr>
            <a:ln xmlns:a="http://schemas.openxmlformats.org/drawingml/2006/main" w="38100">
              <a:solidFill>
                <a:srgbClr val="17658A"/>
              </a:solidFill>
            </a:ln>
          </c:spPr>
          <c:marker>
            <c:symbol val="none"/>
          </c:marker>
          <c:xVal>
            <c:numRef>
              <c:f>'Chart Data'!$BC$2:$BC$3</c:f>
              <c:numCache>
                <c:formatCode>General</c:formatCode>
                <c:ptCount val="2"/>
                <c:pt idx="0">
                  <c:v>0</c:v>
                </c:pt>
                <c:pt idx="1">
                  <c:v>100</c:v>
                </c:pt>
              </c:numCache>
            </c:numRef>
          </c:xVal>
          <c:yVal>
            <c:numRef>
              <c:f>'Chart Data'!$BD$2:$BD$3</c:f>
              <c:numCache>
                <c:formatCode>0</c:formatCode>
                <c:ptCount val="2"/>
                <c:pt idx="0">
                  <c:v>80</c:v>
                </c:pt>
                <c:pt idx="1">
                  <c:v>30</c:v>
                </c:pt>
              </c:numCache>
            </c:numRef>
          </c:yVal>
          <c:smooth val="0"/>
        </c:ser>
        <c:ser>
          <c:idx val="28"/>
          <c:order val="28"/>
          <c:tx>
            <c:v>MK</c:v>
          </c:tx>
          <c:spPr>
            <a:ln xmlns:a="http://schemas.openxmlformats.org/drawingml/2006/main" w="38100">
              <a:solidFill>
                <a:srgbClr val="A94D16"/>
              </a:solidFill>
            </a:ln>
          </c:spPr>
          <c:marker>
            <c:symbol val="none"/>
          </c:marker>
          <c:xVal>
            <c:numRef>
              <c:f>'Chart Data'!$BE$2:$BE$3</c:f>
              <c:numCache>
                <c:formatCode>General</c:formatCode>
                <c:ptCount val="2"/>
                <c:pt idx="0">
                  <c:v>0</c:v>
                </c:pt>
                <c:pt idx="1">
                  <c:v>100</c:v>
                </c:pt>
              </c:numCache>
            </c:numRef>
          </c:xVal>
          <c:yVal>
            <c:numRef>
              <c:f>'Chart Data'!$BF$2:$BF$3</c:f>
              <c:numCache>
                <c:formatCode>0</c:formatCode>
                <c:ptCount val="2"/>
                <c:pt idx="0">
                  <c:v>20</c:v>
                </c:pt>
                <c:pt idx="1">
                  <c:v>70</c:v>
                </c:pt>
              </c:numCache>
            </c:numRef>
          </c:yVal>
          <c:smooth val="0"/>
        </c:ser>
        <c:ser>
          <c:idx val="29"/>
          <c:order val="29"/>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Data'!$BG$2:$BG$2</c:f>
              <c:numCache>
                <c:formatCode>General</c:formatCode>
                <c:ptCount val="1"/>
                <c:pt idx="0">
                  <c:v>78</c:v>
                </c:pt>
              </c:numCache>
            </c:numRef>
          </c:xVal>
          <c:yVal>
            <c:numRef>
              <c:f>'Chart Data'!$BH$2:$BH$2</c:f>
              <c:numCache>
                <c:formatCode>0</c:formatCode>
                <c:ptCount val="1"/>
                <c:pt idx="0">
                  <c:v>26.6</c:v>
                </c:pt>
              </c:numCache>
            </c:numRef>
          </c:yVal>
          <c:smooth val="0"/>
        </c:ser>
        <c:ser>
          <c:idx val="30"/>
          <c:order val="30"/>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Data'!$BI$2:$BI$2</c:f>
              <c:numCache>
                <c:formatCode>General</c:formatCode>
                <c:ptCount val="1"/>
                <c:pt idx="0">
                  <c:v>89</c:v>
                </c:pt>
              </c:numCache>
            </c:numRef>
          </c:xVal>
          <c:yVal>
            <c:numRef>
              <c:f>'Chart Data'!$BJ$2:$BJ$2</c:f>
              <c:numCache>
                <c:formatCode>0</c:formatCode>
                <c:ptCount val="1"/>
                <c:pt idx="0">
                  <c:v>70.5</c:v>
                </c:pt>
              </c:numCache>
            </c:numRef>
          </c:yVal>
          <c:smooth val="0"/>
        </c:ser>
        <c:ser>
          <c:idx val="31"/>
          <c:order val="31"/>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Data'!$BK$2:$BK$2</c:f>
              <c:numCache>
                <c:formatCode>General</c:formatCode>
                <c:ptCount val="1"/>
                <c:pt idx="0">
                  <c:v>40</c:v>
                </c:pt>
              </c:numCache>
            </c:numRef>
          </c:xVal>
          <c:yVal>
            <c:numRef>
              <c:f>'Chart Data'!$BL$2:$BL$2</c:f>
              <c:numCache>
                <c:formatCode>0</c:formatCode>
                <c:ptCount val="1"/>
                <c:pt idx="0">
                  <c:v>60</c:v>
                </c:pt>
              </c:numCache>
            </c:numRef>
          </c:yVal>
          <c:smooth val="0"/>
        </c:ser>
        <c:ser>
          <c:idx val="32"/>
          <c:order val="32"/>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Data'!$BM$2:$BM$2</c:f>
              <c:numCache>
                <c:formatCode>General</c:formatCode>
                <c:ptCount val="1"/>
                <c:pt idx="0">
                  <c:v>60</c:v>
                </c:pt>
              </c:numCache>
            </c:numRef>
          </c:xVal>
          <c:yVal>
            <c:numRef>
              <c:f>'Chart Data'!$BN$2:$BN$2</c:f>
              <c:numCache>
                <c:formatCode>0</c:formatCode>
                <c:ptCount val="1"/>
                <c:pt idx="0">
                  <c:v>50</c:v>
                </c:pt>
              </c:numCache>
            </c:numRef>
          </c:yVal>
          <c:smooth val="0"/>
        </c:ser>
        <c:ser>
          <c:idx val="33"/>
          <c:order val="33"/>
          <c:tx>
            <c:v>PS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Data'!$BO$2:$BO$2</c:f>
              <c:numCache>
                <c:formatCode>General</c:formatCode>
                <c:ptCount val="1"/>
                <c:pt idx="0">
                  <c:v>13.6</c:v>
                </c:pt>
              </c:numCache>
            </c:numRef>
          </c:xVal>
          <c:yVal>
            <c:numRef>
              <c:f>'Chart Data'!$BP$2:$BP$2</c:f>
              <c:numCache>
                <c:formatCode>0</c:formatCode>
                <c:ptCount val="1"/>
                <c:pt idx="0">
                  <c:v>42.8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plotArea>
      <c:scatterChart>
        <c:scatterStyle val="line"/>
        <c:ser>
          <c:idx val="0"/>
          <c:order val="0"/>
          <c:tx>
            <c:v>W boundary</c:v>
          </c:tx>
          <c:spPr>
            <a:ln xmlns:a="http://schemas.openxmlformats.org/drawingml/2006/main" w="21908">
              <a:solidFill>
                <a:srgbClr val="C8554B"/>
              </a:solidFill>
            </a:ln>
          </c:spPr>
          <c:marker>
            <c:symbol val="none"/>
          </c:marker>
          <c:xVal>
            <c:numRef>
              <c:f>'Chart Data'!$A$2:$A$5</c:f>
              <c:numCache>
                <c:formatCode>General</c:formatCode>
                <c:ptCount val="4"/>
                <c:pt idx="0">
                  <c:v>40</c:v>
                </c:pt>
                <c:pt idx="1">
                  <c:v>60</c:v>
                </c:pt>
                <c:pt idx="2">
                  <c:v>40</c:v>
                </c:pt>
                <c:pt idx="3">
                  <c:v>40</c:v>
                </c:pt>
              </c:numCache>
            </c:numRef>
          </c:xVal>
          <c:yVal>
            <c:numRef>
              <c:f>'Chart Data'!$B$2:$B$5</c:f>
              <c:numCache>
                <c:formatCode>0</c:formatCode>
                <c:ptCount val="4"/>
                <c:pt idx="0">
                  <c:v>40</c:v>
                </c:pt>
                <c:pt idx="1">
                  <c:v>50</c:v>
                </c:pt>
                <c:pt idx="2">
                  <c:v>60</c:v>
                </c:pt>
                <c:pt idx="3">
                  <c:v>40</c:v>
                </c:pt>
              </c:numCache>
            </c:numRef>
          </c:yVal>
          <c:smooth val="0"/>
        </c:ser>
        <c:ser>
          <c:idx val="1"/>
          <c:order val="1"/>
          <c:tx>
            <c:v>W hatch</c:v>
          </c:tx>
          <c:spPr>
            <a:ln xmlns:a="http://schemas.openxmlformats.org/drawingml/2006/main" w="11430">
              <a:solidFill>
                <a:srgbClr val="C8554B"/>
              </a:solidFill>
            </a:ln>
          </c:spPr>
          <c:marker>
            <c:symbol val="none"/>
          </c:marker>
          <c:xVal>
            <c:numRef>
              <c:f>'Chart Data'!$C$2:$C$3</c:f>
              <c:numCache>
                <c:formatCode>General</c:formatCode>
                <c:ptCount val="2"/>
                <c:pt idx="0">
                  <c:v>40</c:v>
                </c:pt>
                <c:pt idx="1">
                  <c:v>42.6</c:v>
                </c:pt>
              </c:numCache>
            </c:numRef>
          </c:xVal>
          <c:yVal>
            <c:numRef>
              <c:f>'Chart Data'!$D$2:$D$3</c:f>
              <c:numCache>
                <c:formatCode>0</c:formatCode>
                <c:ptCount val="2"/>
                <c:pt idx="0">
                  <c:v>41.3</c:v>
                </c:pt>
                <c:pt idx="1">
                  <c:v>41.3</c:v>
                </c:pt>
              </c:numCache>
            </c:numRef>
          </c:yVal>
          <c:smooth val="0"/>
        </c:ser>
        <c:ser>
          <c:idx val="2"/>
          <c:order val="2"/>
          <c:tx>
            <c:v>W hatch</c:v>
          </c:tx>
          <c:spPr>
            <a:ln xmlns:a="http://schemas.openxmlformats.org/drawingml/2006/main" w="11430">
              <a:solidFill>
                <a:srgbClr val="C8554B"/>
              </a:solidFill>
            </a:ln>
          </c:spPr>
          <c:marker>
            <c:symbol val="none"/>
          </c:marker>
          <c:xVal>
            <c:numRef>
              <c:f>'Chart Data'!$E$2:$E$3</c:f>
              <c:numCache>
                <c:formatCode>General</c:formatCode>
                <c:ptCount val="2"/>
                <c:pt idx="0">
                  <c:v>40</c:v>
                </c:pt>
                <c:pt idx="1">
                  <c:v>45.2</c:v>
                </c:pt>
              </c:numCache>
            </c:numRef>
          </c:xVal>
          <c:yVal>
            <c:numRef>
              <c:f>'Chart Data'!$F$2:$F$3</c:f>
              <c:numCache>
                <c:formatCode>0</c:formatCode>
                <c:ptCount val="2"/>
                <c:pt idx="0">
                  <c:v>42.6</c:v>
                </c:pt>
                <c:pt idx="1">
                  <c:v>42.6</c:v>
                </c:pt>
              </c:numCache>
            </c:numRef>
          </c:yVal>
          <c:smooth val="0"/>
        </c:ser>
        <c:ser>
          <c:idx val="3"/>
          <c:order val="3"/>
          <c:tx>
            <c:v>W hatch</c:v>
          </c:tx>
          <c:spPr>
            <a:ln xmlns:a="http://schemas.openxmlformats.org/drawingml/2006/main" w="11430">
              <a:solidFill>
                <a:srgbClr val="C8554B"/>
              </a:solidFill>
            </a:ln>
          </c:spPr>
          <c:marker>
            <c:symbol val="none"/>
          </c:marker>
          <c:xVal>
            <c:numRef>
              <c:f>'Chart Data'!$G$2:$G$3</c:f>
              <c:numCache>
                <c:formatCode>General</c:formatCode>
                <c:ptCount val="2"/>
                <c:pt idx="0">
                  <c:v>40</c:v>
                </c:pt>
                <c:pt idx="1">
                  <c:v>47.8</c:v>
                </c:pt>
              </c:numCache>
            </c:numRef>
          </c:xVal>
          <c:yVal>
            <c:numRef>
              <c:f>'Chart Data'!$H$2:$H$3</c:f>
              <c:numCache>
                <c:formatCode>0</c:formatCode>
                <c:ptCount val="2"/>
                <c:pt idx="0">
                  <c:v>43.9</c:v>
                </c:pt>
                <c:pt idx="1">
                  <c:v>43.9</c:v>
                </c:pt>
              </c:numCache>
            </c:numRef>
          </c:yVal>
          <c:smooth val="0"/>
        </c:ser>
        <c:ser>
          <c:idx val="4"/>
          <c:order val="4"/>
          <c:tx>
            <c:v>W hatch</c:v>
          </c:tx>
          <c:spPr>
            <a:ln xmlns:a="http://schemas.openxmlformats.org/drawingml/2006/main" w="11430">
              <a:solidFill>
                <a:srgbClr val="C8554B"/>
              </a:solidFill>
            </a:ln>
          </c:spPr>
          <c:marker>
            <c:symbol val="none"/>
          </c:marker>
          <c:xVal>
            <c:numRef>
              <c:f>'Chart Data'!$I$2:$I$3</c:f>
              <c:numCache>
                <c:formatCode>General</c:formatCode>
                <c:ptCount val="2"/>
                <c:pt idx="0">
                  <c:v>40</c:v>
                </c:pt>
                <c:pt idx="1">
                  <c:v>50.4</c:v>
                </c:pt>
              </c:numCache>
            </c:numRef>
          </c:xVal>
          <c:yVal>
            <c:numRef>
              <c:f>'Chart Data'!$J$2:$J$3</c:f>
              <c:numCache>
                <c:formatCode>0</c:formatCode>
                <c:ptCount val="2"/>
                <c:pt idx="0">
                  <c:v>45.2</c:v>
                </c:pt>
                <c:pt idx="1">
                  <c:v>45.2</c:v>
                </c:pt>
              </c:numCache>
            </c:numRef>
          </c:yVal>
          <c:smooth val="0"/>
        </c:ser>
        <c:ser>
          <c:idx val="5"/>
          <c:order val="5"/>
          <c:tx>
            <c:v>W hatch</c:v>
          </c:tx>
          <c:spPr>
            <a:ln xmlns:a="http://schemas.openxmlformats.org/drawingml/2006/main" w="11430">
              <a:solidFill>
                <a:srgbClr val="C8554B"/>
              </a:solidFill>
            </a:ln>
          </c:spPr>
          <c:marker>
            <c:symbol val="none"/>
          </c:marker>
          <c:xVal>
            <c:numRef>
              <c:f>'Chart Data'!$K$2:$K$3</c:f>
              <c:numCache>
                <c:formatCode>General</c:formatCode>
                <c:ptCount val="2"/>
                <c:pt idx="0">
                  <c:v>40</c:v>
                </c:pt>
                <c:pt idx="1">
                  <c:v>53</c:v>
                </c:pt>
              </c:numCache>
            </c:numRef>
          </c:xVal>
          <c:yVal>
            <c:numRef>
              <c:f>'Chart Data'!$L$2:$L$3</c:f>
              <c:numCache>
                <c:formatCode>0</c:formatCode>
                <c:ptCount val="2"/>
                <c:pt idx="0">
                  <c:v>46.5</c:v>
                </c:pt>
                <c:pt idx="1">
                  <c:v>46.5</c:v>
                </c:pt>
              </c:numCache>
            </c:numRef>
          </c:yVal>
          <c:smooth val="0"/>
        </c:ser>
        <c:ser>
          <c:idx val="6"/>
          <c:order val="6"/>
          <c:tx>
            <c:v>W hatch</c:v>
          </c:tx>
          <c:spPr>
            <a:ln xmlns:a="http://schemas.openxmlformats.org/drawingml/2006/main" w="11430">
              <a:solidFill>
                <a:srgbClr val="C8554B"/>
              </a:solidFill>
            </a:ln>
          </c:spPr>
          <c:marker>
            <c:symbol val="none"/>
          </c:marker>
          <c:xVal>
            <c:numRef>
              <c:f>'Chart Data'!$M$2:$M$3</c:f>
              <c:numCache>
                <c:formatCode>General</c:formatCode>
                <c:ptCount val="2"/>
                <c:pt idx="0">
                  <c:v>40</c:v>
                </c:pt>
                <c:pt idx="1">
                  <c:v>55.6</c:v>
                </c:pt>
              </c:numCache>
            </c:numRef>
          </c:xVal>
          <c:yVal>
            <c:numRef>
              <c:f>'Chart Data'!$N$2:$N$3</c:f>
              <c:numCache>
                <c:formatCode>0</c:formatCode>
                <c:ptCount val="2"/>
                <c:pt idx="0">
                  <c:v>47.8</c:v>
                </c:pt>
                <c:pt idx="1">
                  <c:v>47.8</c:v>
                </c:pt>
              </c:numCache>
            </c:numRef>
          </c:yVal>
          <c:smooth val="0"/>
        </c:ser>
        <c:ser>
          <c:idx val="7"/>
          <c:order val="7"/>
          <c:tx>
            <c:v>W hatch</c:v>
          </c:tx>
          <c:spPr>
            <a:ln xmlns:a="http://schemas.openxmlformats.org/drawingml/2006/main" w="11430">
              <a:solidFill>
                <a:srgbClr val="C8554B"/>
              </a:solidFill>
            </a:ln>
          </c:spPr>
          <c:marker>
            <c:symbol val="none"/>
          </c:marker>
          <c:xVal>
            <c:numRef>
              <c:f>'Chart Data'!$O$2:$O$3</c:f>
              <c:numCache>
                <c:formatCode>General</c:formatCode>
                <c:ptCount val="2"/>
                <c:pt idx="0">
                  <c:v>40</c:v>
                </c:pt>
                <c:pt idx="1">
                  <c:v>58.2</c:v>
                </c:pt>
              </c:numCache>
            </c:numRef>
          </c:xVal>
          <c:yVal>
            <c:numRef>
              <c:f>'Chart Data'!$P$2:$P$3</c:f>
              <c:numCache>
                <c:formatCode>0</c:formatCode>
                <c:ptCount val="2"/>
                <c:pt idx="0">
                  <c:v>49.1</c:v>
                </c:pt>
                <c:pt idx="1">
                  <c:v>49.1</c:v>
                </c:pt>
              </c:numCache>
            </c:numRef>
          </c:yVal>
          <c:smooth val="0"/>
        </c:ser>
        <c:ser>
          <c:idx val="8"/>
          <c:order val="8"/>
          <c:tx>
            <c:v>W hatch</c:v>
          </c:tx>
          <c:spPr>
            <a:ln xmlns:a="http://schemas.openxmlformats.org/drawingml/2006/main" w="11430">
              <a:solidFill>
                <a:srgbClr val="C8554B"/>
              </a:solidFill>
            </a:ln>
          </c:spPr>
          <c:marker>
            <c:symbol val="none"/>
          </c:marker>
          <c:xVal>
            <c:numRef>
              <c:f>'Chart Data'!$Q$2:$Q$3</c:f>
              <c:numCache>
                <c:formatCode>General</c:formatCode>
                <c:ptCount val="2"/>
                <c:pt idx="0">
                  <c:v>40</c:v>
                </c:pt>
                <c:pt idx="1">
                  <c:v>59.2</c:v>
                </c:pt>
              </c:numCache>
            </c:numRef>
          </c:xVal>
          <c:yVal>
            <c:numRef>
              <c:f>'Chart Data'!$R$2:$R$3</c:f>
              <c:numCache>
                <c:formatCode>0</c:formatCode>
                <c:ptCount val="2"/>
                <c:pt idx="0">
                  <c:v>50.4</c:v>
                </c:pt>
                <c:pt idx="1">
                  <c:v>50.4</c:v>
                </c:pt>
              </c:numCache>
            </c:numRef>
          </c:yVal>
          <c:smooth val="0"/>
        </c:ser>
        <c:ser>
          <c:idx val="9"/>
          <c:order val="9"/>
          <c:tx>
            <c:v>W hatch</c:v>
          </c:tx>
          <c:spPr>
            <a:ln xmlns:a="http://schemas.openxmlformats.org/drawingml/2006/main" w="11430">
              <a:solidFill>
                <a:srgbClr val="C8554B"/>
              </a:solidFill>
            </a:ln>
          </c:spPr>
          <c:marker>
            <c:symbol val="none"/>
          </c:marker>
          <c:xVal>
            <c:numRef>
              <c:f>'Chart Data'!$S$2:$S$3</c:f>
              <c:numCache>
                <c:formatCode>General</c:formatCode>
                <c:ptCount val="2"/>
                <c:pt idx="0">
                  <c:v>40</c:v>
                </c:pt>
                <c:pt idx="1">
                  <c:v>56.6</c:v>
                </c:pt>
              </c:numCache>
            </c:numRef>
          </c:xVal>
          <c:yVal>
            <c:numRef>
              <c:f>'Chart Data'!$T$2:$T$3</c:f>
              <c:numCache>
                <c:formatCode>0</c:formatCode>
                <c:ptCount val="2"/>
                <c:pt idx="0">
                  <c:v>51.7</c:v>
                </c:pt>
                <c:pt idx="1">
                  <c:v>51.7</c:v>
                </c:pt>
              </c:numCache>
            </c:numRef>
          </c:yVal>
          <c:smooth val="0"/>
        </c:ser>
        <c:ser>
          <c:idx val="10"/>
          <c:order val="10"/>
          <c:tx>
            <c:v>W hatch</c:v>
          </c:tx>
          <c:spPr>
            <a:ln xmlns:a="http://schemas.openxmlformats.org/drawingml/2006/main" w="11430">
              <a:solidFill>
                <a:srgbClr val="C8554B"/>
              </a:solidFill>
            </a:ln>
          </c:spPr>
          <c:marker>
            <c:symbol val="none"/>
          </c:marker>
          <c:xVal>
            <c:numRef>
              <c:f>'Chart Data'!$U$2:$U$3</c:f>
              <c:numCache>
                <c:formatCode>General</c:formatCode>
                <c:ptCount val="2"/>
                <c:pt idx="0">
                  <c:v>40</c:v>
                </c:pt>
                <c:pt idx="1">
                  <c:v>54</c:v>
                </c:pt>
              </c:numCache>
            </c:numRef>
          </c:xVal>
          <c:yVal>
            <c:numRef>
              <c:f>'Chart Data'!$V$2:$V$3</c:f>
              <c:numCache>
                <c:formatCode>0</c:formatCode>
                <c:ptCount val="2"/>
                <c:pt idx="0">
                  <c:v>53</c:v>
                </c:pt>
                <c:pt idx="1">
                  <c:v>53</c:v>
                </c:pt>
              </c:numCache>
            </c:numRef>
          </c:yVal>
          <c:smooth val="0"/>
        </c:ser>
        <c:ser>
          <c:idx val="11"/>
          <c:order val="11"/>
          <c:tx>
            <c:v>W hatch</c:v>
          </c:tx>
          <c:spPr>
            <a:ln xmlns:a="http://schemas.openxmlformats.org/drawingml/2006/main" w="11430">
              <a:solidFill>
                <a:srgbClr val="C8554B"/>
              </a:solidFill>
            </a:ln>
          </c:spPr>
          <c:marker>
            <c:symbol val="none"/>
          </c:marker>
          <c:xVal>
            <c:numRef>
              <c:f>'Chart Data'!$W$2:$W$3</c:f>
              <c:numCache>
                <c:formatCode>General</c:formatCode>
                <c:ptCount val="2"/>
                <c:pt idx="0">
                  <c:v>40</c:v>
                </c:pt>
                <c:pt idx="1">
                  <c:v>51.4</c:v>
                </c:pt>
              </c:numCache>
            </c:numRef>
          </c:xVal>
          <c:yVal>
            <c:numRef>
              <c:f>'Chart Data'!$X$2:$X$3</c:f>
              <c:numCache>
                <c:formatCode>0</c:formatCode>
                <c:ptCount val="2"/>
                <c:pt idx="0">
                  <c:v>54.3</c:v>
                </c:pt>
                <c:pt idx="1">
                  <c:v>54.3</c:v>
                </c:pt>
              </c:numCache>
            </c:numRef>
          </c:yVal>
          <c:smooth val="0"/>
        </c:ser>
        <c:ser>
          <c:idx val="12"/>
          <c:order val="12"/>
          <c:tx>
            <c:v>W hatch</c:v>
          </c:tx>
          <c:spPr>
            <a:ln xmlns:a="http://schemas.openxmlformats.org/drawingml/2006/main" w="11430">
              <a:solidFill>
                <a:srgbClr val="C8554B"/>
              </a:solidFill>
            </a:ln>
          </c:spPr>
          <c:marker>
            <c:symbol val="none"/>
          </c:marker>
          <c:xVal>
            <c:numRef>
              <c:f>'Chart Data'!$Y$2:$Y$3</c:f>
              <c:numCache>
                <c:formatCode>General</c:formatCode>
                <c:ptCount val="2"/>
                <c:pt idx="0">
                  <c:v>40</c:v>
                </c:pt>
                <c:pt idx="1">
                  <c:v>48.8</c:v>
                </c:pt>
              </c:numCache>
            </c:numRef>
          </c:xVal>
          <c:yVal>
            <c:numRef>
              <c:f>'Chart Data'!$Z$2:$Z$3</c:f>
              <c:numCache>
                <c:formatCode>0</c:formatCode>
                <c:ptCount val="2"/>
                <c:pt idx="0">
                  <c:v>55.6</c:v>
                </c:pt>
                <c:pt idx="1">
                  <c:v>55.6</c:v>
                </c:pt>
              </c:numCache>
            </c:numRef>
          </c:yVal>
          <c:smooth val="0"/>
        </c:ser>
        <c:ser>
          <c:idx val="13"/>
          <c:order val="13"/>
          <c:tx>
            <c:v>W hatch</c:v>
          </c:tx>
          <c:spPr>
            <a:ln xmlns:a="http://schemas.openxmlformats.org/drawingml/2006/main" w="11430">
              <a:solidFill>
                <a:srgbClr val="C8554B"/>
              </a:solidFill>
            </a:ln>
          </c:spPr>
          <c:marker>
            <c:symbol val="none"/>
          </c:marker>
          <c:xVal>
            <c:numRef>
              <c:f>'Chart Data'!$AA$2:$AA$3</c:f>
              <c:numCache>
                <c:formatCode>General</c:formatCode>
                <c:ptCount val="2"/>
                <c:pt idx="0">
                  <c:v>40</c:v>
                </c:pt>
                <c:pt idx="1">
                  <c:v>46.2</c:v>
                </c:pt>
              </c:numCache>
            </c:numRef>
          </c:xVal>
          <c:yVal>
            <c:numRef>
              <c:f>'Chart Data'!$AB$2:$AB$3</c:f>
              <c:numCache>
                <c:formatCode>0</c:formatCode>
                <c:ptCount val="2"/>
                <c:pt idx="0">
                  <c:v>56.9</c:v>
                </c:pt>
                <c:pt idx="1">
                  <c:v>56.9</c:v>
                </c:pt>
              </c:numCache>
            </c:numRef>
          </c:yVal>
          <c:smooth val="0"/>
        </c:ser>
        <c:ser>
          <c:idx val="14"/>
          <c:order val="14"/>
          <c:tx>
            <c:v>W hatch</c:v>
          </c:tx>
          <c:spPr>
            <a:ln xmlns:a="http://schemas.openxmlformats.org/drawingml/2006/main" w="11430">
              <a:solidFill>
                <a:srgbClr val="C8554B"/>
              </a:solidFill>
            </a:ln>
          </c:spPr>
          <c:marker>
            <c:symbol val="none"/>
          </c:marker>
          <c:xVal>
            <c:numRef>
              <c:f>'Chart Data'!$AC$2:$AC$3</c:f>
              <c:numCache>
                <c:formatCode>General</c:formatCode>
                <c:ptCount val="2"/>
                <c:pt idx="0">
                  <c:v>40</c:v>
                </c:pt>
                <c:pt idx="1">
                  <c:v>43.6</c:v>
                </c:pt>
              </c:numCache>
            </c:numRef>
          </c:xVal>
          <c:yVal>
            <c:numRef>
              <c:f>'Chart Data'!$AD$2:$AD$3</c:f>
              <c:numCache>
                <c:formatCode>0</c:formatCode>
                <c:ptCount val="2"/>
                <c:pt idx="0">
                  <c:v>58.2</c:v>
                </c:pt>
                <c:pt idx="1">
                  <c:v>58.2</c:v>
                </c:pt>
              </c:numCache>
            </c:numRef>
          </c:yVal>
          <c:smooth val="0"/>
        </c:ser>
        <c:ser>
          <c:idx val="15"/>
          <c:order val="15"/>
          <c:tx>
            <c:v>W hatch</c:v>
          </c:tx>
          <c:spPr>
            <a:ln xmlns:a="http://schemas.openxmlformats.org/drawingml/2006/main" w="11430">
              <a:solidFill>
                <a:srgbClr val="C8554B"/>
              </a:solidFill>
            </a:ln>
          </c:spPr>
          <c:marker>
            <c:symbol val="none"/>
          </c:marker>
          <c:xVal>
            <c:numRef>
              <c:f>'Chart Data'!$AE$2:$AE$3</c:f>
              <c:numCache>
                <c:formatCode>General</c:formatCode>
                <c:ptCount val="2"/>
                <c:pt idx="0">
                  <c:v>40</c:v>
                </c:pt>
                <c:pt idx="1">
                  <c:v>41</c:v>
                </c:pt>
              </c:numCache>
            </c:numRef>
          </c:xVal>
          <c:yVal>
            <c:numRef>
              <c:f>'Chart Data'!$AF$2:$AF$3</c:f>
              <c:numCache>
                <c:formatCode>0</c:formatCode>
                <c:ptCount val="2"/>
                <c:pt idx="0">
                  <c:v>59.5</c:v>
                </c:pt>
                <c:pt idx="1">
                  <c:v>59.5</c:v>
                </c:pt>
              </c:numCache>
            </c:numRef>
          </c:yVal>
          <c:smooth val="0"/>
        </c:ser>
        <c:ser>
          <c:idx val="16"/>
          <c:order val="16"/>
          <c:tx>
            <c:v>Qm</c:v>
          </c:tx>
          <c:spPr>
            <a:ln xmlns:a="http://schemas.openxmlformats.org/drawingml/2006/main" w="12383">
              <a:solidFill>
                <a:srgbClr val="445B6B"/>
              </a:solidFill>
            </a:ln>
          </c:spPr>
          <c:marker>
            <c:symbol val="none"/>
          </c:marker>
          <c:xVal>
            <c:numRef>
              <c:f>'Chart Data'!$AG$2:$AG$3</c:f>
              <c:numCache>
                <c:formatCode>General</c:formatCode>
                <c:ptCount val="2"/>
                <c:pt idx="0">
                  <c:v>40</c:v>
                </c:pt>
                <c:pt idx="1">
                  <c:v>40</c:v>
                </c:pt>
              </c:numCache>
            </c:numRef>
          </c:xVal>
          <c:yVal>
            <c:numRef>
              <c:f>'Chart Data'!$AH$2:$AH$3</c:f>
              <c:numCache>
                <c:formatCode>0</c:formatCode>
                <c:ptCount val="2"/>
                <c:pt idx="0">
                  <c:v>0</c:v>
                </c:pt>
                <c:pt idx="1">
                  <c:v>60</c:v>
                </c:pt>
              </c:numCache>
            </c:numRef>
          </c:yVal>
          <c:smooth val="0"/>
        </c:ser>
        <c:ser>
          <c:idx val="17"/>
          <c:order val="17"/>
          <c:tx>
            <c:v>Pm</c:v>
          </c:tx>
          <c:spPr>
            <a:ln xmlns:a="http://schemas.openxmlformats.org/drawingml/2006/main" w="12383">
              <a:solidFill>
                <a:srgbClr val="445B6B"/>
              </a:solidFill>
            </a:ln>
          </c:spPr>
          <c:marker>
            <c:symbol val="none"/>
          </c:marker>
          <c:xVal>
            <c:numRef>
              <c:f>'Chart Data'!$AI$2:$AI$3</c:f>
              <c:numCache>
                <c:formatCode>General</c:formatCode>
                <c:ptCount val="2"/>
                <c:pt idx="0">
                  <c:v>0</c:v>
                </c:pt>
                <c:pt idx="1">
                  <c:v>40</c:v>
                </c:pt>
              </c:numCache>
            </c:numRef>
          </c:xVal>
          <c:yVal>
            <c:numRef>
              <c:f>'Chart Data'!$AJ$2:$AJ$3</c:f>
              <c:numCache>
                <c:formatCode>0</c:formatCode>
                <c:ptCount val="2"/>
                <c:pt idx="0">
                  <c:v>60</c:v>
                </c:pt>
                <c:pt idx="1">
                  <c:v>60</c:v>
                </c:pt>
              </c:numCache>
            </c:numRef>
          </c:yVal>
          <c:smooth val="0"/>
        </c:ser>
        <c:ser>
          <c:idx val="18"/>
          <c:order val="18"/>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Data'!$AK$2:$AK$2</c:f>
              <c:numCache>
                <c:formatCode>General</c:formatCode>
                <c:ptCount val="1"/>
                <c:pt idx="0">
                  <c:v>41.5</c:v>
                </c:pt>
              </c:numCache>
            </c:numRef>
          </c:xVal>
          <c:yVal>
            <c:numRef>
              <c:f>'Chart Data'!$AL$2:$AL$2</c:f>
              <c:numCache>
                <c:formatCode>0</c:formatCode>
                <c:ptCount val="1"/>
                <c:pt idx="0">
                  <c:v>65.2</c:v>
                </c:pt>
              </c:numCache>
            </c:numRef>
          </c:yVal>
          <c:smooth val="0"/>
        </c:ser>
        <c:ser>
          <c:idx val="19"/>
          <c:order val="19"/>
          <c:tx>
            <c:v>Qe</c:v>
          </c:tx>
          <c:spPr>
            <a:ln xmlns:a="http://schemas.openxmlformats.org/drawingml/2006/main" w="12383">
              <a:solidFill>
                <a:srgbClr val="445B6B"/>
              </a:solidFill>
            </a:ln>
          </c:spPr>
          <c:marker>
            <c:symbol val="none"/>
          </c:marker>
          <c:xVal>
            <c:numRef>
              <c:f>'Chart Data'!$AM$2:$AM$3</c:f>
              <c:numCache>
                <c:formatCode>General</c:formatCode>
                <c:ptCount val="2"/>
                <c:pt idx="0">
                  <c:v>60</c:v>
                </c:pt>
                <c:pt idx="1">
                  <c:v>60</c:v>
                </c:pt>
              </c:numCache>
            </c:numRef>
          </c:xVal>
          <c:yVal>
            <c:numRef>
              <c:f>'Chart Data'!$AN$2:$AN$3</c:f>
              <c:numCache>
                <c:formatCode>0</c:formatCode>
                <c:ptCount val="2"/>
                <c:pt idx="0">
                  <c:v>0</c:v>
                </c:pt>
                <c:pt idx="1">
                  <c:v>50</c:v>
                </c:pt>
              </c:numCache>
            </c:numRef>
          </c:yVal>
          <c:smooth val="0"/>
        </c:ser>
        <c:ser>
          <c:idx val="20"/>
          <c:order val="20"/>
          <c:tx>
            <c:v>Pe</c:v>
          </c:tx>
          <c:spPr>
            <a:ln xmlns:a="http://schemas.openxmlformats.org/drawingml/2006/main" w="12383">
              <a:solidFill>
                <a:srgbClr val="445B6B"/>
              </a:solidFill>
            </a:ln>
          </c:spPr>
          <c:marker>
            <c:symbol val="none"/>
          </c:marker>
          <c:xVal>
            <c:numRef>
              <c:f>'Chart Data'!$AO$2:$AO$3</c:f>
              <c:numCache>
                <c:formatCode>General</c:formatCode>
                <c:ptCount val="2"/>
                <c:pt idx="0">
                  <c:v>0</c:v>
                </c:pt>
                <c:pt idx="1">
                  <c:v>60</c:v>
                </c:pt>
              </c:numCache>
            </c:numRef>
          </c:xVal>
          <c:yVal>
            <c:numRef>
              <c:f>'Chart Data'!$AP$2:$AP$3</c:f>
              <c:numCache>
                <c:formatCode>0</c:formatCode>
                <c:ptCount val="2"/>
                <c:pt idx="0">
                  <c:v>50</c:v>
                </c:pt>
                <c:pt idx="1">
                  <c:v>50</c:v>
                </c:pt>
              </c:numCache>
            </c:numRef>
          </c:yVal>
          <c:smooth val="0"/>
        </c:ser>
        <c:ser>
          <c:idx val="21"/>
          <c:order val="21"/>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Data'!$AQ$2:$AQ$2</c:f>
              <c:numCache>
                <c:formatCode>General</c:formatCode>
                <c:ptCount val="1"/>
                <c:pt idx="0">
                  <c:v>63.5</c:v>
                </c:pt>
              </c:numCache>
            </c:numRef>
          </c:xVal>
          <c:yVal>
            <c:numRef>
              <c:f>'Chart Data'!$AR$2:$AR$2</c:f>
              <c:numCache>
                <c:formatCode>0</c:formatCode>
                <c:ptCount val="1"/>
                <c:pt idx="0">
                  <c:v>59.6</c:v>
                </c:pt>
              </c:numCache>
            </c:numRef>
          </c:yVal>
          <c:smooth val="0"/>
        </c:ser>
        <c:ser>
          <c:idx val="22"/>
          <c:order val="22"/>
          <c:tx>
            <c:v>Vraag = GO</c:v>
          </c:tx>
          <c:spPr>
            <a:ln xmlns:a="http://schemas.openxmlformats.org/drawingml/2006/main" w="38100">
              <a:solidFill>
                <a:srgbClr val="17658A"/>
              </a:solidFill>
            </a:ln>
          </c:spPr>
          <c:marker>
            <c:symbol val="none"/>
          </c:marker>
          <c:xVal>
            <c:numRef>
              <c:f>'Chart Data'!$AS$2:$AS$3</c:f>
              <c:numCache>
                <c:formatCode>General</c:formatCode>
                <c:ptCount val="2"/>
                <c:pt idx="0">
                  <c:v>0</c:v>
                </c:pt>
                <c:pt idx="1">
                  <c:v>100</c:v>
                </c:pt>
              </c:numCache>
            </c:numRef>
          </c:xVal>
          <c:yVal>
            <c:numRef>
              <c:f>'Chart Data'!$AT$2:$AT$3</c:f>
              <c:numCache>
                <c:formatCode>0</c:formatCode>
                <c:ptCount val="2"/>
                <c:pt idx="0">
                  <c:v>80</c:v>
                </c:pt>
                <c:pt idx="1">
                  <c:v>30</c:v>
                </c:pt>
              </c:numCache>
            </c:numRef>
          </c:yVal>
          <c:smooth val="0"/>
        </c:ser>
        <c:ser>
          <c:idx val="23"/>
          <c:order val="23"/>
          <c:tx>
            <c:v>MK</c:v>
          </c:tx>
          <c:spPr>
            <a:ln xmlns:a="http://schemas.openxmlformats.org/drawingml/2006/main" w="38100">
              <a:solidFill>
                <a:srgbClr val="A94D16"/>
              </a:solidFill>
            </a:ln>
          </c:spPr>
          <c:marker>
            <c:symbol val="none"/>
          </c:marker>
          <c:xVal>
            <c:numRef>
              <c:f>'Chart Data'!$AU$2:$AU$3</c:f>
              <c:numCache>
                <c:formatCode>General</c:formatCode>
                <c:ptCount val="2"/>
                <c:pt idx="0">
                  <c:v>0</c:v>
                </c:pt>
                <c:pt idx="1">
                  <c:v>100</c:v>
                </c:pt>
              </c:numCache>
            </c:numRef>
          </c:xVal>
          <c:yVal>
            <c:numRef>
              <c:f>'Chart Data'!$AV$2:$AV$3</c:f>
              <c:numCache>
                <c:formatCode>0</c:formatCode>
                <c:ptCount val="2"/>
                <c:pt idx="0">
                  <c:v>20</c:v>
                </c:pt>
                <c:pt idx="1">
                  <c:v>70</c:v>
                </c:pt>
              </c:numCache>
            </c:numRef>
          </c:yVal>
          <c:smooth val="0"/>
        </c:ser>
        <c:ser>
          <c:idx val="24"/>
          <c:order val="24"/>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Data'!$AW$2:$AW$2</c:f>
              <c:numCache>
                <c:formatCode>General</c:formatCode>
                <c:ptCount val="1"/>
                <c:pt idx="0">
                  <c:v>78</c:v>
                </c:pt>
              </c:numCache>
            </c:numRef>
          </c:xVal>
          <c:yVal>
            <c:numRef>
              <c:f>'Chart Data'!$AX$2:$AX$2</c:f>
              <c:numCache>
                <c:formatCode>0</c:formatCode>
                <c:ptCount val="1"/>
                <c:pt idx="0">
                  <c:v>26.6</c:v>
                </c:pt>
              </c:numCache>
            </c:numRef>
          </c:yVal>
          <c:smooth val="0"/>
        </c:ser>
        <c:ser>
          <c:idx val="25"/>
          <c:order val="25"/>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Data'!$AY$2:$AY$2</c:f>
              <c:numCache>
                <c:formatCode>General</c:formatCode>
                <c:ptCount val="1"/>
                <c:pt idx="0">
                  <c:v>89</c:v>
                </c:pt>
              </c:numCache>
            </c:numRef>
          </c:xVal>
          <c:yVal>
            <c:numRef>
              <c:f>'Chart Data'!$AZ$2:$AZ$2</c:f>
              <c:numCache>
                <c:formatCode>0</c:formatCode>
                <c:ptCount val="1"/>
                <c:pt idx="0">
                  <c:v>70.5</c:v>
                </c:pt>
              </c:numCache>
            </c:numRef>
          </c:yVal>
          <c:smooth val="0"/>
        </c:ser>
        <c:ser>
          <c:idx val="26"/>
          <c:order val="26"/>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Data'!$BA$2:$BA$2</c:f>
              <c:numCache>
                <c:formatCode>General</c:formatCode>
                <c:ptCount val="1"/>
                <c:pt idx="0">
                  <c:v>40</c:v>
                </c:pt>
              </c:numCache>
            </c:numRef>
          </c:xVal>
          <c:yVal>
            <c:numRef>
              <c:f>'Chart Data'!$BB$2:$BB$2</c:f>
              <c:numCache>
                <c:formatCode>0</c:formatCode>
                <c:ptCount val="1"/>
                <c:pt idx="0">
                  <c:v>60</c:v>
                </c:pt>
              </c:numCache>
            </c:numRef>
          </c:yVal>
          <c:smooth val="0"/>
        </c:ser>
        <c:ser>
          <c:idx val="27"/>
          <c:order val="27"/>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Data'!$BC$2:$BC$2</c:f>
              <c:numCache>
                <c:formatCode>General</c:formatCode>
                <c:ptCount val="1"/>
                <c:pt idx="0">
                  <c:v>60</c:v>
                </c:pt>
              </c:numCache>
            </c:numRef>
          </c:xVal>
          <c:yVal>
            <c:numRef>
              <c:f>'Chart Data'!$BD$2:$BD$2</c:f>
              <c:numCache>
                <c:formatCode>0</c:formatCode>
                <c:ptCount val="1"/>
                <c:pt idx="0">
                  <c:v>50</c:v>
                </c:pt>
              </c:numCache>
            </c:numRef>
          </c:yVal>
          <c:smooth val="0"/>
        </c:ser>
        <c:ser>
          <c:idx val="28"/>
          <c:order val="28"/>
          <c:tx>
            <c:v>B</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3302A"/>
                        </a:solidFill>
                        <a:latin typeface="Arial"/>
                        <a:ea typeface="Arial"/>
                        <a:cs typeface="Arial"/>
                      </a:rPr>
                      <a:t>B</a:t>
                    </a:r>
                  </a:p>
                </c:rich>
              </c:tx>
              <c:txPr>
                <a:bodyPr xmlns:a="http://schemas.openxmlformats.org/drawingml/2006/main" anchorCtr="1"/>
                <a:lstStyle xmlns:a="http://schemas.openxmlformats.org/drawingml/2006/main"/>
                <a:p xmlns:a="http://schemas.openxmlformats.org/drawingml/2006/main">
                  <a:pPr>
                    <a:defRPr sz="1950" b="1">
                      <a:solidFill>
                        <a:srgbClr val="A3302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Data'!$BE$2:$BE$2</c:f>
              <c:numCache>
                <c:formatCode>General</c:formatCode>
                <c:ptCount val="1"/>
                <c:pt idx="0">
                  <c:v>44.4</c:v>
                </c:pt>
              </c:numCache>
            </c:numRef>
          </c:xVal>
          <c:yVal>
            <c:numRef>
              <c:f>'Chart Data'!$BF$2:$BF$2</c:f>
              <c:numCache>
                <c:formatCode>0</c:formatCode>
                <c:ptCount val="1"/>
                <c:pt idx="0">
                  <c:v>50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plotArea>
      <c:scatterChart>
        <c:scatterStyle val="line"/>
        <c:ser>
          <c:idx val="0"/>
          <c:order val="0"/>
          <c:tx>
            <c:v>O boundary</c:v>
          </c:tx>
          <c:spPr>
            <a:ln xmlns:a="http://schemas.openxmlformats.org/drawingml/2006/main" w="21908">
              <a:solidFill>
                <a:srgbClr val="C48D28"/>
              </a:solidFill>
            </a:ln>
          </c:spPr>
          <c:marker>
            <c:symbol val="none"/>
          </c:marker>
          <c:xVal>
            <c:numRef>
              <c:f>'Chart Data'!$A$2:$A$6</c:f>
              <c:numCache>
                <c:formatCode>General</c:formatCode>
                <c:ptCount val="5"/>
                <c:pt idx="0">
                  <c:v>0</c:v>
                </c:pt>
                <c:pt idx="1">
                  <c:v>40</c:v>
                </c:pt>
                <c:pt idx="2">
                  <c:v>40</c:v>
                </c:pt>
                <c:pt idx="3">
                  <c:v>0</c:v>
                </c:pt>
                <c:pt idx="4">
                  <c:v>0</c:v>
                </c:pt>
              </c:numCache>
            </c:numRef>
          </c:xVal>
          <c:yVal>
            <c:numRef>
              <c:f>'Chart Data'!$B$2:$B$6</c:f>
              <c:numCache>
                <c:formatCode>0</c:formatCode>
                <c:ptCount val="5"/>
                <c:pt idx="0">
                  <c:v>50</c:v>
                </c:pt>
                <c:pt idx="1">
                  <c:v>50</c:v>
                </c:pt>
                <c:pt idx="2">
                  <c:v>60</c:v>
                </c:pt>
                <c:pt idx="3">
                  <c:v>60</c:v>
                </c:pt>
                <c:pt idx="4">
                  <c:v>50</c:v>
                </c:pt>
              </c:numCache>
            </c:numRef>
          </c:yVal>
          <c:smooth val="0"/>
        </c:ser>
        <c:ser>
          <c:idx val="1"/>
          <c:order val="1"/>
          <c:tx>
            <c:v>O hatch</c:v>
          </c:tx>
          <c:spPr>
            <a:ln xmlns:a="http://schemas.openxmlformats.org/drawingml/2006/main" w="11430">
              <a:solidFill>
                <a:srgbClr val="C48D28"/>
              </a:solidFill>
            </a:ln>
          </c:spPr>
          <c:marker>
            <c:symbol val="none"/>
          </c:marker>
          <c:xVal>
            <c:numRef>
              <c:f>'Chart Data'!$C$2:$C$3</c:f>
              <c:numCache>
                <c:formatCode>General</c:formatCode>
                <c:ptCount val="2"/>
                <c:pt idx="0">
                  <c:v>2.08333333</c:v>
                </c:pt>
                <c:pt idx="1">
                  <c:v>2.08333333</c:v>
                </c:pt>
              </c:numCache>
            </c:numRef>
          </c:xVal>
          <c:yVal>
            <c:numRef>
              <c:f>'Chart Data'!$D$2:$D$3</c:f>
              <c:numCache>
                <c:formatCode>0</c:formatCode>
                <c:ptCount val="2"/>
                <c:pt idx="0">
                  <c:v>50</c:v>
                </c:pt>
                <c:pt idx="1">
                  <c:v>60</c:v>
                </c:pt>
              </c:numCache>
            </c:numRef>
          </c:yVal>
          <c:smooth val="0"/>
        </c:ser>
        <c:ser>
          <c:idx val="2"/>
          <c:order val="2"/>
          <c:tx>
            <c:v>O hatch</c:v>
          </c:tx>
          <c:spPr>
            <a:ln xmlns:a="http://schemas.openxmlformats.org/drawingml/2006/main" w="11430">
              <a:solidFill>
                <a:srgbClr val="C48D28"/>
              </a:solidFill>
            </a:ln>
          </c:spPr>
          <c:marker>
            <c:symbol val="none"/>
          </c:marker>
          <c:xVal>
            <c:numRef>
              <c:f>'Chart Data'!$E$2:$E$3</c:f>
              <c:numCache>
                <c:formatCode>General</c:formatCode>
                <c:ptCount val="2"/>
                <c:pt idx="0">
                  <c:v>4.16666667</c:v>
                </c:pt>
                <c:pt idx="1">
                  <c:v>4.16666667</c:v>
                </c:pt>
              </c:numCache>
            </c:numRef>
          </c:xVal>
          <c:yVal>
            <c:numRef>
              <c:f>'Chart Data'!$F$2:$F$3</c:f>
              <c:numCache>
                <c:formatCode>0</c:formatCode>
                <c:ptCount val="2"/>
                <c:pt idx="0">
                  <c:v>50</c:v>
                </c:pt>
                <c:pt idx="1">
                  <c:v>60</c:v>
                </c:pt>
              </c:numCache>
            </c:numRef>
          </c:yVal>
          <c:smooth val="0"/>
        </c:ser>
        <c:ser>
          <c:idx val="3"/>
          <c:order val="3"/>
          <c:tx>
            <c:v>O hatch</c:v>
          </c:tx>
          <c:spPr>
            <a:ln xmlns:a="http://schemas.openxmlformats.org/drawingml/2006/main" w="11430">
              <a:solidFill>
                <a:srgbClr val="C48D28"/>
              </a:solidFill>
            </a:ln>
          </c:spPr>
          <c:marker>
            <c:symbol val="none"/>
          </c:marker>
          <c:xVal>
            <c:numRef>
              <c:f>'Chart Data'!$G$2:$G$3</c:f>
              <c:numCache>
                <c:formatCode>General</c:formatCode>
                <c:ptCount val="2"/>
                <c:pt idx="0">
                  <c:v>6.25</c:v>
                </c:pt>
                <c:pt idx="1">
                  <c:v>6.25</c:v>
                </c:pt>
              </c:numCache>
            </c:numRef>
          </c:xVal>
          <c:yVal>
            <c:numRef>
              <c:f>'Chart Data'!$H$2:$H$3</c:f>
              <c:numCache>
                <c:formatCode>0</c:formatCode>
                <c:ptCount val="2"/>
                <c:pt idx="0">
                  <c:v>50</c:v>
                </c:pt>
                <c:pt idx="1">
                  <c:v>60</c:v>
                </c:pt>
              </c:numCache>
            </c:numRef>
          </c:yVal>
          <c:smooth val="0"/>
        </c:ser>
        <c:ser>
          <c:idx val="4"/>
          <c:order val="4"/>
          <c:tx>
            <c:v>O hatch</c:v>
          </c:tx>
          <c:spPr>
            <a:ln xmlns:a="http://schemas.openxmlformats.org/drawingml/2006/main" w="11430">
              <a:solidFill>
                <a:srgbClr val="C48D28"/>
              </a:solidFill>
            </a:ln>
          </c:spPr>
          <c:marker>
            <c:symbol val="none"/>
          </c:marker>
          <c:xVal>
            <c:numRef>
              <c:f>'Chart Data'!$I$2:$I$3</c:f>
              <c:numCache>
                <c:formatCode>General</c:formatCode>
                <c:ptCount val="2"/>
                <c:pt idx="0">
                  <c:v>8.33333333</c:v>
                </c:pt>
                <c:pt idx="1">
                  <c:v>8.33333333</c:v>
                </c:pt>
              </c:numCache>
            </c:numRef>
          </c:xVal>
          <c:yVal>
            <c:numRef>
              <c:f>'Chart Data'!$J$2:$J$3</c:f>
              <c:numCache>
                <c:formatCode>0</c:formatCode>
                <c:ptCount val="2"/>
                <c:pt idx="0">
                  <c:v>50</c:v>
                </c:pt>
                <c:pt idx="1">
                  <c:v>60</c:v>
                </c:pt>
              </c:numCache>
            </c:numRef>
          </c:yVal>
          <c:smooth val="0"/>
        </c:ser>
        <c:ser>
          <c:idx val="5"/>
          <c:order val="5"/>
          <c:tx>
            <c:v>O hatch</c:v>
          </c:tx>
          <c:spPr>
            <a:ln xmlns:a="http://schemas.openxmlformats.org/drawingml/2006/main" w="11430">
              <a:solidFill>
                <a:srgbClr val="C48D28"/>
              </a:solidFill>
            </a:ln>
          </c:spPr>
          <c:marker>
            <c:symbol val="none"/>
          </c:marker>
          <c:xVal>
            <c:numRef>
              <c:f>'Chart Data'!$K$2:$K$3</c:f>
              <c:numCache>
                <c:formatCode>General</c:formatCode>
                <c:ptCount val="2"/>
                <c:pt idx="0">
                  <c:v>10.41666667</c:v>
                </c:pt>
                <c:pt idx="1">
                  <c:v>10.41666667</c:v>
                </c:pt>
              </c:numCache>
            </c:numRef>
          </c:xVal>
          <c:yVal>
            <c:numRef>
              <c:f>'Chart Data'!$L$2:$L$3</c:f>
              <c:numCache>
                <c:formatCode>0</c:formatCode>
                <c:ptCount val="2"/>
                <c:pt idx="0">
                  <c:v>50</c:v>
                </c:pt>
                <c:pt idx="1">
                  <c:v>60</c:v>
                </c:pt>
              </c:numCache>
            </c:numRef>
          </c:yVal>
          <c:smooth val="0"/>
        </c:ser>
        <c:ser>
          <c:idx val="6"/>
          <c:order val="6"/>
          <c:tx>
            <c:v>O hatch</c:v>
          </c:tx>
          <c:spPr>
            <a:ln xmlns:a="http://schemas.openxmlformats.org/drawingml/2006/main" w="11430">
              <a:solidFill>
                <a:srgbClr val="C48D28"/>
              </a:solidFill>
            </a:ln>
          </c:spPr>
          <c:marker>
            <c:symbol val="none"/>
          </c:marker>
          <c:xVal>
            <c:numRef>
              <c:f>'Chart Data'!$M$2:$M$3</c:f>
              <c:numCache>
                <c:formatCode>General</c:formatCode>
                <c:ptCount val="2"/>
                <c:pt idx="0">
                  <c:v>12.5</c:v>
                </c:pt>
                <c:pt idx="1">
                  <c:v>12.5</c:v>
                </c:pt>
              </c:numCache>
            </c:numRef>
          </c:xVal>
          <c:yVal>
            <c:numRef>
              <c:f>'Chart Data'!$N$2:$N$3</c:f>
              <c:numCache>
                <c:formatCode>0</c:formatCode>
                <c:ptCount val="2"/>
                <c:pt idx="0">
                  <c:v>50</c:v>
                </c:pt>
                <c:pt idx="1">
                  <c:v>60</c:v>
                </c:pt>
              </c:numCache>
            </c:numRef>
          </c:yVal>
          <c:smooth val="0"/>
        </c:ser>
        <c:ser>
          <c:idx val="7"/>
          <c:order val="7"/>
          <c:tx>
            <c:v>O hatch</c:v>
          </c:tx>
          <c:spPr>
            <a:ln xmlns:a="http://schemas.openxmlformats.org/drawingml/2006/main" w="11430">
              <a:solidFill>
                <a:srgbClr val="C48D28"/>
              </a:solidFill>
            </a:ln>
          </c:spPr>
          <c:marker>
            <c:symbol val="none"/>
          </c:marker>
          <c:xVal>
            <c:numRef>
              <c:f>'Chart Data'!$O$2:$O$3</c:f>
              <c:numCache>
                <c:formatCode>General</c:formatCode>
                <c:ptCount val="2"/>
                <c:pt idx="0">
                  <c:v>14.58333333</c:v>
                </c:pt>
                <c:pt idx="1">
                  <c:v>14.58333333</c:v>
                </c:pt>
              </c:numCache>
            </c:numRef>
          </c:xVal>
          <c:yVal>
            <c:numRef>
              <c:f>'Chart Data'!$P$2:$P$3</c:f>
              <c:numCache>
                <c:formatCode>0</c:formatCode>
                <c:ptCount val="2"/>
                <c:pt idx="0">
                  <c:v>50</c:v>
                </c:pt>
                <c:pt idx="1">
                  <c:v>60</c:v>
                </c:pt>
              </c:numCache>
            </c:numRef>
          </c:yVal>
          <c:smooth val="0"/>
        </c:ser>
        <c:ser>
          <c:idx val="8"/>
          <c:order val="8"/>
          <c:tx>
            <c:v>O hatch</c:v>
          </c:tx>
          <c:spPr>
            <a:ln xmlns:a="http://schemas.openxmlformats.org/drawingml/2006/main" w="11430">
              <a:solidFill>
                <a:srgbClr val="C48D28"/>
              </a:solidFill>
            </a:ln>
          </c:spPr>
          <c:marker>
            <c:symbol val="none"/>
          </c:marker>
          <c:xVal>
            <c:numRef>
              <c:f>'Chart Data'!$Q$2:$Q$3</c:f>
              <c:numCache>
                <c:formatCode>General</c:formatCode>
                <c:ptCount val="2"/>
                <c:pt idx="0">
                  <c:v>16.66666667</c:v>
                </c:pt>
                <c:pt idx="1">
                  <c:v>16.66666667</c:v>
                </c:pt>
              </c:numCache>
            </c:numRef>
          </c:xVal>
          <c:yVal>
            <c:numRef>
              <c:f>'Chart Data'!$R$2:$R$3</c:f>
              <c:numCache>
                <c:formatCode>0</c:formatCode>
                <c:ptCount val="2"/>
                <c:pt idx="0">
                  <c:v>50</c:v>
                </c:pt>
                <c:pt idx="1">
                  <c:v>60</c:v>
                </c:pt>
              </c:numCache>
            </c:numRef>
          </c:yVal>
          <c:smooth val="0"/>
        </c:ser>
        <c:ser>
          <c:idx val="9"/>
          <c:order val="9"/>
          <c:tx>
            <c:v>O hatch</c:v>
          </c:tx>
          <c:spPr>
            <a:ln xmlns:a="http://schemas.openxmlformats.org/drawingml/2006/main" w="11430">
              <a:solidFill>
                <a:srgbClr val="C48D28"/>
              </a:solidFill>
            </a:ln>
          </c:spPr>
          <c:marker>
            <c:symbol val="none"/>
          </c:marker>
          <c:xVal>
            <c:numRef>
              <c:f>'Chart Data'!$S$2:$S$3</c:f>
              <c:numCache>
                <c:formatCode>General</c:formatCode>
                <c:ptCount val="2"/>
                <c:pt idx="0">
                  <c:v>18.75</c:v>
                </c:pt>
                <c:pt idx="1">
                  <c:v>18.75</c:v>
                </c:pt>
              </c:numCache>
            </c:numRef>
          </c:xVal>
          <c:yVal>
            <c:numRef>
              <c:f>'Chart Data'!$T$2:$T$3</c:f>
              <c:numCache>
                <c:formatCode>0</c:formatCode>
                <c:ptCount val="2"/>
                <c:pt idx="0">
                  <c:v>50</c:v>
                </c:pt>
                <c:pt idx="1">
                  <c:v>60</c:v>
                </c:pt>
              </c:numCache>
            </c:numRef>
          </c:yVal>
          <c:smooth val="0"/>
        </c:ser>
        <c:ser>
          <c:idx val="10"/>
          <c:order val="10"/>
          <c:tx>
            <c:v>O hatch</c:v>
          </c:tx>
          <c:spPr>
            <a:ln xmlns:a="http://schemas.openxmlformats.org/drawingml/2006/main" w="11430">
              <a:solidFill>
                <a:srgbClr val="C48D28"/>
              </a:solidFill>
            </a:ln>
          </c:spPr>
          <c:marker>
            <c:symbol val="none"/>
          </c:marker>
          <c:xVal>
            <c:numRef>
              <c:f>'Chart Data'!$U$2:$U$3</c:f>
              <c:numCache>
                <c:formatCode>General</c:formatCode>
                <c:ptCount val="2"/>
                <c:pt idx="0">
                  <c:v>20.83333333</c:v>
                </c:pt>
                <c:pt idx="1">
                  <c:v>20.83333333</c:v>
                </c:pt>
              </c:numCache>
            </c:numRef>
          </c:xVal>
          <c:yVal>
            <c:numRef>
              <c:f>'Chart Data'!$V$2:$V$3</c:f>
              <c:numCache>
                <c:formatCode>0</c:formatCode>
                <c:ptCount val="2"/>
                <c:pt idx="0">
                  <c:v>50</c:v>
                </c:pt>
                <c:pt idx="1">
                  <c:v>60</c:v>
                </c:pt>
              </c:numCache>
            </c:numRef>
          </c:yVal>
          <c:smooth val="0"/>
        </c:ser>
        <c:ser>
          <c:idx val="11"/>
          <c:order val="11"/>
          <c:tx>
            <c:v>O hatch</c:v>
          </c:tx>
          <c:spPr>
            <a:ln xmlns:a="http://schemas.openxmlformats.org/drawingml/2006/main" w="11430">
              <a:solidFill>
                <a:srgbClr val="C48D28"/>
              </a:solidFill>
            </a:ln>
          </c:spPr>
          <c:marker>
            <c:symbol val="none"/>
          </c:marker>
          <c:xVal>
            <c:numRef>
              <c:f>'Chart Data'!$W$2:$W$3</c:f>
              <c:numCache>
                <c:formatCode>General</c:formatCode>
                <c:ptCount val="2"/>
                <c:pt idx="0">
                  <c:v>22.91666667</c:v>
                </c:pt>
                <c:pt idx="1">
                  <c:v>22.91666667</c:v>
                </c:pt>
              </c:numCache>
            </c:numRef>
          </c:xVal>
          <c:yVal>
            <c:numRef>
              <c:f>'Chart Data'!$X$2:$X$3</c:f>
              <c:numCache>
                <c:formatCode>0</c:formatCode>
                <c:ptCount val="2"/>
                <c:pt idx="0">
                  <c:v>50</c:v>
                </c:pt>
                <c:pt idx="1">
                  <c:v>60</c:v>
                </c:pt>
              </c:numCache>
            </c:numRef>
          </c:yVal>
          <c:smooth val="0"/>
        </c:ser>
        <c:ser>
          <c:idx val="12"/>
          <c:order val="12"/>
          <c:tx>
            <c:v>O hatch</c:v>
          </c:tx>
          <c:spPr>
            <a:ln xmlns:a="http://schemas.openxmlformats.org/drawingml/2006/main" w="11430">
              <a:solidFill>
                <a:srgbClr val="C48D28"/>
              </a:solidFill>
            </a:ln>
          </c:spPr>
          <c:marker>
            <c:symbol val="none"/>
          </c:marker>
          <c:xVal>
            <c:numRef>
              <c:f>'Chart Data'!$Y$2:$Y$3</c:f>
              <c:numCache>
                <c:formatCode>General</c:formatCode>
                <c:ptCount val="2"/>
                <c:pt idx="0">
                  <c:v>25</c:v>
                </c:pt>
                <c:pt idx="1">
                  <c:v>25</c:v>
                </c:pt>
              </c:numCache>
            </c:numRef>
          </c:xVal>
          <c:yVal>
            <c:numRef>
              <c:f>'Chart Data'!$Z$2:$Z$3</c:f>
              <c:numCache>
                <c:formatCode>0</c:formatCode>
                <c:ptCount val="2"/>
                <c:pt idx="0">
                  <c:v>50</c:v>
                </c:pt>
                <c:pt idx="1">
                  <c:v>60</c:v>
                </c:pt>
              </c:numCache>
            </c:numRef>
          </c:yVal>
          <c:smooth val="0"/>
        </c:ser>
        <c:ser>
          <c:idx val="13"/>
          <c:order val="13"/>
          <c:tx>
            <c:v>O hatch</c:v>
          </c:tx>
          <c:spPr>
            <a:ln xmlns:a="http://schemas.openxmlformats.org/drawingml/2006/main" w="11430">
              <a:solidFill>
                <a:srgbClr val="C48D28"/>
              </a:solidFill>
            </a:ln>
          </c:spPr>
          <c:marker>
            <c:symbol val="none"/>
          </c:marker>
          <c:xVal>
            <c:numRef>
              <c:f>'Chart Data'!$AA$2:$AA$3</c:f>
              <c:numCache>
                <c:formatCode>General</c:formatCode>
                <c:ptCount val="2"/>
                <c:pt idx="0">
                  <c:v>27.08333333</c:v>
                </c:pt>
                <c:pt idx="1">
                  <c:v>27.08333333</c:v>
                </c:pt>
              </c:numCache>
            </c:numRef>
          </c:xVal>
          <c:yVal>
            <c:numRef>
              <c:f>'Chart Data'!$AB$2:$AB$3</c:f>
              <c:numCache>
                <c:formatCode>0</c:formatCode>
                <c:ptCount val="2"/>
                <c:pt idx="0">
                  <c:v>50</c:v>
                </c:pt>
                <c:pt idx="1">
                  <c:v>60</c:v>
                </c:pt>
              </c:numCache>
            </c:numRef>
          </c:yVal>
          <c:smooth val="0"/>
        </c:ser>
        <c:ser>
          <c:idx val="14"/>
          <c:order val="14"/>
          <c:tx>
            <c:v>O hatch</c:v>
          </c:tx>
          <c:spPr>
            <a:ln xmlns:a="http://schemas.openxmlformats.org/drawingml/2006/main" w="11430">
              <a:solidFill>
                <a:srgbClr val="C48D28"/>
              </a:solidFill>
            </a:ln>
          </c:spPr>
          <c:marker>
            <c:symbol val="none"/>
          </c:marker>
          <c:xVal>
            <c:numRef>
              <c:f>'Chart Data'!$AC$2:$AC$3</c:f>
              <c:numCache>
                <c:formatCode>General</c:formatCode>
                <c:ptCount val="2"/>
                <c:pt idx="0">
                  <c:v>29.16666667</c:v>
                </c:pt>
                <c:pt idx="1">
                  <c:v>29.16666667</c:v>
                </c:pt>
              </c:numCache>
            </c:numRef>
          </c:xVal>
          <c:yVal>
            <c:numRef>
              <c:f>'Chart Data'!$AD$2:$AD$3</c:f>
              <c:numCache>
                <c:formatCode>0</c:formatCode>
                <c:ptCount val="2"/>
                <c:pt idx="0">
                  <c:v>50</c:v>
                </c:pt>
                <c:pt idx="1">
                  <c:v>60</c:v>
                </c:pt>
              </c:numCache>
            </c:numRef>
          </c:yVal>
          <c:smooth val="0"/>
        </c:ser>
        <c:ser>
          <c:idx val="15"/>
          <c:order val="15"/>
          <c:tx>
            <c:v>O hatch</c:v>
          </c:tx>
          <c:spPr>
            <a:ln xmlns:a="http://schemas.openxmlformats.org/drawingml/2006/main" w="11430">
              <a:solidFill>
                <a:srgbClr val="C48D28"/>
              </a:solidFill>
            </a:ln>
          </c:spPr>
          <c:marker>
            <c:symbol val="none"/>
          </c:marker>
          <c:xVal>
            <c:numRef>
              <c:f>'Chart Data'!$AE$2:$AE$3</c:f>
              <c:numCache>
                <c:formatCode>General</c:formatCode>
                <c:ptCount val="2"/>
                <c:pt idx="0">
                  <c:v>31.25</c:v>
                </c:pt>
                <c:pt idx="1">
                  <c:v>31.25</c:v>
                </c:pt>
              </c:numCache>
            </c:numRef>
          </c:xVal>
          <c:yVal>
            <c:numRef>
              <c:f>'Chart Data'!$AF$2:$AF$3</c:f>
              <c:numCache>
                <c:formatCode>0</c:formatCode>
                <c:ptCount val="2"/>
                <c:pt idx="0">
                  <c:v>50</c:v>
                </c:pt>
                <c:pt idx="1">
                  <c:v>60</c:v>
                </c:pt>
              </c:numCache>
            </c:numRef>
          </c:yVal>
          <c:smooth val="0"/>
        </c:ser>
        <c:ser>
          <c:idx val="16"/>
          <c:order val="16"/>
          <c:tx>
            <c:v>O hatch</c:v>
          </c:tx>
          <c:spPr>
            <a:ln xmlns:a="http://schemas.openxmlformats.org/drawingml/2006/main" w="11430">
              <a:solidFill>
                <a:srgbClr val="C48D28"/>
              </a:solidFill>
            </a:ln>
          </c:spPr>
          <c:marker>
            <c:symbol val="none"/>
          </c:marker>
          <c:xVal>
            <c:numRef>
              <c:f>'Chart Data'!$AG$2:$AG$3</c:f>
              <c:numCache>
                <c:formatCode>General</c:formatCode>
                <c:ptCount val="2"/>
                <c:pt idx="0">
                  <c:v>33.33333333</c:v>
                </c:pt>
                <c:pt idx="1">
                  <c:v>33.33333333</c:v>
                </c:pt>
              </c:numCache>
            </c:numRef>
          </c:xVal>
          <c:yVal>
            <c:numRef>
              <c:f>'Chart Data'!$AH$2:$AH$3</c:f>
              <c:numCache>
                <c:formatCode>0</c:formatCode>
                <c:ptCount val="2"/>
                <c:pt idx="0">
                  <c:v>50</c:v>
                </c:pt>
                <c:pt idx="1">
                  <c:v>60</c:v>
                </c:pt>
              </c:numCache>
            </c:numRef>
          </c:yVal>
          <c:smooth val="0"/>
        </c:ser>
        <c:ser>
          <c:idx val="17"/>
          <c:order val="17"/>
          <c:tx>
            <c:v>O hatch</c:v>
          </c:tx>
          <c:spPr>
            <a:ln xmlns:a="http://schemas.openxmlformats.org/drawingml/2006/main" w="11430">
              <a:solidFill>
                <a:srgbClr val="C48D28"/>
              </a:solidFill>
            </a:ln>
          </c:spPr>
          <c:marker>
            <c:symbol val="none"/>
          </c:marker>
          <c:xVal>
            <c:numRef>
              <c:f>'Chart Data'!$AI$2:$AI$3</c:f>
              <c:numCache>
                <c:formatCode>General</c:formatCode>
                <c:ptCount val="2"/>
                <c:pt idx="0">
                  <c:v>35.41666667</c:v>
                </c:pt>
                <c:pt idx="1">
                  <c:v>35.41666667</c:v>
                </c:pt>
              </c:numCache>
            </c:numRef>
          </c:xVal>
          <c:yVal>
            <c:numRef>
              <c:f>'Chart Data'!$AJ$2:$AJ$3</c:f>
              <c:numCache>
                <c:formatCode>0</c:formatCode>
                <c:ptCount val="2"/>
                <c:pt idx="0">
                  <c:v>50</c:v>
                </c:pt>
                <c:pt idx="1">
                  <c:v>60</c:v>
                </c:pt>
              </c:numCache>
            </c:numRef>
          </c:yVal>
          <c:smooth val="0"/>
        </c:ser>
        <c:ser>
          <c:idx val="18"/>
          <c:order val="18"/>
          <c:tx>
            <c:v>O hatch</c:v>
          </c:tx>
          <c:spPr>
            <a:ln xmlns:a="http://schemas.openxmlformats.org/drawingml/2006/main" w="11430">
              <a:solidFill>
                <a:srgbClr val="C48D28"/>
              </a:solidFill>
            </a:ln>
          </c:spPr>
          <c:marker>
            <c:symbol val="none"/>
          </c:marker>
          <c:xVal>
            <c:numRef>
              <c:f>'Chart Data'!$AK$2:$AK$3</c:f>
              <c:numCache>
                <c:formatCode>General</c:formatCode>
                <c:ptCount val="2"/>
                <c:pt idx="0">
                  <c:v>37.5</c:v>
                </c:pt>
                <c:pt idx="1">
                  <c:v>37.5</c:v>
                </c:pt>
              </c:numCache>
            </c:numRef>
          </c:xVal>
          <c:yVal>
            <c:numRef>
              <c:f>'Chart Data'!$AL$2:$AL$3</c:f>
              <c:numCache>
                <c:formatCode>0</c:formatCode>
                <c:ptCount val="2"/>
                <c:pt idx="0">
                  <c:v>50</c:v>
                </c:pt>
                <c:pt idx="1">
                  <c:v>60</c:v>
                </c:pt>
              </c:numCache>
            </c:numRef>
          </c:yVal>
          <c:smooth val="0"/>
        </c:ser>
        <c:ser>
          <c:idx val="19"/>
          <c:order val="19"/>
          <c:tx>
            <c:v>O hatch</c:v>
          </c:tx>
          <c:spPr>
            <a:ln xmlns:a="http://schemas.openxmlformats.org/drawingml/2006/main" w="11430">
              <a:solidFill>
                <a:srgbClr val="C48D28"/>
              </a:solidFill>
            </a:ln>
          </c:spPr>
          <c:marker>
            <c:symbol val="none"/>
          </c:marker>
          <c:xVal>
            <c:numRef>
              <c:f>'Chart Data'!$AM$2:$AM$3</c:f>
              <c:numCache>
                <c:formatCode>General</c:formatCode>
                <c:ptCount val="2"/>
                <c:pt idx="0">
                  <c:v>39.58333333</c:v>
                </c:pt>
                <c:pt idx="1">
                  <c:v>39.58333333</c:v>
                </c:pt>
              </c:numCache>
            </c:numRef>
          </c:xVal>
          <c:yVal>
            <c:numRef>
              <c:f>'Chart Data'!$AN$2:$AN$3</c:f>
              <c:numCache>
                <c:formatCode>0</c:formatCode>
                <c:ptCount val="2"/>
                <c:pt idx="0">
                  <c:v>50</c:v>
                </c:pt>
                <c:pt idx="1">
                  <c:v>60</c:v>
                </c:pt>
              </c:numCache>
            </c:numRef>
          </c:yVal>
          <c:smooth val="0"/>
        </c:ser>
        <c:ser>
          <c:idx val="20"/>
          <c:order val="20"/>
          <c:tx>
            <c:v>W boundary</c:v>
          </c:tx>
          <c:spPr>
            <a:ln xmlns:a="http://schemas.openxmlformats.org/drawingml/2006/main" w="21908">
              <a:solidFill>
                <a:srgbClr val="C8554B"/>
              </a:solidFill>
            </a:ln>
          </c:spPr>
          <c:marker>
            <c:symbol val="none"/>
          </c:marker>
          <c:xVal>
            <c:numRef>
              <c:f>'Chart Data'!$AO$2:$AO$5</c:f>
              <c:numCache>
                <c:formatCode>General</c:formatCode>
                <c:ptCount val="4"/>
                <c:pt idx="0">
                  <c:v>40</c:v>
                </c:pt>
                <c:pt idx="1">
                  <c:v>60</c:v>
                </c:pt>
                <c:pt idx="2">
                  <c:v>40</c:v>
                </c:pt>
                <c:pt idx="3">
                  <c:v>40</c:v>
                </c:pt>
              </c:numCache>
            </c:numRef>
          </c:xVal>
          <c:yVal>
            <c:numRef>
              <c:f>'Chart Data'!$AP$2:$AP$5</c:f>
              <c:numCache>
                <c:formatCode>0</c:formatCode>
                <c:ptCount val="4"/>
                <c:pt idx="0">
                  <c:v>40</c:v>
                </c:pt>
                <c:pt idx="1">
                  <c:v>50</c:v>
                </c:pt>
                <c:pt idx="2">
                  <c:v>60</c:v>
                </c:pt>
                <c:pt idx="3">
                  <c:v>40</c:v>
                </c:pt>
              </c:numCache>
            </c:numRef>
          </c:yVal>
          <c:smooth val="0"/>
        </c:ser>
        <c:ser>
          <c:idx val="21"/>
          <c:order val="21"/>
          <c:tx>
            <c:v>W hatch</c:v>
          </c:tx>
          <c:spPr>
            <a:ln xmlns:a="http://schemas.openxmlformats.org/drawingml/2006/main" w="11430">
              <a:solidFill>
                <a:srgbClr val="C8554B"/>
              </a:solidFill>
            </a:ln>
          </c:spPr>
          <c:marker>
            <c:symbol val="none"/>
          </c:marker>
          <c:xVal>
            <c:numRef>
              <c:f>'Chart Data'!$AQ$2:$AQ$3</c:f>
              <c:numCache>
                <c:formatCode>General</c:formatCode>
                <c:ptCount val="2"/>
                <c:pt idx="0">
                  <c:v>40</c:v>
                </c:pt>
                <c:pt idx="1">
                  <c:v>42.6</c:v>
                </c:pt>
              </c:numCache>
            </c:numRef>
          </c:xVal>
          <c:yVal>
            <c:numRef>
              <c:f>'Chart Data'!$AR$2:$AR$3</c:f>
              <c:numCache>
                <c:formatCode>0</c:formatCode>
                <c:ptCount val="2"/>
                <c:pt idx="0">
                  <c:v>41.3</c:v>
                </c:pt>
                <c:pt idx="1">
                  <c:v>41.3</c:v>
                </c:pt>
              </c:numCache>
            </c:numRef>
          </c:yVal>
          <c:smooth val="0"/>
        </c:ser>
        <c:ser>
          <c:idx val="22"/>
          <c:order val="22"/>
          <c:tx>
            <c:v>W hatch</c:v>
          </c:tx>
          <c:spPr>
            <a:ln xmlns:a="http://schemas.openxmlformats.org/drawingml/2006/main" w="11430">
              <a:solidFill>
                <a:srgbClr val="C8554B"/>
              </a:solidFill>
            </a:ln>
          </c:spPr>
          <c:marker>
            <c:symbol val="none"/>
          </c:marker>
          <c:xVal>
            <c:numRef>
              <c:f>'Chart Data'!$AS$2:$AS$3</c:f>
              <c:numCache>
                <c:formatCode>General</c:formatCode>
                <c:ptCount val="2"/>
                <c:pt idx="0">
                  <c:v>40</c:v>
                </c:pt>
                <c:pt idx="1">
                  <c:v>45.2</c:v>
                </c:pt>
              </c:numCache>
            </c:numRef>
          </c:xVal>
          <c:yVal>
            <c:numRef>
              <c:f>'Chart Data'!$AT$2:$AT$3</c:f>
              <c:numCache>
                <c:formatCode>0</c:formatCode>
                <c:ptCount val="2"/>
                <c:pt idx="0">
                  <c:v>42.6</c:v>
                </c:pt>
                <c:pt idx="1">
                  <c:v>42.6</c:v>
                </c:pt>
              </c:numCache>
            </c:numRef>
          </c:yVal>
          <c:smooth val="0"/>
        </c:ser>
        <c:ser>
          <c:idx val="23"/>
          <c:order val="23"/>
          <c:tx>
            <c:v>W hatch</c:v>
          </c:tx>
          <c:spPr>
            <a:ln xmlns:a="http://schemas.openxmlformats.org/drawingml/2006/main" w="11430">
              <a:solidFill>
                <a:srgbClr val="C8554B"/>
              </a:solidFill>
            </a:ln>
          </c:spPr>
          <c:marker>
            <c:symbol val="none"/>
          </c:marker>
          <c:xVal>
            <c:numRef>
              <c:f>'Chart Data'!$AU$2:$AU$3</c:f>
              <c:numCache>
                <c:formatCode>General</c:formatCode>
                <c:ptCount val="2"/>
                <c:pt idx="0">
                  <c:v>40</c:v>
                </c:pt>
                <c:pt idx="1">
                  <c:v>47.8</c:v>
                </c:pt>
              </c:numCache>
            </c:numRef>
          </c:xVal>
          <c:yVal>
            <c:numRef>
              <c:f>'Chart Data'!$AV$2:$AV$3</c:f>
              <c:numCache>
                <c:formatCode>0</c:formatCode>
                <c:ptCount val="2"/>
                <c:pt idx="0">
                  <c:v>43.9</c:v>
                </c:pt>
                <c:pt idx="1">
                  <c:v>43.9</c:v>
                </c:pt>
              </c:numCache>
            </c:numRef>
          </c:yVal>
          <c:smooth val="0"/>
        </c:ser>
        <c:ser>
          <c:idx val="24"/>
          <c:order val="24"/>
          <c:tx>
            <c:v>W hatch</c:v>
          </c:tx>
          <c:spPr>
            <a:ln xmlns:a="http://schemas.openxmlformats.org/drawingml/2006/main" w="11430">
              <a:solidFill>
                <a:srgbClr val="C8554B"/>
              </a:solidFill>
            </a:ln>
          </c:spPr>
          <c:marker>
            <c:symbol val="none"/>
          </c:marker>
          <c:xVal>
            <c:numRef>
              <c:f>'Chart Data'!$AW$2:$AW$3</c:f>
              <c:numCache>
                <c:formatCode>General</c:formatCode>
                <c:ptCount val="2"/>
                <c:pt idx="0">
                  <c:v>40</c:v>
                </c:pt>
                <c:pt idx="1">
                  <c:v>50.4</c:v>
                </c:pt>
              </c:numCache>
            </c:numRef>
          </c:xVal>
          <c:yVal>
            <c:numRef>
              <c:f>'Chart Data'!$AX$2:$AX$3</c:f>
              <c:numCache>
                <c:formatCode>0</c:formatCode>
                <c:ptCount val="2"/>
                <c:pt idx="0">
                  <c:v>45.2</c:v>
                </c:pt>
                <c:pt idx="1">
                  <c:v>45.2</c:v>
                </c:pt>
              </c:numCache>
            </c:numRef>
          </c:yVal>
          <c:smooth val="0"/>
        </c:ser>
        <c:ser>
          <c:idx val="25"/>
          <c:order val="25"/>
          <c:tx>
            <c:v>W hatch</c:v>
          </c:tx>
          <c:spPr>
            <a:ln xmlns:a="http://schemas.openxmlformats.org/drawingml/2006/main" w="11430">
              <a:solidFill>
                <a:srgbClr val="C8554B"/>
              </a:solidFill>
            </a:ln>
          </c:spPr>
          <c:marker>
            <c:symbol val="none"/>
          </c:marker>
          <c:xVal>
            <c:numRef>
              <c:f>'Chart Data'!$AY$2:$AY$3</c:f>
              <c:numCache>
                <c:formatCode>General</c:formatCode>
                <c:ptCount val="2"/>
                <c:pt idx="0">
                  <c:v>40</c:v>
                </c:pt>
                <c:pt idx="1">
                  <c:v>53</c:v>
                </c:pt>
              </c:numCache>
            </c:numRef>
          </c:xVal>
          <c:yVal>
            <c:numRef>
              <c:f>'Chart Data'!$AZ$2:$AZ$3</c:f>
              <c:numCache>
                <c:formatCode>0</c:formatCode>
                <c:ptCount val="2"/>
                <c:pt idx="0">
                  <c:v>46.5</c:v>
                </c:pt>
                <c:pt idx="1">
                  <c:v>46.5</c:v>
                </c:pt>
              </c:numCache>
            </c:numRef>
          </c:yVal>
          <c:smooth val="0"/>
        </c:ser>
        <c:ser>
          <c:idx val="26"/>
          <c:order val="26"/>
          <c:tx>
            <c:v>W hatch</c:v>
          </c:tx>
          <c:spPr>
            <a:ln xmlns:a="http://schemas.openxmlformats.org/drawingml/2006/main" w="11430">
              <a:solidFill>
                <a:srgbClr val="C8554B"/>
              </a:solidFill>
            </a:ln>
          </c:spPr>
          <c:marker>
            <c:symbol val="none"/>
          </c:marker>
          <c:xVal>
            <c:numRef>
              <c:f>'Chart Data'!$BA$2:$BA$3</c:f>
              <c:numCache>
                <c:formatCode>General</c:formatCode>
                <c:ptCount val="2"/>
                <c:pt idx="0">
                  <c:v>40</c:v>
                </c:pt>
                <c:pt idx="1">
                  <c:v>55.6</c:v>
                </c:pt>
              </c:numCache>
            </c:numRef>
          </c:xVal>
          <c:yVal>
            <c:numRef>
              <c:f>'Chart Data'!$BB$2:$BB$3</c:f>
              <c:numCache>
                <c:formatCode>0</c:formatCode>
                <c:ptCount val="2"/>
                <c:pt idx="0">
                  <c:v>47.8</c:v>
                </c:pt>
                <c:pt idx="1">
                  <c:v>47.8</c:v>
                </c:pt>
              </c:numCache>
            </c:numRef>
          </c:yVal>
          <c:smooth val="0"/>
        </c:ser>
        <c:ser>
          <c:idx val="27"/>
          <c:order val="27"/>
          <c:tx>
            <c:v>W hatch</c:v>
          </c:tx>
          <c:spPr>
            <a:ln xmlns:a="http://schemas.openxmlformats.org/drawingml/2006/main" w="11430">
              <a:solidFill>
                <a:srgbClr val="C8554B"/>
              </a:solidFill>
            </a:ln>
          </c:spPr>
          <c:marker>
            <c:symbol val="none"/>
          </c:marker>
          <c:xVal>
            <c:numRef>
              <c:f>'Chart Data'!$BC$2:$BC$3</c:f>
              <c:numCache>
                <c:formatCode>General</c:formatCode>
                <c:ptCount val="2"/>
                <c:pt idx="0">
                  <c:v>40</c:v>
                </c:pt>
                <c:pt idx="1">
                  <c:v>58.2</c:v>
                </c:pt>
              </c:numCache>
            </c:numRef>
          </c:xVal>
          <c:yVal>
            <c:numRef>
              <c:f>'Chart Data'!$BD$2:$BD$3</c:f>
              <c:numCache>
                <c:formatCode>0</c:formatCode>
                <c:ptCount val="2"/>
                <c:pt idx="0">
                  <c:v>49.1</c:v>
                </c:pt>
                <c:pt idx="1">
                  <c:v>49.1</c:v>
                </c:pt>
              </c:numCache>
            </c:numRef>
          </c:yVal>
          <c:smooth val="0"/>
        </c:ser>
        <c:ser>
          <c:idx val="28"/>
          <c:order val="28"/>
          <c:tx>
            <c:v>W hatch</c:v>
          </c:tx>
          <c:spPr>
            <a:ln xmlns:a="http://schemas.openxmlformats.org/drawingml/2006/main" w="11430">
              <a:solidFill>
                <a:srgbClr val="C8554B"/>
              </a:solidFill>
            </a:ln>
          </c:spPr>
          <c:marker>
            <c:symbol val="none"/>
          </c:marker>
          <c:xVal>
            <c:numRef>
              <c:f>'Chart Data'!$BE$2:$BE$3</c:f>
              <c:numCache>
                <c:formatCode>General</c:formatCode>
                <c:ptCount val="2"/>
                <c:pt idx="0">
                  <c:v>40</c:v>
                </c:pt>
                <c:pt idx="1">
                  <c:v>59.2</c:v>
                </c:pt>
              </c:numCache>
            </c:numRef>
          </c:xVal>
          <c:yVal>
            <c:numRef>
              <c:f>'Chart Data'!$BF$2:$BF$3</c:f>
              <c:numCache>
                <c:formatCode>0</c:formatCode>
                <c:ptCount val="2"/>
                <c:pt idx="0">
                  <c:v>50.4</c:v>
                </c:pt>
                <c:pt idx="1">
                  <c:v>50.4</c:v>
                </c:pt>
              </c:numCache>
            </c:numRef>
          </c:yVal>
          <c:smooth val="0"/>
        </c:ser>
        <c:ser>
          <c:idx val="29"/>
          <c:order val="29"/>
          <c:tx>
            <c:v>W hatch</c:v>
          </c:tx>
          <c:spPr>
            <a:ln xmlns:a="http://schemas.openxmlformats.org/drawingml/2006/main" w="11430">
              <a:solidFill>
                <a:srgbClr val="C8554B"/>
              </a:solidFill>
            </a:ln>
          </c:spPr>
          <c:marker>
            <c:symbol val="none"/>
          </c:marker>
          <c:xVal>
            <c:numRef>
              <c:f>'Chart Data'!$BG$2:$BG$3</c:f>
              <c:numCache>
                <c:formatCode>General</c:formatCode>
                <c:ptCount val="2"/>
                <c:pt idx="0">
                  <c:v>40</c:v>
                </c:pt>
                <c:pt idx="1">
                  <c:v>56.6</c:v>
                </c:pt>
              </c:numCache>
            </c:numRef>
          </c:xVal>
          <c:yVal>
            <c:numRef>
              <c:f>'Chart Data'!$BH$2:$BH$3</c:f>
              <c:numCache>
                <c:formatCode>0</c:formatCode>
                <c:ptCount val="2"/>
                <c:pt idx="0">
                  <c:v>51.7</c:v>
                </c:pt>
                <c:pt idx="1">
                  <c:v>51.7</c:v>
                </c:pt>
              </c:numCache>
            </c:numRef>
          </c:yVal>
          <c:smooth val="0"/>
        </c:ser>
        <c:ser>
          <c:idx val="30"/>
          <c:order val="30"/>
          <c:tx>
            <c:v>W hatch</c:v>
          </c:tx>
          <c:spPr>
            <a:ln xmlns:a="http://schemas.openxmlformats.org/drawingml/2006/main" w="11430">
              <a:solidFill>
                <a:srgbClr val="C8554B"/>
              </a:solidFill>
            </a:ln>
          </c:spPr>
          <c:marker>
            <c:symbol val="none"/>
          </c:marker>
          <c:xVal>
            <c:numRef>
              <c:f>'Chart Data'!$BI$2:$BI$3</c:f>
              <c:numCache>
                <c:formatCode>General</c:formatCode>
                <c:ptCount val="2"/>
                <c:pt idx="0">
                  <c:v>40</c:v>
                </c:pt>
                <c:pt idx="1">
                  <c:v>54</c:v>
                </c:pt>
              </c:numCache>
            </c:numRef>
          </c:xVal>
          <c:yVal>
            <c:numRef>
              <c:f>'Chart Data'!$BJ$2:$BJ$3</c:f>
              <c:numCache>
                <c:formatCode>0</c:formatCode>
                <c:ptCount val="2"/>
                <c:pt idx="0">
                  <c:v>53</c:v>
                </c:pt>
                <c:pt idx="1">
                  <c:v>53</c:v>
                </c:pt>
              </c:numCache>
            </c:numRef>
          </c:yVal>
          <c:smooth val="0"/>
        </c:ser>
        <c:ser>
          <c:idx val="31"/>
          <c:order val="31"/>
          <c:tx>
            <c:v>W hatch</c:v>
          </c:tx>
          <c:spPr>
            <a:ln xmlns:a="http://schemas.openxmlformats.org/drawingml/2006/main" w="11430">
              <a:solidFill>
                <a:srgbClr val="C8554B"/>
              </a:solidFill>
            </a:ln>
          </c:spPr>
          <c:marker>
            <c:symbol val="none"/>
          </c:marker>
          <c:xVal>
            <c:numRef>
              <c:f>'Chart Data'!$BK$2:$BK$3</c:f>
              <c:numCache>
                <c:formatCode>General</c:formatCode>
                <c:ptCount val="2"/>
                <c:pt idx="0">
                  <c:v>40</c:v>
                </c:pt>
                <c:pt idx="1">
                  <c:v>51.4</c:v>
                </c:pt>
              </c:numCache>
            </c:numRef>
          </c:xVal>
          <c:yVal>
            <c:numRef>
              <c:f>'Chart Data'!$BL$2:$BL$3</c:f>
              <c:numCache>
                <c:formatCode>0</c:formatCode>
                <c:ptCount val="2"/>
                <c:pt idx="0">
                  <c:v>54.3</c:v>
                </c:pt>
                <c:pt idx="1">
                  <c:v>54.3</c:v>
                </c:pt>
              </c:numCache>
            </c:numRef>
          </c:yVal>
          <c:smooth val="0"/>
        </c:ser>
        <c:ser>
          <c:idx val="32"/>
          <c:order val="32"/>
          <c:tx>
            <c:v>W hatch</c:v>
          </c:tx>
          <c:spPr>
            <a:ln xmlns:a="http://schemas.openxmlformats.org/drawingml/2006/main" w="11430">
              <a:solidFill>
                <a:srgbClr val="C8554B"/>
              </a:solidFill>
            </a:ln>
          </c:spPr>
          <c:marker>
            <c:symbol val="none"/>
          </c:marker>
          <c:xVal>
            <c:numRef>
              <c:f>'Chart Data'!$BM$2:$BM$3</c:f>
              <c:numCache>
                <c:formatCode>General</c:formatCode>
                <c:ptCount val="2"/>
                <c:pt idx="0">
                  <c:v>40</c:v>
                </c:pt>
                <c:pt idx="1">
                  <c:v>48.8</c:v>
                </c:pt>
              </c:numCache>
            </c:numRef>
          </c:xVal>
          <c:yVal>
            <c:numRef>
              <c:f>'Chart Data'!$BN$2:$BN$3</c:f>
              <c:numCache>
                <c:formatCode>0</c:formatCode>
                <c:ptCount val="2"/>
                <c:pt idx="0">
                  <c:v>55.6</c:v>
                </c:pt>
                <c:pt idx="1">
                  <c:v>55.6</c:v>
                </c:pt>
              </c:numCache>
            </c:numRef>
          </c:yVal>
          <c:smooth val="0"/>
        </c:ser>
        <c:ser>
          <c:idx val="33"/>
          <c:order val="33"/>
          <c:tx>
            <c:v>W hatch</c:v>
          </c:tx>
          <c:spPr>
            <a:ln xmlns:a="http://schemas.openxmlformats.org/drawingml/2006/main" w="11430">
              <a:solidFill>
                <a:srgbClr val="C8554B"/>
              </a:solidFill>
            </a:ln>
          </c:spPr>
          <c:marker>
            <c:symbol val="none"/>
          </c:marker>
          <c:xVal>
            <c:numRef>
              <c:f>'Chart Data'!$BO$2:$BO$3</c:f>
              <c:numCache>
                <c:formatCode>General</c:formatCode>
                <c:ptCount val="2"/>
                <c:pt idx="0">
                  <c:v>40</c:v>
                </c:pt>
                <c:pt idx="1">
                  <c:v>46.2</c:v>
                </c:pt>
              </c:numCache>
            </c:numRef>
          </c:xVal>
          <c:yVal>
            <c:numRef>
              <c:f>'Chart Data'!$BP$2:$BP$3</c:f>
              <c:numCache>
                <c:formatCode>0</c:formatCode>
                <c:ptCount val="2"/>
                <c:pt idx="0">
                  <c:v>56.9</c:v>
                </c:pt>
                <c:pt idx="1">
                  <c:v>56.9</c:v>
                </c:pt>
              </c:numCache>
            </c:numRef>
          </c:yVal>
          <c:smooth val="0"/>
        </c:ser>
        <c:ser>
          <c:idx val="34"/>
          <c:order val="34"/>
          <c:tx>
            <c:v>W hatch</c:v>
          </c:tx>
          <c:spPr>
            <a:ln xmlns:a="http://schemas.openxmlformats.org/drawingml/2006/main" w="11430">
              <a:solidFill>
                <a:srgbClr val="C8554B"/>
              </a:solidFill>
            </a:ln>
          </c:spPr>
          <c:marker>
            <c:symbol val="none"/>
          </c:marker>
          <c:xVal>
            <c:numRef>
              <c:f>'Chart Data'!$BQ$2:$BQ$3</c:f>
              <c:numCache>
                <c:formatCode>General</c:formatCode>
                <c:ptCount val="2"/>
                <c:pt idx="0">
                  <c:v>40</c:v>
                </c:pt>
                <c:pt idx="1">
                  <c:v>43.6</c:v>
                </c:pt>
              </c:numCache>
            </c:numRef>
          </c:xVal>
          <c:yVal>
            <c:numRef>
              <c:f>'Chart Data'!$BR$2:$BR$3</c:f>
              <c:numCache>
                <c:formatCode>0</c:formatCode>
                <c:ptCount val="2"/>
                <c:pt idx="0">
                  <c:v>58.2</c:v>
                </c:pt>
                <c:pt idx="1">
                  <c:v>58.2</c:v>
                </c:pt>
              </c:numCache>
            </c:numRef>
          </c:yVal>
          <c:smooth val="0"/>
        </c:ser>
        <c:ser>
          <c:idx val="35"/>
          <c:order val="35"/>
          <c:tx>
            <c:v>W hatch</c:v>
          </c:tx>
          <c:spPr>
            <a:ln xmlns:a="http://schemas.openxmlformats.org/drawingml/2006/main" w="11430">
              <a:solidFill>
                <a:srgbClr val="C8554B"/>
              </a:solidFill>
            </a:ln>
          </c:spPr>
          <c:marker>
            <c:symbol val="none"/>
          </c:marker>
          <c:xVal>
            <c:numRef>
              <c:f>'Chart Data'!$BS$2:$BS$3</c:f>
              <c:numCache>
                <c:formatCode>General</c:formatCode>
                <c:ptCount val="2"/>
                <c:pt idx="0">
                  <c:v>40</c:v>
                </c:pt>
                <c:pt idx="1">
                  <c:v>41</c:v>
                </c:pt>
              </c:numCache>
            </c:numRef>
          </c:xVal>
          <c:yVal>
            <c:numRef>
              <c:f>'Chart Data'!$BT$2:$BT$3</c:f>
              <c:numCache>
                <c:formatCode>0</c:formatCode>
                <c:ptCount val="2"/>
                <c:pt idx="0">
                  <c:v>59.5</c:v>
                </c:pt>
                <c:pt idx="1">
                  <c:v>59.5</c:v>
                </c:pt>
              </c:numCache>
            </c:numRef>
          </c:yVal>
          <c:smooth val="0"/>
        </c:ser>
        <c:ser>
          <c:idx val="36"/>
          <c:order val="36"/>
          <c:tx>
            <c:v>Qm</c:v>
          </c:tx>
          <c:spPr>
            <a:ln xmlns:a="http://schemas.openxmlformats.org/drawingml/2006/main" w="12383">
              <a:solidFill>
                <a:srgbClr val="445B6B"/>
              </a:solidFill>
            </a:ln>
          </c:spPr>
          <c:marker>
            <c:symbol val="none"/>
          </c:marker>
          <c:xVal>
            <c:numRef>
              <c:f>'Chart Data'!$BU$2:$BU$3</c:f>
              <c:numCache>
                <c:formatCode>General</c:formatCode>
                <c:ptCount val="2"/>
                <c:pt idx="0">
                  <c:v>40</c:v>
                </c:pt>
                <c:pt idx="1">
                  <c:v>40</c:v>
                </c:pt>
              </c:numCache>
            </c:numRef>
          </c:xVal>
          <c:yVal>
            <c:numRef>
              <c:f>'Chart Data'!$BV$2:$BV$3</c:f>
              <c:numCache>
                <c:formatCode>0</c:formatCode>
                <c:ptCount val="2"/>
                <c:pt idx="0">
                  <c:v>0</c:v>
                </c:pt>
                <c:pt idx="1">
                  <c:v>60</c:v>
                </c:pt>
              </c:numCache>
            </c:numRef>
          </c:yVal>
          <c:smooth val="0"/>
        </c:ser>
        <c:ser>
          <c:idx val="37"/>
          <c:order val="37"/>
          <c:tx>
            <c:v>Pm</c:v>
          </c:tx>
          <c:spPr>
            <a:ln xmlns:a="http://schemas.openxmlformats.org/drawingml/2006/main" w="12383">
              <a:solidFill>
                <a:srgbClr val="445B6B"/>
              </a:solidFill>
            </a:ln>
          </c:spPr>
          <c:marker>
            <c:symbol val="none"/>
          </c:marker>
          <c:xVal>
            <c:numRef>
              <c:f>'Chart Data'!$BW$2:$BW$3</c:f>
              <c:numCache>
                <c:formatCode>General</c:formatCode>
                <c:ptCount val="2"/>
                <c:pt idx="0">
                  <c:v>0</c:v>
                </c:pt>
                <c:pt idx="1">
                  <c:v>40</c:v>
                </c:pt>
              </c:numCache>
            </c:numRef>
          </c:xVal>
          <c:yVal>
            <c:numRef>
              <c:f>'Chart Data'!$BX$2:$BX$3</c:f>
              <c:numCache>
                <c:formatCode>0</c:formatCode>
                <c:ptCount val="2"/>
                <c:pt idx="0">
                  <c:v>60</c:v>
                </c:pt>
                <c:pt idx="1">
                  <c:v>60</c:v>
                </c:pt>
              </c:numCache>
            </c:numRef>
          </c:yVal>
          <c:smooth val="0"/>
        </c:ser>
        <c:ser>
          <c:idx val="38"/>
          <c:order val="38"/>
          <c:tx>
            <c:v>M</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M</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Data'!$BY$2:$BY$2</c:f>
              <c:numCache>
                <c:formatCode>General</c:formatCode>
                <c:ptCount val="1"/>
                <c:pt idx="0">
                  <c:v>41.5</c:v>
                </c:pt>
              </c:numCache>
            </c:numRef>
          </c:xVal>
          <c:yVal>
            <c:numRef>
              <c:f>'Chart Data'!$BZ$2:$BZ$2</c:f>
              <c:numCache>
                <c:formatCode>0</c:formatCode>
                <c:ptCount val="1"/>
                <c:pt idx="0">
                  <c:v>65.2</c:v>
                </c:pt>
              </c:numCache>
            </c:numRef>
          </c:yVal>
          <c:smooth val="0"/>
        </c:ser>
        <c:ser>
          <c:idx val="39"/>
          <c:order val="39"/>
          <c:tx>
            <c:v>Qe</c:v>
          </c:tx>
          <c:spPr>
            <a:ln xmlns:a="http://schemas.openxmlformats.org/drawingml/2006/main" w="12383">
              <a:solidFill>
                <a:srgbClr val="445B6B"/>
              </a:solidFill>
            </a:ln>
          </c:spPr>
          <c:marker>
            <c:symbol val="none"/>
          </c:marker>
          <c:xVal>
            <c:numRef>
              <c:f>'Chart Data'!$CA$2:$CA$3</c:f>
              <c:numCache>
                <c:formatCode>General</c:formatCode>
                <c:ptCount val="2"/>
                <c:pt idx="0">
                  <c:v>60</c:v>
                </c:pt>
                <c:pt idx="1">
                  <c:v>60</c:v>
                </c:pt>
              </c:numCache>
            </c:numRef>
          </c:xVal>
          <c:yVal>
            <c:numRef>
              <c:f>'Chart Data'!$CB$2:$CB$3</c:f>
              <c:numCache>
                <c:formatCode>0</c:formatCode>
                <c:ptCount val="2"/>
                <c:pt idx="0">
                  <c:v>0</c:v>
                </c:pt>
                <c:pt idx="1">
                  <c:v>50</c:v>
                </c:pt>
              </c:numCache>
            </c:numRef>
          </c:yVal>
          <c:smooth val="0"/>
        </c:ser>
        <c:ser>
          <c:idx val="40"/>
          <c:order val="40"/>
          <c:tx>
            <c:v>Pe</c:v>
          </c:tx>
          <c:spPr>
            <a:ln xmlns:a="http://schemas.openxmlformats.org/drawingml/2006/main" w="12383">
              <a:solidFill>
                <a:srgbClr val="445B6B"/>
              </a:solidFill>
            </a:ln>
          </c:spPr>
          <c:marker>
            <c:symbol val="none"/>
          </c:marker>
          <c:xVal>
            <c:numRef>
              <c:f>'Chart Data'!$CC$2:$CC$3</c:f>
              <c:numCache>
                <c:formatCode>General</c:formatCode>
                <c:ptCount val="2"/>
                <c:pt idx="0">
                  <c:v>0</c:v>
                </c:pt>
                <c:pt idx="1">
                  <c:v>60</c:v>
                </c:pt>
              </c:numCache>
            </c:numRef>
          </c:xVal>
          <c:yVal>
            <c:numRef>
              <c:f>'Chart Data'!$CD$2:$CD$3</c:f>
              <c:numCache>
                <c:formatCode>0</c:formatCode>
                <c:ptCount val="2"/>
                <c:pt idx="0">
                  <c:v>50</c:v>
                </c:pt>
                <c:pt idx="1">
                  <c:v>50</c:v>
                </c:pt>
              </c:numCache>
            </c:numRef>
          </c:yVal>
          <c:smooth val="0"/>
        </c:ser>
        <c:ser>
          <c:idx val="41"/>
          <c:order val="41"/>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Data'!$CE$2:$CE$2</c:f>
              <c:numCache>
                <c:formatCode>General</c:formatCode>
                <c:ptCount val="1"/>
                <c:pt idx="0">
                  <c:v>63.5</c:v>
                </c:pt>
              </c:numCache>
            </c:numRef>
          </c:xVal>
          <c:yVal>
            <c:numRef>
              <c:f>'Chart Data'!$CF$2:$CF$2</c:f>
              <c:numCache>
                <c:formatCode>0</c:formatCode>
                <c:ptCount val="1"/>
                <c:pt idx="0">
                  <c:v>59.6</c:v>
                </c:pt>
              </c:numCache>
            </c:numRef>
          </c:yVal>
          <c:smooth val="0"/>
        </c:ser>
        <c:ser>
          <c:idx val="42"/>
          <c:order val="42"/>
          <c:tx>
            <c:v>Vraag = GO</c:v>
          </c:tx>
          <c:spPr>
            <a:ln xmlns:a="http://schemas.openxmlformats.org/drawingml/2006/main" w="38100">
              <a:solidFill>
                <a:srgbClr val="17658A"/>
              </a:solidFill>
            </a:ln>
          </c:spPr>
          <c:marker>
            <c:symbol val="none"/>
          </c:marker>
          <c:xVal>
            <c:numRef>
              <c:f>'Chart Data'!$CG$2:$CG$3</c:f>
              <c:numCache>
                <c:formatCode>General</c:formatCode>
                <c:ptCount val="2"/>
                <c:pt idx="0">
                  <c:v>0</c:v>
                </c:pt>
                <c:pt idx="1">
                  <c:v>100</c:v>
                </c:pt>
              </c:numCache>
            </c:numRef>
          </c:xVal>
          <c:yVal>
            <c:numRef>
              <c:f>'Chart Data'!$CH$2:$CH$3</c:f>
              <c:numCache>
                <c:formatCode>0</c:formatCode>
                <c:ptCount val="2"/>
                <c:pt idx="0">
                  <c:v>80</c:v>
                </c:pt>
                <c:pt idx="1">
                  <c:v>30</c:v>
                </c:pt>
              </c:numCache>
            </c:numRef>
          </c:yVal>
          <c:smooth val="0"/>
        </c:ser>
        <c:ser>
          <c:idx val="43"/>
          <c:order val="43"/>
          <c:tx>
            <c:v>MK</c:v>
          </c:tx>
          <c:spPr>
            <a:ln xmlns:a="http://schemas.openxmlformats.org/drawingml/2006/main" w="38100">
              <a:solidFill>
                <a:srgbClr val="A94D16"/>
              </a:solidFill>
            </a:ln>
          </c:spPr>
          <c:marker>
            <c:symbol val="none"/>
          </c:marker>
          <c:xVal>
            <c:numRef>
              <c:f>'Chart Data'!$CI$2:$CI$3</c:f>
              <c:numCache>
                <c:formatCode>General</c:formatCode>
                <c:ptCount val="2"/>
                <c:pt idx="0">
                  <c:v>0</c:v>
                </c:pt>
                <c:pt idx="1">
                  <c:v>100</c:v>
                </c:pt>
              </c:numCache>
            </c:numRef>
          </c:xVal>
          <c:yVal>
            <c:numRef>
              <c:f>'Chart Data'!$CJ$2:$CJ$3</c:f>
              <c:numCache>
                <c:formatCode>0</c:formatCode>
                <c:ptCount val="2"/>
                <c:pt idx="0">
                  <c:v>20</c:v>
                </c:pt>
                <c:pt idx="1">
                  <c:v>70</c:v>
                </c:pt>
              </c:numCache>
            </c:numRef>
          </c:yVal>
          <c:smooth val="0"/>
        </c:ser>
        <c:ser>
          <c:idx val="44"/>
          <c:order val="44"/>
          <c:tx>
            <c:v>Vraag = GO</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Vraag = GO</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Data'!$CK$2:$CK$2</c:f>
              <c:numCache>
                <c:formatCode>General</c:formatCode>
                <c:ptCount val="1"/>
                <c:pt idx="0">
                  <c:v>78</c:v>
                </c:pt>
              </c:numCache>
            </c:numRef>
          </c:xVal>
          <c:yVal>
            <c:numRef>
              <c:f>'Chart Data'!$CL$2:$CL$2</c:f>
              <c:numCache>
                <c:formatCode>0</c:formatCode>
                <c:ptCount val="1"/>
                <c:pt idx="0">
                  <c:v>26.6</c:v>
                </c:pt>
              </c:numCache>
            </c:numRef>
          </c:yVal>
          <c:smooth val="0"/>
        </c:ser>
        <c:ser>
          <c:idx val="45"/>
          <c:order val="45"/>
          <c:tx>
            <c:v>MK</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Data'!$CM$2:$CM$2</c:f>
              <c:numCache>
                <c:formatCode>General</c:formatCode>
                <c:ptCount val="1"/>
                <c:pt idx="0">
                  <c:v>89</c:v>
                </c:pt>
              </c:numCache>
            </c:numRef>
          </c:xVal>
          <c:yVal>
            <c:numRef>
              <c:f>'Chart Data'!$CN$2:$CN$2</c:f>
              <c:numCache>
                <c:formatCode>0</c:formatCode>
                <c:ptCount val="1"/>
                <c:pt idx="0">
                  <c:v>70.5</c:v>
                </c:pt>
              </c:numCache>
            </c:numRef>
          </c:yVal>
          <c:smooth val="0"/>
        </c:ser>
        <c:ser>
          <c:idx val="46"/>
          <c:order val="46"/>
          <c:tx>
            <c:v>M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Data'!$CO$2:$CO$2</c:f>
              <c:numCache>
                <c:formatCode>General</c:formatCode>
                <c:ptCount val="1"/>
                <c:pt idx="0">
                  <c:v>40</c:v>
                </c:pt>
              </c:numCache>
            </c:numRef>
          </c:xVal>
          <c:yVal>
            <c:numRef>
              <c:f>'Chart Data'!$CP$2:$CP$2</c:f>
              <c:numCache>
                <c:formatCode>0</c:formatCode>
                <c:ptCount val="1"/>
                <c:pt idx="0">
                  <c:v>60</c:v>
                </c:pt>
              </c:numCache>
            </c:numRef>
          </c:yVal>
          <c:smooth val="0"/>
        </c:ser>
        <c:ser>
          <c:idx val="47"/>
          <c:order val="47"/>
          <c:tx>
            <c:v>E point</c:v>
          </c:tx>
          <c:spPr>
            <a:ln xmlns:a="http://schemas.openxmlformats.org/drawingml/2006/main" w="0">
              <a:solidFill>
                <a:srgbClr val="183247"/>
              </a:solidFill>
            </a:ln>
          </c:spPr>
          <c:marker>
            <c:symbol val="circle"/>
            <c:size val="7"/>
            <c:spPr>
              <a:solidFill xmlns:a="http://schemas.openxmlformats.org/drawingml/2006/main">
                <a:srgbClr val="183247"/>
              </a:solidFill>
            </c:spPr>
          </c:marker>
          <c:xVal>
            <c:numRef>
              <c:f>'Chart Data'!$CQ$2:$CQ$2</c:f>
              <c:numCache>
                <c:formatCode>General</c:formatCode>
                <c:ptCount val="1"/>
                <c:pt idx="0">
                  <c:v>60</c:v>
                </c:pt>
              </c:numCache>
            </c:numRef>
          </c:xVal>
          <c:yVal>
            <c:numRef>
              <c:f>'Chart Data'!$CR$2:$CR$2</c:f>
              <c:numCache>
                <c:formatCode>0</c:formatCode>
                <c:ptCount val="1"/>
                <c:pt idx="0">
                  <c:v>50</c:v>
                </c:pt>
              </c:numCache>
            </c:numRef>
          </c:yVal>
          <c:smooth val="0"/>
        </c:ser>
        <c:ser>
          <c:idx val="48"/>
          <c:order val="48"/>
          <c:tx>
            <c:v>A</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Data'!$CS$2:$CS$2</c:f>
              <c:numCache>
                <c:formatCode>General</c:formatCode>
                <c:ptCount val="1"/>
                <c:pt idx="0">
                  <c:v>16.8</c:v>
                </c:pt>
              </c:numCache>
            </c:numRef>
          </c:xVal>
          <c:yVal>
            <c:numRef>
              <c:f>'Chart Data'!$CT$2:$CT$2</c:f>
              <c:numCache>
                <c:formatCode>0</c:formatCode>
                <c:ptCount val="1"/>
                <c:pt idx="0">
                  <c:v>55</c:v>
                </c:pt>
              </c:numCache>
            </c:numRef>
          </c:yVal>
          <c:smooth val="0"/>
        </c:ser>
        <c:ser>
          <c:idx val="49"/>
          <c:order val="49"/>
          <c:tx>
            <c:v>B</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A3302A"/>
                        </a:solidFill>
                        <a:latin typeface="Arial"/>
                        <a:ea typeface="Arial"/>
                        <a:cs typeface="Arial"/>
                      </a:rPr>
                      <a:t>B</a:t>
                    </a:r>
                  </a:p>
                </c:rich>
              </c:tx>
              <c:txPr>
                <a:bodyPr xmlns:a="http://schemas.openxmlformats.org/drawingml/2006/main" anchorCtr="1"/>
                <a:lstStyle xmlns:a="http://schemas.openxmlformats.org/drawingml/2006/main"/>
                <a:p xmlns:a="http://schemas.openxmlformats.org/drawingml/2006/main">
                  <a:pPr>
                    <a:defRPr sz="1950" b="1">
                      <a:solidFill>
                        <a:srgbClr val="A3302A"/>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Data'!$CU$2:$CU$2</c:f>
              <c:numCache>
                <c:formatCode>General</c:formatCode>
                <c:ptCount val="1"/>
                <c:pt idx="0">
                  <c:v>44.4</c:v>
                </c:pt>
              </c:numCache>
            </c:numRef>
          </c:xVal>
          <c:yVal>
            <c:numRef>
              <c:f>'Chart Data'!$CV$2:$CV$2</c:f>
              <c:numCache>
                <c:formatCode>0</c:formatCode>
                <c:ptCount val="1"/>
                <c:pt idx="0">
                  <c:v>50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MO, MK (€ per sessie)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3335">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1 Welvaartseffecten van monopolie">
            <a:extLst xmlns:a="http://schemas.openxmlformats.org/drawingml/2006/main">
              <a:ext uri="{FF2B5EF4-FFF2-40B4-BE49-F238E27FC236}">
                <a16:creationId xmlns:a16="http://schemas.microsoft.com/office/drawing/2014/main" id="{159F7D9B-2DB7-4C72-B7B2-5899D800A767}"/>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§4.2.1 Welvaartseffecten van monopolie</a:t>
            </a:r>
          </a:p>
        </p:txBody>
      </p:sp>
      <p:sp>
        <p:nvSpPr>
          <p:cNvPr id="2" name="">
            <a:extLst xmlns:a="http://schemas.openxmlformats.org/drawingml/2006/main">
              <a:ext uri="{FF2B5EF4-FFF2-40B4-BE49-F238E27FC236}">
                <a16:creationId xmlns:a16="http://schemas.microsoft.com/office/drawing/2014/main" id="{70C6C735-D2FC-457C-B20F-B81E8B8A967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2D8C08E1-F9BB-4FE1-8A36-54A1C607AFF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
            <a:extLst xmlns:a="http://schemas.openxmlformats.org/drawingml/2006/main">
              <a:ext uri="{FF2B5EF4-FFF2-40B4-BE49-F238E27FC236}">
                <a16:creationId xmlns:a16="http://schemas.microsoft.com/office/drawing/2014/main" id="{FA8A158B-E5BF-4AF7-8167-818A9CE133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ADBBDE02-142F-4991-B71D-693B22E9793E}"/>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E50099EE-4A06-4761-9CE4-9942A99864A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EE7E5C2-1086-4FDB-AC7C-79808A029EA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63DCDCF-2DBD-4E83-8F98-FF1FB6658D8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35079FF-BD4D-4DCC-ADB7-5D7E2FE511A3}"/>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A3393C3D-EB8E-46D4-85DC-F8517CE5502C}"/>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6B99E8A-FA63-46A1-BD17-D66CDA2F99E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423ED30-C5AA-494A-8925-006A14580C95}"/>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3B82E3DF-8CC9-4C5C-8159-73D9A10BF627}"/>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C0E50E9-4DA9-4B17-8F59-2C72740FCD25}"/>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17623751-857C-454B-96DD-31BC9A402843}"/>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81B1078-BB70-45BC-89E4-9D295BB00A25}"/>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754095E-7562-4405-9243-D7AF9DB76DFD}"/>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014D113-523C-45BC-8A86-9E8182F6339E}"/>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C3FCBBA5-D5BC-41C6-8964-299B047F9C9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1F868E6-906F-4E08-9102-3FCDA1B96AC2}"/>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05FBBBCE-361C-463F-9B38-0A353DEB95C8}"/>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A5C76B6C-8128-4D8C-BE59-038E19DC7039}"/>
              </a:ext>
            </a:extLst>
          </p:cNvPr>
          <p:cNvSpPr>
            <a:spLocks xmlns:a="http://schemas.openxmlformats.org/drawingml/2006/main" noGrp="1"/>
          </p:cNvSpPr>
          <p:nvPr/>
        </p:nvSpPr>
        <p:spPr>
          <a:xfrm xmlns:a="http://schemas.openxmlformats.org/drawingml/2006/main">
            <a:off x="9258300" y="2324100"/>
            <a:ext cx="5381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Monopolie en efficiënt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CS, PS, TS en winst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Overdracht en verlies scheiden.</a:t>
            </a:r>
          </a:p>
        </p:txBody>
      </p:sp>
      <p:sp>
        <p:nvSpPr>
          <p:cNvPr id="23" name="">
            <a:extLst xmlns:a="http://schemas.openxmlformats.org/drawingml/2006/main">
              <a:ext uri="{FF2B5EF4-FFF2-40B4-BE49-F238E27FC236}">
                <a16:creationId xmlns:a16="http://schemas.microsoft.com/office/drawing/2014/main" id="{896E53A7-61EB-4593-94B6-BB210F106EE6}"/>
              </a:ext>
            </a:extLst>
          </p:cNvPr>
          <p:cNvSpPr>
            <a:spLocks xmlns:a="http://schemas.openxmlformats.org/drawingml/2006/main" noGrp="1"/>
          </p:cNvSpPr>
          <p:nvPr/>
        </p:nvSpPr>
        <p:spPr>
          <a:xfrm xmlns:a="http://schemas.openxmlformats.org/drawingml/2006/main">
            <a:off x="9258300" y="361950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803CFFF-F486-472C-8CD2-CCBC1B5E5D3A}"/>
              </a:ext>
            </a:extLst>
          </p:cNvPr>
          <p:cNvSpPr>
            <a:spLocks xmlns:a="http://schemas.openxmlformats.org/drawingml/2006/main" noGrp="1"/>
          </p:cNvSpPr>
          <p:nvPr/>
        </p:nvSpPr>
        <p:spPr>
          <a:xfrm xmlns:a="http://schemas.openxmlformats.org/drawingml/2006/main">
            <a:off x="9258300" y="38290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E95A12DE-D980-4700-BD0F-F7255C63B422}"/>
              </a:ext>
            </a:extLst>
          </p:cNvPr>
          <p:cNvSpPr>
            <a:spLocks xmlns:a="http://schemas.openxmlformats.org/drawingml/2006/main" noGrp="1"/>
          </p:cNvSpPr>
          <p:nvPr/>
        </p:nvSpPr>
        <p:spPr>
          <a:xfrm xmlns:a="http://schemas.openxmlformats.org/drawingml/2006/main">
            <a:off x="9258300" y="43624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59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theorie p. 55–57</a:t>
            </a:r>
          </a:p>
        </p:txBody>
      </p:sp>
      <p:sp>
        <p:nvSpPr>
          <p:cNvPr id="26" name="">
            <a:extLst xmlns:a="http://schemas.openxmlformats.org/drawingml/2006/main">
              <a:ext uri="{FF2B5EF4-FFF2-40B4-BE49-F238E27FC236}">
                <a16:creationId xmlns:a16="http://schemas.microsoft.com/office/drawing/2014/main" id="{4ED061CD-4A42-4398-B204-8ABBA1192FDE}"/>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C3AD744-09ED-4734-B855-B5F7746F77AE}"/>
              </a:ext>
            </a:extLst>
          </p:cNvPr>
          <p:cNvSpPr>
            <a:spLocks xmlns:a="http://schemas.openxmlformats.org/drawingml/2006/main" noGrp="1"/>
          </p:cNvSpPr>
          <p:nvPr/>
        </p:nvSpPr>
        <p:spPr>
          <a:xfrm xmlns:a="http://schemas.openxmlformats.org/drawingml/2006/main">
            <a:off x="9258300" y="5686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B9F062E-001B-4C0C-AE5B-072F6996DDFF}"/>
              </a:ext>
            </a:extLst>
          </p:cNvPr>
          <p:cNvSpPr>
            <a:spLocks xmlns:a="http://schemas.openxmlformats.org/drawingml/2006/main" noGrp="1"/>
          </p:cNvSpPr>
          <p:nvPr/>
        </p:nvSpPr>
        <p:spPr>
          <a:xfrm xmlns:a="http://schemas.openxmlformats.org/drawingml/2006/main">
            <a:off x="9258300" y="6229350"/>
            <a:ext cx="5381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§4.2.1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p:txBody>
      </p:sp>
    </p:spTree>
    <p:extLst>
      <p:ext uri="{BB962C8B-B14F-4D97-AF65-F5344CB8AC3E}">
        <p14:creationId xmlns:p14="http://schemas.microsoft.com/office/powerpoint/2010/main" val="4635541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Wat kun je na deze les?">
            <a:extLst xmlns:a="http://schemas.openxmlformats.org/drawingml/2006/main">
              <a:ext uri="{FF2B5EF4-FFF2-40B4-BE49-F238E27FC236}">
                <a16:creationId xmlns:a16="http://schemas.microsoft.com/office/drawing/2014/main" id="{D6C4240C-C020-48E9-A9BF-0EE2739D203C}"/>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6364E63B-8BC6-4D99-A4B4-F4BAE73263F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0439FA39-2920-4258-B16C-9982E527F8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
            <a:extLst xmlns:a="http://schemas.openxmlformats.org/drawingml/2006/main">
              <a:ext uri="{FF2B5EF4-FFF2-40B4-BE49-F238E27FC236}">
                <a16:creationId xmlns:a16="http://schemas.microsoft.com/office/drawing/2014/main" id="{0C800B79-FCF8-4523-AF50-E10CF1F1EB8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Uitkomsten vergelijken">
            <a:extLst xmlns:a="http://schemas.openxmlformats.org/drawingml/2006/main">
              <a:ext uri="{FF2B5EF4-FFF2-40B4-BE49-F238E27FC236}">
                <a16:creationId xmlns:a16="http://schemas.microsoft.com/office/drawing/2014/main" id="{02E69BD1-DD87-4987-AEE2-251C91BBFBD4}"/>
              </a:ext>
            </a:extLst>
          </p:cNvPr>
          <p:cNvSpPr>
            <a:spLocks xmlns:a="http://schemas.openxmlformats.org/drawingml/2006/main" noGrp="1"/>
          </p:cNvSpPr>
          <p:nvPr/>
        </p:nvSpPr>
        <p:spPr>
          <a:xfrm xmlns:a="http://schemas.openxmlformats.org/drawingml/2006/main">
            <a:off x="571500" y="2095500"/>
            <a:ext cx="571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Uitkomsten vergelijken</a:t>
            </a:r>
          </a:p>
        </p:txBody>
      </p:sp>
      <p:sp>
        <p:nvSpPr>
          <p:cNvPr id="6" name="Qm via MO = MK; Qe via P = MK.">
            <a:extLst xmlns:a="http://schemas.openxmlformats.org/drawingml/2006/main">
              <a:ext uri="{FF2B5EF4-FFF2-40B4-BE49-F238E27FC236}">
                <a16:creationId xmlns:a16="http://schemas.microsoft.com/office/drawing/2014/main" id="{74F3607D-AA76-44F1-A502-57837B4FC130}"/>
              </a:ext>
            </a:extLst>
          </p:cNvPr>
          <p:cNvSpPr>
            <a:spLocks xmlns:a="http://schemas.openxmlformats.org/drawingml/2006/main" noGrp="1"/>
          </p:cNvSpPr>
          <p:nvPr/>
        </p:nvSpPr>
        <p:spPr>
          <a:xfrm xmlns:a="http://schemas.openxmlformats.org/drawingml/2006/main">
            <a:off x="6858000" y="2095500"/>
            <a:ext cx="781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Qm via MO = MK; Qe via P = MK.</a:t>
            </a:r>
          </a:p>
        </p:txBody>
      </p:sp>
      <p:sp>
        <p:nvSpPr>
          <p:cNvPr id="7" name="">
            <a:extLst xmlns:a="http://schemas.openxmlformats.org/drawingml/2006/main">
              <a:ext uri="{FF2B5EF4-FFF2-40B4-BE49-F238E27FC236}">
                <a16:creationId xmlns:a16="http://schemas.microsoft.com/office/drawing/2014/main" id="{AA6F3549-3F31-4150-BA63-BCC97BBE2BD8}"/>
              </a:ext>
            </a:extLst>
          </p:cNvPr>
          <p:cNvSpPr>
            <a:spLocks xmlns:a="http://schemas.openxmlformats.org/drawingml/2006/main" noGrp="1"/>
          </p:cNvSpPr>
          <p:nvPr/>
        </p:nvSpPr>
        <p:spPr>
          <a:xfrm xmlns:a="http://schemas.openxmlformats.org/drawingml/2006/main">
            <a:off x="571500" y="3305175"/>
            <a:ext cx="14097000" cy="0"/>
          </a:xfrm>
          <a:prstGeom xmlns:a="http://schemas.openxmlformats.org/drawingml/2006/main" prst="line">
            <a:avLst/>
          </a:prstGeom>
          <a:ln xmlns:a="http://schemas.openxmlformats.org/drawingml/2006/main" w="19050">
            <a:solidFill>
              <a:srgbClr val="C6D2DB"/>
            </a:solidFill>
          </a:ln>
        </p:spPr>
      </p:sp>
      <p:sp>
        <p:nvSpPr>
          <p:cNvPr id="8" name="Voordeel berekenen">
            <a:extLst xmlns:a="http://schemas.openxmlformats.org/drawingml/2006/main">
              <a:ext uri="{FF2B5EF4-FFF2-40B4-BE49-F238E27FC236}">
                <a16:creationId xmlns:a16="http://schemas.microsoft.com/office/drawing/2014/main" id="{405CF194-A4C2-4B0F-88A4-04935B883C49}"/>
              </a:ext>
            </a:extLst>
          </p:cNvPr>
          <p:cNvSpPr>
            <a:spLocks xmlns:a="http://schemas.openxmlformats.org/drawingml/2006/main" noGrp="1"/>
          </p:cNvSpPr>
          <p:nvPr/>
        </p:nvSpPr>
        <p:spPr>
          <a:xfrm xmlns:a="http://schemas.openxmlformats.org/drawingml/2006/main">
            <a:off x="571500" y="3810000"/>
            <a:ext cx="571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Voordeel berekenen</a:t>
            </a:r>
          </a:p>
        </p:txBody>
      </p:sp>
      <p:sp>
        <p:nvSpPr>
          <p:cNvPr id="9" name="CS, PS, TS en winst bij dezelfde markt.">
            <a:extLst xmlns:a="http://schemas.openxmlformats.org/drawingml/2006/main">
              <a:ext uri="{FF2B5EF4-FFF2-40B4-BE49-F238E27FC236}">
                <a16:creationId xmlns:a16="http://schemas.microsoft.com/office/drawing/2014/main" id="{4379D5B1-B97F-4581-9D38-248FC7861316}"/>
              </a:ext>
            </a:extLst>
          </p:cNvPr>
          <p:cNvSpPr>
            <a:spLocks xmlns:a="http://schemas.openxmlformats.org/drawingml/2006/main" noGrp="1"/>
          </p:cNvSpPr>
          <p:nvPr/>
        </p:nvSpPr>
        <p:spPr>
          <a:xfrm xmlns:a="http://schemas.openxmlformats.org/drawingml/2006/main">
            <a:off x="6858000" y="3810000"/>
            <a:ext cx="781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CS, PS, TS en winst bij dezelfde markt.</a:t>
            </a:r>
          </a:p>
        </p:txBody>
      </p:sp>
      <p:sp>
        <p:nvSpPr>
          <p:cNvPr id="10" name="">
            <a:extLst xmlns:a="http://schemas.openxmlformats.org/drawingml/2006/main">
              <a:ext uri="{FF2B5EF4-FFF2-40B4-BE49-F238E27FC236}">
                <a16:creationId xmlns:a16="http://schemas.microsoft.com/office/drawing/2014/main" id="{AA4DF023-D29C-4B9A-B3D9-6AA30CCE7A1B}"/>
              </a:ext>
            </a:extLst>
          </p:cNvPr>
          <p:cNvSpPr>
            <a:spLocks xmlns:a="http://schemas.openxmlformats.org/drawingml/2006/main" noGrp="1"/>
          </p:cNvSpPr>
          <p:nvPr/>
        </p:nvSpPr>
        <p:spPr>
          <a:xfrm xmlns:a="http://schemas.openxmlformats.org/drawingml/2006/main">
            <a:off x="571500" y="5019675"/>
            <a:ext cx="14097000" cy="0"/>
          </a:xfrm>
          <a:prstGeom xmlns:a="http://schemas.openxmlformats.org/drawingml/2006/main" prst="line">
            <a:avLst/>
          </a:prstGeom>
          <a:ln xmlns:a="http://schemas.openxmlformats.org/drawingml/2006/main" w="19050">
            <a:solidFill>
              <a:srgbClr val="C6D2DB"/>
            </a:solidFill>
          </a:ln>
        </p:spPr>
      </p:sp>
      <p:sp>
        <p:nvSpPr>
          <p:cNvPr id="11" name="Veranderingen verklaren">
            <a:extLst xmlns:a="http://schemas.openxmlformats.org/drawingml/2006/main">
              <a:ext uri="{FF2B5EF4-FFF2-40B4-BE49-F238E27FC236}">
                <a16:creationId xmlns:a16="http://schemas.microsoft.com/office/drawing/2014/main" id="{41DD2E48-06B6-4CF5-819E-2D427459BF2A}"/>
              </a:ext>
            </a:extLst>
          </p:cNvPr>
          <p:cNvSpPr>
            <a:spLocks xmlns:a="http://schemas.openxmlformats.org/drawingml/2006/main" noGrp="1"/>
          </p:cNvSpPr>
          <p:nvPr/>
        </p:nvSpPr>
        <p:spPr>
          <a:xfrm xmlns:a="http://schemas.openxmlformats.org/drawingml/2006/main">
            <a:off x="571500" y="5524500"/>
            <a:ext cx="571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Veranderingen verklaren</a:t>
            </a:r>
          </a:p>
        </p:txBody>
      </p:sp>
      <p:sp>
        <p:nvSpPr>
          <p:cNvPr id="12" name="Overdracht, gemiste transacties en verdeling.">
            <a:extLst xmlns:a="http://schemas.openxmlformats.org/drawingml/2006/main">
              <a:ext uri="{FF2B5EF4-FFF2-40B4-BE49-F238E27FC236}">
                <a16:creationId xmlns:a16="http://schemas.microsoft.com/office/drawing/2014/main" id="{57506938-68F7-4EA5-83E1-0856FAB3C6FC}"/>
              </a:ext>
            </a:extLst>
          </p:cNvPr>
          <p:cNvSpPr>
            <a:spLocks xmlns:a="http://schemas.openxmlformats.org/drawingml/2006/main" noGrp="1"/>
          </p:cNvSpPr>
          <p:nvPr/>
        </p:nvSpPr>
        <p:spPr>
          <a:xfrm xmlns:a="http://schemas.openxmlformats.org/drawingml/2006/main">
            <a:off x="6858000" y="5524500"/>
            <a:ext cx="781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Overdracht, gemiste transacties en verdeling.</a:t>
            </a:r>
          </a:p>
        </p:txBody>
      </p:sp>
      <p:sp>
        <p:nvSpPr>
          <p:cNvPr id="13" name="">
            <a:extLst xmlns:a="http://schemas.openxmlformats.org/drawingml/2006/main">
              <a:ext uri="{FF2B5EF4-FFF2-40B4-BE49-F238E27FC236}">
                <a16:creationId xmlns:a16="http://schemas.microsoft.com/office/drawing/2014/main" id="{EB4EFD2E-D2DE-479E-A01D-98047DF8DB46}"/>
              </a:ext>
            </a:extLst>
          </p:cNvPr>
          <p:cNvSpPr>
            <a:spLocks xmlns:a="http://schemas.openxmlformats.org/drawingml/2006/main" noGrp="1"/>
          </p:cNvSpPr>
          <p:nvPr/>
        </p:nvSpPr>
        <p:spPr>
          <a:xfrm xmlns:a="http://schemas.openxmlformats.org/drawingml/2006/main">
            <a:off x="571500" y="6734175"/>
            <a:ext cx="14097000" cy="0"/>
          </a:xfrm>
          <a:prstGeom xmlns:a="http://schemas.openxmlformats.org/drawingml/2006/main" prst="line">
            <a:avLst/>
          </a:prstGeom>
          <a:ln xmlns:a="http://schemas.openxmlformats.org/drawingml/2006/main" w="19050">
            <a:solidFill>
              <a:srgbClr val="C6D2DB"/>
            </a:solidFill>
          </a:ln>
        </p:spPr>
      </p:sp>
      <p:sp>
        <p:nvSpPr>
          <p:cNvPr id="14" name="Dezelfde vraag, kosten en kwaliteit. Geen externe effecten.">
            <a:extLst xmlns:a="http://schemas.openxmlformats.org/drawingml/2006/main">
              <a:ext uri="{FF2B5EF4-FFF2-40B4-BE49-F238E27FC236}">
                <a16:creationId xmlns:a16="http://schemas.microsoft.com/office/drawing/2014/main" id="{288516F2-9B72-434C-88BA-0D6038492918}"/>
              </a:ext>
            </a:extLst>
          </p:cNvPr>
          <p:cNvSpPr>
            <a:spLocks xmlns:a="http://schemas.openxmlformats.org/drawingml/2006/main" noGrp="1"/>
          </p:cNvSpPr>
          <p:nvPr/>
        </p:nvSpPr>
        <p:spPr>
          <a:xfrm xmlns:a="http://schemas.openxmlformats.org/drawingml/2006/main">
            <a:off x="571500" y="74295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Dezelfde vraag, kosten en kwaliteit. Geen externe effecten.</a:t>
            </a:r>
          </a:p>
        </p:txBody>
      </p:sp>
    </p:spTree>
    <p:extLst>
      <p:ext uri="{BB962C8B-B14F-4D97-AF65-F5344CB8AC3E}">
        <p14:creationId xmlns:p14="http://schemas.microsoft.com/office/powerpoint/2010/main" val="7332034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urplus en winst">
            <a:extLst xmlns:a="http://schemas.openxmlformats.org/drawingml/2006/main">
              <a:ext uri="{FF2B5EF4-FFF2-40B4-BE49-F238E27FC236}">
                <a16:creationId xmlns:a16="http://schemas.microsoft.com/office/drawing/2014/main" id="{99444B11-E504-443A-82CE-F96DDCC5E932}"/>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Surplus en winst</a:t>
            </a:r>
          </a:p>
        </p:txBody>
      </p:sp>
      <p:sp>
        <p:nvSpPr>
          <p:cNvPr id="2" name="">
            <a:extLst xmlns:a="http://schemas.openxmlformats.org/drawingml/2006/main">
              <a:ext uri="{FF2B5EF4-FFF2-40B4-BE49-F238E27FC236}">
                <a16:creationId xmlns:a16="http://schemas.microsoft.com/office/drawing/2014/main" id="{BA7E41EA-11F7-42D8-A179-FEF9EF8C96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F5AA6599-73BA-488F-B9BB-847926315AD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3">
            <a:extLst xmlns:a="http://schemas.openxmlformats.org/drawingml/2006/main">
              <a:ext uri="{FF2B5EF4-FFF2-40B4-BE49-F238E27FC236}">
                <a16:creationId xmlns:a16="http://schemas.microsoft.com/office/drawing/2014/main" id="{6D5AC772-32C8-4941-B70F-5AE38E6F2FF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CS">
            <a:extLst xmlns:a="http://schemas.openxmlformats.org/drawingml/2006/main">
              <a:ext uri="{FF2B5EF4-FFF2-40B4-BE49-F238E27FC236}">
                <a16:creationId xmlns:a16="http://schemas.microsoft.com/office/drawing/2014/main" id="{7E34613D-F32B-4380-8235-6C0D9714FC9F}"/>
              </a:ext>
            </a:extLst>
          </p:cNvPr>
          <p:cNvSpPr>
            <a:spLocks xmlns:a="http://schemas.openxmlformats.org/drawingml/2006/main" noGrp="1"/>
          </p:cNvSpPr>
          <p:nvPr/>
        </p:nvSpPr>
        <p:spPr>
          <a:xfrm xmlns:a="http://schemas.openxmlformats.org/drawingml/2006/main">
            <a:off x="571500" y="2143125"/>
            <a:ext cx="547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CS</a:t>
            </a:r>
          </a:p>
        </p:txBody>
      </p:sp>
      <p:sp>
        <p:nvSpPr>
          <p:cNvPr id="6" name="Betalingsbereidheid boven de betaalde prijs.">
            <a:extLst xmlns:a="http://schemas.openxmlformats.org/drawingml/2006/main">
              <a:ext uri="{FF2B5EF4-FFF2-40B4-BE49-F238E27FC236}">
                <a16:creationId xmlns:a16="http://schemas.microsoft.com/office/drawing/2014/main" id="{0FCEECE5-3F08-427D-9738-F14F5E863A0E}"/>
              </a:ext>
            </a:extLst>
          </p:cNvPr>
          <p:cNvSpPr>
            <a:spLocks xmlns:a="http://schemas.openxmlformats.org/drawingml/2006/main" noGrp="1"/>
          </p:cNvSpPr>
          <p:nvPr/>
        </p:nvSpPr>
        <p:spPr>
          <a:xfrm xmlns:a="http://schemas.openxmlformats.org/drawingml/2006/main">
            <a:off x="6381750" y="2143125"/>
            <a:ext cx="8191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Betalingsbereidheid boven de betaalde prijs.</a:t>
            </a:r>
          </a:p>
        </p:txBody>
      </p:sp>
      <p:sp>
        <p:nvSpPr>
          <p:cNvPr id="7" name="">
            <a:extLst xmlns:a="http://schemas.openxmlformats.org/drawingml/2006/main">
              <a:ext uri="{FF2B5EF4-FFF2-40B4-BE49-F238E27FC236}">
                <a16:creationId xmlns:a16="http://schemas.microsoft.com/office/drawing/2014/main" id="{60E65E21-0C31-4D84-9582-3DEADB404909}"/>
              </a:ext>
            </a:extLst>
          </p:cNvPr>
          <p:cNvSpPr>
            <a:spLocks xmlns:a="http://schemas.openxmlformats.org/drawingml/2006/main" noGrp="1"/>
          </p:cNvSpPr>
          <p:nvPr/>
        </p:nvSpPr>
        <p:spPr>
          <a:xfrm xmlns:a="http://schemas.openxmlformats.org/drawingml/2006/main">
            <a:off x="571500" y="3076575"/>
            <a:ext cx="14097000" cy="0"/>
          </a:xfrm>
          <a:prstGeom xmlns:a="http://schemas.openxmlformats.org/drawingml/2006/main" prst="line">
            <a:avLst/>
          </a:prstGeom>
          <a:ln xmlns:a="http://schemas.openxmlformats.org/drawingml/2006/main" w="19050">
            <a:solidFill>
              <a:srgbClr val="C6D2DB"/>
            </a:solidFill>
          </a:ln>
        </p:spPr>
      </p:sp>
      <p:sp>
        <p:nvSpPr>
          <p:cNvPr id="8" name="PS">
            <a:extLst xmlns:a="http://schemas.openxmlformats.org/drawingml/2006/main">
              <a:ext uri="{FF2B5EF4-FFF2-40B4-BE49-F238E27FC236}">
                <a16:creationId xmlns:a16="http://schemas.microsoft.com/office/drawing/2014/main" id="{DD6AA0B3-47D5-41E9-BCD6-5EB73671530E}"/>
              </a:ext>
            </a:extLst>
          </p:cNvPr>
          <p:cNvSpPr>
            <a:spLocks xmlns:a="http://schemas.openxmlformats.org/drawingml/2006/main" noGrp="1"/>
          </p:cNvSpPr>
          <p:nvPr/>
        </p:nvSpPr>
        <p:spPr>
          <a:xfrm xmlns:a="http://schemas.openxmlformats.org/drawingml/2006/main">
            <a:off x="571500" y="3476625"/>
            <a:ext cx="547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PS</a:t>
            </a:r>
          </a:p>
        </p:txBody>
      </p:sp>
      <p:sp>
        <p:nvSpPr>
          <p:cNvPr id="9" name="Opbrengst boven de variabele kosten.">
            <a:extLst xmlns:a="http://schemas.openxmlformats.org/drawingml/2006/main">
              <a:ext uri="{FF2B5EF4-FFF2-40B4-BE49-F238E27FC236}">
                <a16:creationId xmlns:a16="http://schemas.microsoft.com/office/drawing/2014/main" id="{0CF617A5-9519-470F-91AC-FC14C07914AC}"/>
              </a:ext>
            </a:extLst>
          </p:cNvPr>
          <p:cNvSpPr>
            <a:spLocks xmlns:a="http://schemas.openxmlformats.org/drawingml/2006/main" noGrp="1"/>
          </p:cNvSpPr>
          <p:nvPr/>
        </p:nvSpPr>
        <p:spPr>
          <a:xfrm xmlns:a="http://schemas.openxmlformats.org/drawingml/2006/main">
            <a:off x="6381750" y="3476625"/>
            <a:ext cx="8191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Opbrengst boven de variabele kosten.</a:t>
            </a:r>
          </a:p>
        </p:txBody>
      </p:sp>
      <p:sp>
        <p:nvSpPr>
          <p:cNvPr id="10" name="">
            <a:extLst xmlns:a="http://schemas.openxmlformats.org/drawingml/2006/main">
              <a:ext uri="{FF2B5EF4-FFF2-40B4-BE49-F238E27FC236}">
                <a16:creationId xmlns:a16="http://schemas.microsoft.com/office/drawing/2014/main" id="{CBEBB3E4-9DE2-4482-8AAC-F64559BF41D6}"/>
              </a:ext>
            </a:extLst>
          </p:cNvPr>
          <p:cNvSpPr>
            <a:spLocks xmlns:a="http://schemas.openxmlformats.org/drawingml/2006/main" noGrp="1"/>
          </p:cNvSpPr>
          <p:nvPr/>
        </p:nvSpPr>
        <p:spPr>
          <a:xfrm xmlns:a="http://schemas.openxmlformats.org/drawingml/2006/main">
            <a:off x="571500" y="4410075"/>
            <a:ext cx="14097000" cy="0"/>
          </a:xfrm>
          <a:prstGeom xmlns:a="http://schemas.openxmlformats.org/drawingml/2006/main" prst="line">
            <a:avLst/>
          </a:prstGeom>
          <a:ln xmlns:a="http://schemas.openxmlformats.org/drawingml/2006/main" w="19050">
            <a:solidFill>
              <a:srgbClr val="C6D2DB"/>
            </a:solidFill>
          </a:ln>
        </p:spPr>
      </p:sp>
      <p:sp>
        <p:nvSpPr>
          <p:cNvPr id="11" name="TS = CS + PS">
            <a:extLst xmlns:a="http://schemas.openxmlformats.org/drawingml/2006/main">
              <a:ext uri="{FF2B5EF4-FFF2-40B4-BE49-F238E27FC236}">
                <a16:creationId xmlns:a16="http://schemas.microsoft.com/office/drawing/2014/main" id="{956ADA0E-22C7-4050-98F1-37BEF06C5768}"/>
              </a:ext>
            </a:extLst>
          </p:cNvPr>
          <p:cNvSpPr>
            <a:spLocks xmlns:a="http://schemas.openxmlformats.org/drawingml/2006/main" noGrp="1"/>
          </p:cNvSpPr>
          <p:nvPr/>
        </p:nvSpPr>
        <p:spPr>
          <a:xfrm xmlns:a="http://schemas.openxmlformats.org/drawingml/2006/main">
            <a:off x="571500" y="4810125"/>
            <a:ext cx="547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TS = CS + PS</a:t>
            </a:r>
          </a:p>
        </p:txBody>
      </p:sp>
      <p:sp>
        <p:nvSpPr>
          <p:cNvPr id="12" name="Voordeel van kopers en aanbieder samen.">
            <a:extLst xmlns:a="http://schemas.openxmlformats.org/drawingml/2006/main">
              <a:ext uri="{FF2B5EF4-FFF2-40B4-BE49-F238E27FC236}">
                <a16:creationId xmlns:a16="http://schemas.microsoft.com/office/drawing/2014/main" id="{6685B780-85A3-4941-AE31-466CD475CF3C}"/>
              </a:ext>
            </a:extLst>
          </p:cNvPr>
          <p:cNvSpPr>
            <a:spLocks xmlns:a="http://schemas.openxmlformats.org/drawingml/2006/main" noGrp="1"/>
          </p:cNvSpPr>
          <p:nvPr/>
        </p:nvSpPr>
        <p:spPr>
          <a:xfrm xmlns:a="http://schemas.openxmlformats.org/drawingml/2006/main">
            <a:off x="6381750" y="4810125"/>
            <a:ext cx="8191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Voordeel van kopers en aanbieder samen.</a:t>
            </a:r>
          </a:p>
        </p:txBody>
      </p:sp>
      <p:sp>
        <p:nvSpPr>
          <p:cNvPr id="13" name="">
            <a:extLst xmlns:a="http://schemas.openxmlformats.org/drawingml/2006/main">
              <a:ext uri="{FF2B5EF4-FFF2-40B4-BE49-F238E27FC236}">
                <a16:creationId xmlns:a16="http://schemas.microsoft.com/office/drawing/2014/main" id="{CB0136B7-AA14-439D-8DAE-BA2320F6EC64}"/>
              </a:ext>
            </a:extLst>
          </p:cNvPr>
          <p:cNvSpPr>
            <a:spLocks xmlns:a="http://schemas.openxmlformats.org/drawingml/2006/main" noGrp="1"/>
          </p:cNvSpPr>
          <p:nvPr/>
        </p:nvSpPr>
        <p:spPr>
          <a:xfrm xmlns:a="http://schemas.openxmlformats.org/drawingml/2006/main">
            <a:off x="571500" y="5743575"/>
            <a:ext cx="14097000" cy="0"/>
          </a:xfrm>
          <a:prstGeom xmlns:a="http://schemas.openxmlformats.org/drawingml/2006/main" prst="line">
            <a:avLst/>
          </a:prstGeom>
          <a:ln xmlns:a="http://schemas.openxmlformats.org/drawingml/2006/main" w="19050">
            <a:solidFill>
              <a:srgbClr val="C6D2DB"/>
            </a:solidFill>
          </a:ln>
        </p:spPr>
      </p:sp>
      <p:sp>
        <p:nvSpPr>
          <p:cNvPr id="14" name="Winst = PS − TCK">
            <a:extLst xmlns:a="http://schemas.openxmlformats.org/drawingml/2006/main">
              <a:ext uri="{FF2B5EF4-FFF2-40B4-BE49-F238E27FC236}">
                <a16:creationId xmlns:a16="http://schemas.microsoft.com/office/drawing/2014/main" id="{C8927C37-3FF8-4831-B634-958D88493707}"/>
              </a:ext>
            </a:extLst>
          </p:cNvPr>
          <p:cNvSpPr>
            <a:spLocks xmlns:a="http://schemas.openxmlformats.org/drawingml/2006/main" noGrp="1"/>
          </p:cNvSpPr>
          <p:nvPr/>
        </p:nvSpPr>
        <p:spPr>
          <a:xfrm xmlns:a="http://schemas.openxmlformats.org/drawingml/2006/main">
            <a:off x="571500" y="6143625"/>
            <a:ext cx="547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Winst = PS − TCK</a:t>
            </a:r>
          </a:p>
        </p:txBody>
      </p:sp>
      <p:sp>
        <p:nvSpPr>
          <p:cNvPr id="15" name="Constante kosten moeten er nog af.">
            <a:extLst xmlns:a="http://schemas.openxmlformats.org/drawingml/2006/main">
              <a:ext uri="{FF2B5EF4-FFF2-40B4-BE49-F238E27FC236}">
                <a16:creationId xmlns:a16="http://schemas.microsoft.com/office/drawing/2014/main" id="{CE757303-86F4-44FD-82C5-F4E4269E2D3E}"/>
              </a:ext>
            </a:extLst>
          </p:cNvPr>
          <p:cNvSpPr>
            <a:spLocks xmlns:a="http://schemas.openxmlformats.org/drawingml/2006/main" noGrp="1"/>
          </p:cNvSpPr>
          <p:nvPr/>
        </p:nvSpPr>
        <p:spPr>
          <a:xfrm xmlns:a="http://schemas.openxmlformats.org/drawingml/2006/main">
            <a:off x="6381750" y="6143625"/>
            <a:ext cx="8191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Constante kosten moeten er nog af.</a:t>
            </a:r>
          </a:p>
        </p:txBody>
      </p:sp>
    </p:spTree>
    <p:extLst>
      <p:ext uri="{BB962C8B-B14F-4D97-AF65-F5344CB8AC3E}">
        <p14:creationId xmlns:p14="http://schemas.microsoft.com/office/powerpoint/2010/main" val="837039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én aanbieder van ovenruimte">
            <a:extLst xmlns:a="http://schemas.openxmlformats.org/drawingml/2006/main">
              <a:ext uri="{FF2B5EF4-FFF2-40B4-BE49-F238E27FC236}">
                <a16:creationId xmlns:a16="http://schemas.microsoft.com/office/drawing/2014/main" id="{FB01991A-729A-4EE0-84C6-787310A47F0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Eén aanbieder van ovenruimte</a:t>
            </a:r>
          </a:p>
        </p:txBody>
      </p:sp>
      <p:sp>
        <p:nvSpPr>
          <p:cNvPr id="2" name="">
            <a:extLst xmlns:a="http://schemas.openxmlformats.org/drawingml/2006/main">
              <a:ext uri="{FF2B5EF4-FFF2-40B4-BE49-F238E27FC236}">
                <a16:creationId xmlns:a16="http://schemas.microsoft.com/office/drawing/2014/main" id="{56D03362-BD67-4F12-825F-E7B756FFD5C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C1F2CCF8-E6A6-433C-AB83-A6C16DA027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4">
            <a:extLst xmlns:a="http://schemas.openxmlformats.org/drawingml/2006/main">
              <a:ext uri="{FF2B5EF4-FFF2-40B4-BE49-F238E27FC236}">
                <a16:creationId xmlns:a16="http://schemas.microsoft.com/office/drawing/2014/main" id="{179ADAE5-7DEF-469C-BFEA-A9378B2ABF2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 Keramiekoven">
            <a:extLst xmlns:a="http://schemas.openxmlformats.org/drawingml/2006/main">
              <a:ext uri="{FF2B5EF4-FFF2-40B4-BE49-F238E27FC236}">
                <a16:creationId xmlns:a16="http://schemas.microsoft.com/office/drawing/2014/main" id="{8D01A461-296D-45E6-B66B-6725AEB25733}"/>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sp>
        <p:nvSpPr>
          <p:cNvPr id="6" name="Eén keramiekatelier verhuurt bakbeurten tegen één prijs.">
            <a:extLst xmlns:a="http://schemas.openxmlformats.org/drawingml/2006/main">
              <a:ext uri="{FF2B5EF4-FFF2-40B4-BE49-F238E27FC236}">
                <a16:creationId xmlns:a16="http://schemas.microsoft.com/office/drawing/2014/main" id="{9F7FEF71-7C63-47D1-9CA1-05EB1BD74FBE}"/>
              </a:ext>
            </a:extLst>
          </p:cNvPr>
          <p:cNvSpPr>
            <a:spLocks xmlns:a="http://schemas.openxmlformats.org/drawingml/2006/main" noGrp="1"/>
          </p:cNvSpPr>
          <p:nvPr/>
        </p:nvSpPr>
        <p:spPr>
          <a:xfrm xmlns:a="http://schemas.openxmlformats.org/drawingml/2006/main">
            <a:off x="571500" y="23812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Eén keramiekatelier verhuurt bakbeurten tegen één prijs.</a:t>
            </a:r>
          </a:p>
        </p:txBody>
      </p:sp>
      <p:graphicFrame>
        <p:nvGraphicFramePr>
          <p:cNvPr id="15" name=""/>
          <p:cNvGraphicFramePr/>
          <p:nvPr/>
        </p:nvGraphicFramePr>
        <p:xfrm>
          <a:off xmlns:a="http://schemas.openxmlformats.org/drawingml/2006/main" x="571500" y="3371850"/>
          <a:ext xmlns:a="http://schemas.openxmlformats.org/drawingml/2006/main" cx="14097000" cy="3143250"/>
        </p:xfrm>
        <a:graphic xmlns:a="http://schemas.openxmlformats.org/drawingml/2006/main">
          <a:graphicData uri="http://schemas.openxmlformats.org/drawingml/2006/table">
            <a:tbl>
              <a:tblPr/>
              <a:tblGrid>
                <a:gridCol w="7143750"/>
                <a:gridCol w="6953250"/>
              </a:tblGrid>
              <a:tr h="785813">
                <a:tc>
                  <a:txBody>
                    <a:bodyPr lIns="171450" tIns="95250" rIns="15240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Betekenis</a:t>
                      </a:r>
                    </a:p>
                  </a:txBody>
                  <a:tcPr marL="91440" marR="91440" marT="45720" marB="45720" anchor="ctr">
                    <a:solidFill>
                      <a:srgbClr val="183247"/>
                    </a:solidFill>
                  </a:tcPr>
                </a:tc>
              </a:tr>
              <a:tr h="785813">
                <a:tc>
                  <a:txBody>
                    <a:bodyPr lIns="171450" tIns="95250" rIns="152400" bIns="95250"/>
                    <a:lstStyle/>
                    <a:p>
                      <a:r>
                        <a:rPr sz="2550" b="0">
                          <a:solidFill>
                            <a:srgbClr val="183247"/>
                          </a:solidFill>
                          <a:latin typeface="Arial"/>
                          <a:ea typeface="Arial"/>
                          <a:cs typeface="Arial"/>
                        </a:rPr>
                        <a:t>P = 96 − Q</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 in euro per bakbeurt</a:t>
                      </a:r>
                    </a:p>
                  </a:txBody>
                  <a:tcPr marL="91440" marR="91440" marT="45720" marB="45720" anchor="ctr">
                    <a:solidFill>
                      <a:srgbClr val="FFFFFF"/>
                    </a:solidFill>
                  </a:tcPr>
                </a:tc>
              </a:tr>
              <a:tr h="785813">
                <a:tc>
                  <a:txBody>
                    <a:bodyPr lIns="171450" tIns="95250" rIns="152400" bIns="95250"/>
                    <a:lstStyle/>
                    <a:p>
                      <a:r>
                        <a:rPr sz="2550" b="0">
                          <a:solidFill>
                            <a:srgbClr val="183247"/>
                          </a:solidFill>
                          <a:latin typeface="Arial"/>
                          <a:ea typeface="Arial"/>
                          <a:cs typeface="Arial"/>
                        </a:rPr>
                        <a:t>TK = 144 + 24Q + 0,5Q²</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in euro per week</a:t>
                      </a:r>
                    </a:p>
                  </a:txBody>
                  <a:tcPr marL="91440" marR="91440" marT="45720" marB="45720" anchor="ctr">
                    <a:solidFill>
                      <a:srgbClr val="EFF4F7"/>
                    </a:solidFill>
                  </a:tcPr>
                </a:tc>
              </a:tr>
              <a:tr h="785813">
                <a:tc>
                  <a:txBody>
                    <a:bodyPr lIns="171450" tIns="95250" rIns="152400" bIns="95250"/>
                    <a:lstStyle/>
                    <a:p>
                      <a:r>
                        <a:rPr sz="2550" b="0">
                          <a:solidFill>
                            <a:srgbClr val="183247"/>
                          </a:solidFill>
                          <a:latin typeface="Arial"/>
                          <a:ea typeface="Arial"/>
                          <a:cs typeface="Arial"/>
                        </a:rPr>
                        <a:t>0 ≤ Q ≤ 60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 in bakbeurten per week</a:t>
                      </a:r>
                    </a:p>
                  </a:txBody>
                  <a:tcPr marL="91440" marR="91440" marT="45720" marB="45720" anchor="ctr">
                    <a:solidFill>
                      <a:srgbClr val="FFFFFF"/>
                    </a:solidFill>
                  </a:tcPr>
                </a:tc>
              </a:tr>
            </a:tbl>
          </a:graphicData>
        </a:graphic>
      </p:graphicFrame>
      <p:sp>
        <p:nvSpPr>
          <p:cNvPr id="8" name="Dezelfde vraag en kosten. TCK = € 144. Geen externe effecten.">
            <a:extLst xmlns:a="http://schemas.openxmlformats.org/drawingml/2006/main">
              <a:ext uri="{FF2B5EF4-FFF2-40B4-BE49-F238E27FC236}">
                <a16:creationId xmlns:a16="http://schemas.microsoft.com/office/drawing/2014/main" id="{57A65813-3B74-4E8C-B9C4-68E8064EDF60}"/>
              </a:ext>
            </a:extLst>
          </p:cNvPr>
          <p:cNvSpPr>
            <a:spLocks xmlns:a="http://schemas.openxmlformats.org/drawingml/2006/main" noGrp="1"/>
          </p:cNvSpPr>
          <p:nvPr/>
        </p:nvSpPr>
        <p:spPr>
          <a:xfrm xmlns:a="http://schemas.openxmlformats.org/drawingml/2006/main">
            <a:off x="571500" y="709612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Dezelfde vraag en kosten. TCK = € 144. Geen externe effecten.</a:t>
            </a:r>
          </a:p>
        </p:txBody>
      </p:sp>
    </p:spTree>
    <p:extLst>
      <p:ext uri="{BB962C8B-B14F-4D97-AF65-F5344CB8AC3E}">
        <p14:creationId xmlns:p14="http://schemas.microsoft.com/office/powerpoint/2010/main" val="119534664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monopolist kiest eerst de hoeveelheid">
            <a:extLst xmlns:a="http://schemas.openxmlformats.org/drawingml/2006/main">
              <a:ext uri="{FF2B5EF4-FFF2-40B4-BE49-F238E27FC236}">
                <a16:creationId xmlns:a16="http://schemas.microsoft.com/office/drawing/2014/main" id="{61F32DE5-ADED-47B4-9A76-EB5C79968B6F}"/>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monopolist kiest eerst de hoeveelheid</a:t>
            </a:r>
          </a:p>
        </p:txBody>
      </p:sp>
      <p:sp>
        <p:nvSpPr>
          <p:cNvPr id="2" name="">
            <a:extLst xmlns:a="http://schemas.openxmlformats.org/drawingml/2006/main">
              <a:ext uri="{FF2B5EF4-FFF2-40B4-BE49-F238E27FC236}">
                <a16:creationId xmlns:a16="http://schemas.microsoft.com/office/drawing/2014/main" id="{14076409-6E35-4F73-8A6D-682FD9B27F3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51F26244-962F-447C-A425-D1B425786E8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5">
            <a:extLst xmlns:a="http://schemas.openxmlformats.org/drawingml/2006/main">
              <a:ext uri="{FF2B5EF4-FFF2-40B4-BE49-F238E27FC236}">
                <a16:creationId xmlns:a16="http://schemas.microsoft.com/office/drawing/2014/main" id="{1A1CF17A-86D3-4641-B901-331546B05E3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Keramiekoven">
            <a:extLst xmlns:a="http://schemas.openxmlformats.org/drawingml/2006/main">
              <a:ext uri="{FF2B5EF4-FFF2-40B4-BE49-F238E27FC236}">
                <a16:creationId xmlns:a16="http://schemas.microsoft.com/office/drawing/2014/main" id="{B091CDB6-C203-4974-AD42-AC59D89ED9B8}"/>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63e8d71f6362494e"/>
          </a:graphicData>
        </a:graphic>
      </p:graphicFrame>
      <p:sp>
        <p:nvSpPr>
          <p:cNvPr id="7" name="MO = MK">
            <a:extLst xmlns:a="http://schemas.openxmlformats.org/drawingml/2006/main">
              <a:ext uri="{FF2B5EF4-FFF2-40B4-BE49-F238E27FC236}">
                <a16:creationId xmlns:a16="http://schemas.microsoft.com/office/drawing/2014/main" id="{C239E987-0174-4DDA-AADB-F6B350ED8380}"/>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MO = MK</a:t>
            </a:r>
          </a:p>
        </p:txBody>
      </p:sp>
      <p:sp>
        <p:nvSpPr>
          <p:cNvPr id="8" name="TO = 96Q − Q²&#10;MO = 96 − 2Q&#10;MK = 24 + Q&#10;&#10;96 − 2Q = 24 + Q&#10;72 = 3Q">
            <a:extLst xmlns:a="http://schemas.openxmlformats.org/drawingml/2006/main">
              <a:ext uri="{FF2B5EF4-FFF2-40B4-BE49-F238E27FC236}">
                <a16:creationId xmlns:a16="http://schemas.microsoft.com/office/drawing/2014/main" id="{618B2D7A-646E-4C7F-812A-C15E8A3AF79A}"/>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TO = 96Q − Q²</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MO = 96 − 2Q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MK = 24 + 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96 − 2Q = 24 + 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72 = 3Q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Qm = 24</a:t>
            </a:r>
          </a:p>
        </p:txBody>
      </p:sp>
      <p:sp>
        <p:nvSpPr>
          <p:cNvPr id="9" name="24 past binnen&#10;de capaciteit van 60.">
            <a:extLst xmlns:a="http://schemas.openxmlformats.org/drawingml/2006/main">
              <a:ext uri="{FF2B5EF4-FFF2-40B4-BE49-F238E27FC236}">
                <a16:creationId xmlns:a16="http://schemas.microsoft.com/office/drawing/2014/main" id="{91CD8AF6-3C62-4961-8091-9C31FC8FE8FA}"/>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24 past binnen</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de capaciteit van 60.</a:t>
            </a:r>
          </a:p>
        </p:txBody>
      </p:sp>
    </p:spTree>
    <p:extLst>
      <p:ext uri="{BB962C8B-B14F-4D97-AF65-F5344CB8AC3E}">
        <p14:creationId xmlns:p14="http://schemas.microsoft.com/office/powerpoint/2010/main" val="436519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ijs hoort bij de vraaglijn">
            <a:extLst xmlns:a="http://schemas.openxmlformats.org/drawingml/2006/main">
              <a:ext uri="{FF2B5EF4-FFF2-40B4-BE49-F238E27FC236}">
                <a16:creationId xmlns:a16="http://schemas.microsoft.com/office/drawing/2014/main" id="{0135D2CA-5325-4233-9F67-76D56C5B02A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prijs hoort bij de vraaglijn</a:t>
            </a:r>
          </a:p>
        </p:txBody>
      </p:sp>
      <p:sp>
        <p:nvSpPr>
          <p:cNvPr id="2" name="">
            <a:extLst xmlns:a="http://schemas.openxmlformats.org/drawingml/2006/main">
              <a:ext uri="{FF2B5EF4-FFF2-40B4-BE49-F238E27FC236}">
                <a16:creationId xmlns:a16="http://schemas.microsoft.com/office/drawing/2014/main" id="{E8350C70-23A8-4357-A1A3-5A5D2CA8CDD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F3466FEB-127B-4FF6-AB20-5E8DCCD72C1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6">
            <a:extLst xmlns:a="http://schemas.openxmlformats.org/drawingml/2006/main">
              <a:ext uri="{FF2B5EF4-FFF2-40B4-BE49-F238E27FC236}">
                <a16:creationId xmlns:a16="http://schemas.microsoft.com/office/drawing/2014/main" id="{0D774CD8-232B-44D5-8CFF-2A91143A271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Keramiekoven">
            <a:extLst xmlns:a="http://schemas.openxmlformats.org/drawingml/2006/main">
              <a:ext uri="{FF2B5EF4-FFF2-40B4-BE49-F238E27FC236}">
                <a16:creationId xmlns:a16="http://schemas.microsoft.com/office/drawing/2014/main" id="{93D951A1-13DE-4EF0-BDB6-E24F510E7EB3}"/>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518d689e653044e6"/>
          </a:graphicData>
        </a:graphic>
      </p:graphicFrame>
      <p:sp>
        <p:nvSpPr>
          <p:cNvPr id="7" name="Pm = 96 − Qm">
            <a:extLst xmlns:a="http://schemas.openxmlformats.org/drawingml/2006/main">
              <a:ext uri="{FF2B5EF4-FFF2-40B4-BE49-F238E27FC236}">
                <a16:creationId xmlns:a16="http://schemas.microsoft.com/office/drawing/2014/main" id="{04755560-BBD5-482D-AE4C-FC8214671398}"/>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Pm = 96 − Qm</a:t>
            </a:r>
          </a:p>
        </p:txBody>
      </p:sp>
      <p:sp>
        <p:nvSpPr>
          <p:cNvPr id="8" name="Pm = 96 − 24&#10;Pm = € 72&#10;per bakbeurt&#10;&#10;M = (24, 72)">
            <a:extLst xmlns:a="http://schemas.openxmlformats.org/drawingml/2006/main">
              <a:ext uri="{FF2B5EF4-FFF2-40B4-BE49-F238E27FC236}">
                <a16:creationId xmlns:a16="http://schemas.microsoft.com/office/drawing/2014/main" id="{AC3C6F58-79C4-45E7-B1DB-B06574517678}"/>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Pm = 96 − 24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Pm = € 72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per bakbeurt</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 = (24, 72)</a:t>
            </a:r>
          </a:p>
        </p:txBody>
      </p:sp>
      <p:sp>
        <p:nvSpPr>
          <p:cNvPr id="9" name="Bij MO = MK staat&#10;€ 48, geen € 72.">
            <a:extLst xmlns:a="http://schemas.openxmlformats.org/drawingml/2006/main">
              <a:ext uri="{FF2B5EF4-FFF2-40B4-BE49-F238E27FC236}">
                <a16:creationId xmlns:a16="http://schemas.microsoft.com/office/drawing/2014/main" id="{683099CB-391B-45D7-BE2B-2D7A8018F70A}"/>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Bij MO = MK staat</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€ 48, geen € 72.</a:t>
            </a:r>
          </a:p>
        </p:txBody>
      </p:sp>
    </p:spTree>
    <p:extLst>
      <p:ext uri="{BB962C8B-B14F-4D97-AF65-F5344CB8AC3E}">
        <p14:creationId xmlns:p14="http://schemas.microsoft.com/office/powerpoint/2010/main" val="6791638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fficiënt: de laatste transactie levert nog voordeel">
            <a:extLst xmlns:a="http://schemas.openxmlformats.org/drawingml/2006/main">
              <a:ext uri="{FF2B5EF4-FFF2-40B4-BE49-F238E27FC236}">
                <a16:creationId xmlns:a16="http://schemas.microsoft.com/office/drawing/2014/main" id="{4FC4A22D-1E04-421B-AEC4-933FBEEBFFB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Efficiënt: de laatste transactie levert nog voordeel</a:t>
            </a:r>
          </a:p>
        </p:txBody>
      </p:sp>
      <p:sp>
        <p:nvSpPr>
          <p:cNvPr id="2" name="">
            <a:extLst xmlns:a="http://schemas.openxmlformats.org/drawingml/2006/main">
              <a:ext uri="{FF2B5EF4-FFF2-40B4-BE49-F238E27FC236}">
                <a16:creationId xmlns:a16="http://schemas.microsoft.com/office/drawing/2014/main" id="{82DD4BDA-4F19-43F2-9E99-A87F925426D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8F5E8D50-A83A-4BA6-A514-958A8C2090A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7">
            <a:extLst xmlns:a="http://schemas.openxmlformats.org/drawingml/2006/main">
              <a:ext uri="{FF2B5EF4-FFF2-40B4-BE49-F238E27FC236}">
                <a16:creationId xmlns:a16="http://schemas.microsoft.com/office/drawing/2014/main" id="{B8A43D99-60A2-4EE7-9AE2-B32D0ED00DA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Keramiekoven">
            <a:extLst xmlns:a="http://schemas.openxmlformats.org/drawingml/2006/main">
              <a:ext uri="{FF2B5EF4-FFF2-40B4-BE49-F238E27FC236}">
                <a16:creationId xmlns:a16="http://schemas.microsoft.com/office/drawing/2014/main" id="{1C60D75D-C43D-4B8B-8AF8-B617EB2974AA}"/>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3bb5bb506be64e57"/>
          </a:graphicData>
        </a:graphic>
      </p:graphicFrame>
      <p:sp>
        <p:nvSpPr>
          <p:cNvPr id="7" name="P = MK">
            <a:extLst xmlns:a="http://schemas.openxmlformats.org/drawingml/2006/main">
              <a:ext uri="{FF2B5EF4-FFF2-40B4-BE49-F238E27FC236}">
                <a16:creationId xmlns:a16="http://schemas.microsoft.com/office/drawing/2014/main" id="{BA7BCEA6-3A09-4FFA-9163-F7BB68F88819}"/>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 = MK</a:t>
            </a:r>
          </a:p>
        </p:txBody>
      </p:sp>
      <p:sp>
        <p:nvSpPr>
          <p:cNvPr id="8" name="96 − Q = 24 + Q&#10;72 = 2Q&#10;Qe = 36&#10;Pe = 96 − 36 = € 60">
            <a:extLst xmlns:a="http://schemas.openxmlformats.org/drawingml/2006/main">
              <a:ext uri="{FF2B5EF4-FFF2-40B4-BE49-F238E27FC236}">
                <a16:creationId xmlns:a16="http://schemas.microsoft.com/office/drawing/2014/main" id="{7BFE9FFA-6E8F-4CCB-BE4F-71A8DE09DAF7}"/>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96 − Q = 24 + 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72 = 2Q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Qe = 36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Pe = 96 − 36 = € 60</a:t>
            </a:r>
          </a:p>
        </p:txBody>
      </p:sp>
      <p:sp>
        <p:nvSpPr>
          <p:cNvPr id="9" name="Tussen 24 en 36:&#10;P &gt; MK.">
            <a:extLst xmlns:a="http://schemas.openxmlformats.org/drawingml/2006/main">
              <a:ext uri="{FF2B5EF4-FFF2-40B4-BE49-F238E27FC236}">
                <a16:creationId xmlns:a16="http://schemas.microsoft.com/office/drawing/2014/main" id="{B1A5FE0C-09BC-470C-96CD-DFE08E69E78E}"/>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Tussen 24 en 36:</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P &gt; MK.</a:t>
            </a:r>
          </a:p>
        </p:txBody>
      </p:sp>
    </p:spTree>
    <p:extLst>
      <p:ext uri="{BB962C8B-B14F-4D97-AF65-F5344CB8AC3E}">
        <p14:creationId xmlns:p14="http://schemas.microsoft.com/office/powerpoint/2010/main" val="21407220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nsumentensurplus bij monopolie">
            <a:extLst xmlns:a="http://schemas.openxmlformats.org/drawingml/2006/main">
              <a:ext uri="{FF2B5EF4-FFF2-40B4-BE49-F238E27FC236}">
                <a16:creationId xmlns:a16="http://schemas.microsoft.com/office/drawing/2014/main" id="{62D29652-C98D-4FE7-B847-C50CE339032E}"/>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Consumentensurplus bij monopolie</a:t>
            </a:r>
          </a:p>
        </p:txBody>
      </p:sp>
      <p:sp>
        <p:nvSpPr>
          <p:cNvPr id="2" name="">
            <a:extLst xmlns:a="http://schemas.openxmlformats.org/drawingml/2006/main">
              <a:ext uri="{FF2B5EF4-FFF2-40B4-BE49-F238E27FC236}">
                <a16:creationId xmlns:a16="http://schemas.microsoft.com/office/drawing/2014/main" id="{7AAAC30A-C66F-4804-8526-16E0D60141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259FB993-1A00-4727-B980-1A9AE518CEB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8">
            <a:extLst xmlns:a="http://schemas.openxmlformats.org/drawingml/2006/main">
              <a:ext uri="{FF2B5EF4-FFF2-40B4-BE49-F238E27FC236}">
                <a16:creationId xmlns:a16="http://schemas.microsoft.com/office/drawing/2014/main" id="{A1CDF625-C1AC-4C99-89A0-FB91D4D5D4B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Keramiekoven">
            <a:extLst xmlns:a="http://schemas.openxmlformats.org/drawingml/2006/main">
              <a:ext uri="{FF2B5EF4-FFF2-40B4-BE49-F238E27FC236}">
                <a16:creationId xmlns:a16="http://schemas.microsoft.com/office/drawing/2014/main" id="{1537710D-8A49-4212-A52B-40116BE918A5}"/>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c073046459e147c8"/>
          </a:graphicData>
        </a:graphic>
      </p:graphicFrame>
      <p:sp>
        <p:nvSpPr>
          <p:cNvPr id="7" name="CS: boven Pm">
            <a:extLst xmlns:a="http://schemas.openxmlformats.org/drawingml/2006/main">
              <a:ext uri="{FF2B5EF4-FFF2-40B4-BE49-F238E27FC236}">
                <a16:creationId xmlns:a16="http://schemas.microsoft.com/office/drawing/2014/main" id="{174A1AAA-905A-466F-A78A-0E971581B2B6}"/>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CS: boven Pm</a:t>
            </a:r>
          </a:p>
        </p:txBody>
      </p:sp>
      <p:sp>
        <p:nvSpPr>
          <p:cNvPr id="8" name="Basis = 24&#10;Hoogte = 96 − 72&#10;&#10;CS = ½ × 24 × 24&#10;CS = € 288 per wee">
            <a:extLst xmlns:a="http://schemas.openxmlformats.org/drawingml/2006/main">
              <a:ext uri="{FF2B5EF4-FFF2-40B4-BE49-F238E27FC236}">
                <a16:creationId xmlns:a16="http://schemas.microsoft.com/office/drawing/2014/main" id="{2C4BA138-5B4C-4068-8158-F68BE7F9486A}"/>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Basis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Hoogte = 96 − 72</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CS = ½ × 24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CS = € 288 per week</a:t>
            </a:r>
          </a:p>
        </p:txBody>
      </p:sp>
      <p:sp>
        <p:nvSpPr>
          <p:cNvPr id="9" name="Alleen de 24 verkochte&#10;bakbeurten tellen.">
            <a:extLst xmlns:a="http://schemas.openxmlformats.org/drawingml/2006/main">
              <a:ext uri="{FF2B5EF4-FFF2-40B4-BE49-F238E27FC236}">
                <a16:creationId xmlns:a16="http://schemas.microsoft.com/office/drawing/2014/main" id="{B7F02139-ACD9-41C5-9D21-ABE598821D9B}"/>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Alleen de 24 verkochte</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bakbeurten tellen.</a:t>
            </a:r>
          </a:p>
        </p:txBody>
      </p:sp>
    </p:spTree>
    <p:extLst>
      <p:ext uri="{BB962C8B-B14F-4D97-AF65-F5344CB8AC3E}">
        <p14:creationId xmlns:p14="http://schemas.microsoft.com/office/powerpoint/2010/main" val="5784035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oducentensurplus bij monopolie">
            <a:extLst xmlns:a="http://schemas.openxmlformats.org/drawingml/2006/main">
              <a:ext uri="{FF2B5EF4-FFF2-40B4-BE49-F238E27FC236}">
                <a16:creationId xmlns:a16="http://schemas.microsoft.com/office/drawing/2014/main" id="{3A9F9E7E-A3EE-40EA-9B25-5C35424E0C6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Producentensurplus bij monopolie</a:t>
            </a:r>
          </a:p>
        </p:txBody>
      </p:sp>
      <p:sp>
        <p:nvSpPr>
          <p:cNvPr id="2" name="">
            <a:extLst xmlns:a="http://schemas.openxmlformats.org/drawingml/2006/main">
              <a:ext uri="{FF2B5EF4-FFF2-40B4-BE49-F238E27FC236}">
                <a16:creationId xmlns:a16="http://schemas.microsoft.com/office/drawing/2014/main" id="{5CBE4713-9367-40BE-B50C-1DD2E5F5EFF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40983723-0BEC-43D1-86E8-7F87136F886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9">
            <a:extLst xmlns:a="http://schemas.openxmlformats.org/drawingml/2006/main">
              <a:ext uri="{FF2B5EF4-FFF2-40B4-BE49-F238E27FC236}">
                <a16:creationId xmlns:a16="http://schemas.microsoft.com/office/drawing/2014/main" id="{1E49E150-BADA-4542-AA22-EF5E8328120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Keramiekoven">
            <a:extLst xmlns:a="http://schemas.openxmlformats.org/drawingml/2006/main">
              <a:ext uri="{FF2B5EF4-FFF2-40B4-BE49-F238E27FC236}">
                <a16:creationId xmlns:a16="http://schemas.microsoft.com/office/drawing/2014/main" id="{99792DCC-4184-4E20-9A10-BBEF71F676D0}"/>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d2013f3a694b4138"/>
          </a:graphicData>
        </a:graphic>
      </p:graphicFrame>
      <p:sp>
        <p:nvSpPr>
          <p:cNvPr id="7" name="PS: boven MK">
            <a:extLst xmlns:a="http://schemas.openxmlformats.org/drawingml/2006/main">
              <a:ext uri="{FF2B5EF4-FFF2-40B4-BE49-F238E27FC236}">
                <a16:creationId xmlns:a16="http://schemas.microsoft.com/office/drawing/2014/main" id="{6C8A583D-F70D-4E8C-B7B2-2108010EB505}"/>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PS: boven MK</a:t>
            </a:r>
          </a:p>
        </p:txBody>
      </p:sp>
      <p:sp>
        <p:nvSpPr>
          <p:cNvPr id="8" name="MK(24) = 48&#10;&#10;Rechthoek:&#10;24 × (72 − 48) = 576&#10;Driehoek:&#10;½ × 24 × ">
            <a:extLst xmlns:a="http://schemas.openxmlformats.org/drawingml/2006/main">
              <a:ext uri="{FF2B5EF4-FFF2-40B4-BE49-F238E27FC236}">
                <a16:creationId xmlns:a16="http://schemas.microsoft.com/office/drawing/2014/main" id="{8AEB4D50-2041-4EFB-9769-0A1CCBC8088C}"/>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MK(24) = 48</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Rechthoek: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24 × (72 − 48) = 576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Driehoek: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24 × (48 − 24) = 288</a:t>
            </a:r>
          </a:p>
        </p:txBody>
      </p:sp>
      <p:sp>
        <p:nvSpPr>
          <p:cNvPr id="9" name="PS = 576 + 288&#10;= € 864 per week">
            <a:extLst xmlns:a="http://schemas.openxmlformats.org/drawingml/2006/main">
              <a:ext uri="{FF2B5EF4-FFF2-40B4-BE49-F238E27FC236}">
                <a16:creationId xmlns:a16="http://schemas.microsoft.com/office/drawing/2014/main" id="{8CD2B333-9B82-4D9B-BC16-9AE5A6479FD9}"/>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PS = 576 + 288</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 € 864 per week</a:t>
            </a:r>
          </a:p>
        </p:txBody>
      </p:sp>
    </p:spTree>
    <p:extLst>
      <p:ext uri="{BB962C8B-B14F-4D97-AF65-F5344CB8AC3E}">
        <p14:creationId xmlns:p14="http://schemas.microsoft.com/office/powerpoint/2010/main" val="2368413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Van producentensurplus naar winst">
            <a:extLst xmlns:a="http://schemas.openxmlformats.org/drawingml/2006/main">
              <a:ext uri="{FF2B5EF4-FFF2-40B4-BE49-F238E27FC236}">
                <a16:creationId xmlns:a16="http://schemas.microsoft.com/office/drawing/2014/main" id="{4F44425B-06C4-4665-8EE3-59B547307D25}"/>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Van producentensurplus naar winst</a:t>
            </a:r>
          </a:p>
        </p:txBody>
      </p:sp>
      <p:sp>
        <p:nvSpPr>
          <p:cNvPr id="2" name="">
            <a:extLst xmlns:a="http://schemas.openxmlformats.org/drawingml/2006/main">
              <a:ext uri="{FF2B5EF4-FFF2-40B4-BE49-F238E27FC236}">
                <a16:creationId xmlns:a16="http://schemas.microsoft.com/office/drawing/2014/main" id="{623F5641-17B0-4D62-A9A9-16AB1CEC289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BFC39CFA-63C6-491C-8A51-BBC9A1DE078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0">
            <a:extLst xmlns:a="http://schemas.openxmlformats.org/drawingml/2006/main">
              <a:ext uri="{FF2B5EF4-FFF2-40B4-BE49-F238E27FC236}">
                <a16:creationId xmlns:a16="http://schemas.microsoft.com/office/drawing/2014/main" id="{B91CB413-5BD8-4CF2-B23F-D824514DD11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Keramiekoven">
            <a:extLst xmlns:a="http://schemas.openxmlformats.org/drawingml/2006/main">
              <a:ext uri="{FF2B5EF4-FFF2-40B4-BE49-F238E27FC236}">
                <a16:creationId xmlns:a16="http://schemas.microsoft.com/office/drawing/2014/main" id="{E76A2B8E-603F-4DDF-B08A-B51F4B6D8F95}"/>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sp>
        <p:nvSpPr>
          <p:cNvPr id="6" name="Winst = PS − TCK = 864 − 144 = € 720 per week">
            <a:extLst xmlns:a="http://schemas.openxmlformats.org/drawingml/2006/main">
              <a:ext uri="{FF2B5EF4-FFF2-40B4-BE49-F238E27FC236}">
                <a16:creationId xmlns:a16="http://schemas.microsoft.com/office/drawing/2014/main" id="{023059EB-B576-4D3A-A8B9-F85C3F41EA4A}"/>
              </a:ext>
            </a:extLst>
          </p:cNvPr>
          <p:cNvSpPr>
            <a:spLocks xmlns:a="http://schemas.openxmlformats.org/drawingml/2006/main" noGrp="1"/>
          </p:cNvSpPr>
          <p:nvPr/>
        </p:nvSpPr>
        <p:spPr>
          <a:xfrm xmlns:a="http://schemas.openxmlformats.org/drawingml/2006/main">
            <a:off x="571500" y="2533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Winst = PS − TCK = 864 − 144 = € 720 per week</a:t>
            </a:r>
          </a:p>
        </p:txBody>
      </p:sp>
      <p:graphicFrame>
        <p:nvGraphicFramePr>
          <p:cNvPr id="14" name=""/>
          <p:cNvGraphicFramePr/>
          <p:nvPr/>
        </p:nvGraphicFramePr>
        <p:xfrm>
          <a:off xmlns:a="http://schemas.openxmlformats.org/drawingml/2006/main" x="571500" y="3848100"/>
          <a:ext xmlns:a="http://schemas.openxmlformats.org/drawingml/2006/main" cx="14097000" cy="3286125"/>
        </p:xfrm>
        <a:graphic xmlns:a="http://schemas.openxmlformats.org/drawingml/2006/main">
          <a:graphicData uri="http://schemas.openxmlformats.org/drawingml/2006/table">
            <a:tbl>
              <a:tblPr/>
              <a:tblGrid>
                <a:gridCol w="10382250"/>
                <a:gridCol w="3714750"/>
              </a:tblGrid>
              <a:tr h="657225">
                <a:tc>
                  <a:txBody>
                    <a:bodyPr lIns="171450" tIns="95250" rIns="152400" bIns="95250"/>
                    <a:lstStyle/>
                    <a:p>
                      <a:r>
                        <a:rPr sz="2475" b="1">
                          <a:solidFill>
                            <a:srgbClr val="FFFFFF"/>
                          </a:solidFill>
                          <a:latin typeface="Arial"/>
                          <a:ea typeface="Arial"/>
                          <a:cs typeface="Arial"/>
                        </a:rPr>
                        <a:t>Controle via totalen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 per week</a:t>
                      </a:r>
                    </a:p>
                  </a:txBody>
                  <a:tcPr marL="91440" marR="91440" marT="45720" marB="45720" anchor="ctr">
                    <a:solidFill>
                      <a:srgbClr val="183247"/>
                    </a:solidFill>
                  </a:tcPr>
                </a:tc>
              </a:tr>
              <a:tr h="657225">
                <a:tc>
                  <a:txBody>
                    <a:bodyPr lIns="171450" tIns="95250" rIns="152400" bIns="95250"/>
                    <a:lstStyle/>
                    <a:p>
                      <a:r>
                        <a:rPr sz="2475" b="0">
                          <a:solidFill>
                            <a:srgbClr val="183247"/>
                          </a:solidFill>
                          <a:latin typeface="Arial"/>
                          <a:ea typeface="Arial"/>
                          <a:cs typeface="Arial"/>
                        </a:rPr>
                        <a:t>TO = 72 × 24</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1.728</a:t>
                      </a:r>
                    </a:p>
                  </a:txBody>
                  <a:tcPr marL="91440" marR="91440" marT="45720" marB="45720" anchor="ctr">
                    <a:solidFill>
                      <a:srgbClr val="FFFFFF"/>
                    </a:solidFill>
                  </a:tcPr>
                </a:tc>
              </a:tr>
              <a:tr h="657225">
                <a:tc>
                  <a:txBody>
                    <a:bodyPr lIns="171450" tIns="95250" rIns="152400" bIns="95250"/>
                    <a:lstStyle/>
                    <a:p>
                      <a:r>
                        <a:rPr sz="2475" b="0">
                          <a:solidFill>
                            <a:srgbClr val="183247"/>
                          </a:solidFill>
                          <a:latin typeface="Arial"/>
                          <a:ea typeface="Arial"/>
                          <a:cs typeface="Arial"/>
                        </a:rPr>
                        <a:t>TVK = 24 × 24 + 0,5 × 24²</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864</a:t>
                      </a:r>
                    </a:p>
                  </a:txBody>
                  <a:tcPr marL="91440" marR="91440" marT="45720" marB="45720" anchor="ctr">
                    <a:solidFill>
                      <a:srgbClr val="EFF4F7"/>
                    </a:solidFill>
                  </a:tcPr>
                </a:tc>
              </a:tr>
              <a:tr h="657225">
                <a:tc>
                  <a:txBody>
                    <a:bodyPr lIns="171450" tIns="95250" rIns="152400" bIns="95250"/>
                    <a:lstStyle/>
                    <a:p>
                      <a:r>
                        <a:rPr sz="2475" b="0">
                          <a:solidFill>
                            <a:srgbClr val="183247"/>
                          </a:solidFill>
                          <a:latin typeface="Arial"/>
                          <a:ea typeface="Arial"/>
                          <a:cs typeface="Arial"/>
                        </a:rPr>
                        <a:t>TK = 144 + 864</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1.008</a:t>
                      </a:r>
                    </a:p>
                  </a:txBody>
                  <a:tcPr marL="91440" marR="91440" marT="45720" marB="45720" anchor="ctr">
                    <a:solidFill>
                      <a:srgbClr val="FFFFFF"/>
                    </a:solidFill>
                  </a:tcPr>
                </a:tc>
              </a:tr>
              <a:tr h="657225">
                <a:tc>
                  <a:txBody>
                    <a:bodyPr lIns="171450" tIns="95250" rIns="152400" bIns="95250"/>
                    <a:lstStyle/>
                    <a:p>
                      <a:r>
                        <a:rPr sz="2475" b="0">
                          <a:solidFill>
                            <a:srgbClr val="183247"/>
                          </a:solidFill>
                          <a:latin typeface="Arial"/>
                          <a:ea typeface="Arial"/>
                          <a:cs typeface="Arial"/>
                        </a:rPr>
                        <a:t>Winst = 1.728 − 1.008</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720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2850638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urplus bij de efficiënte hoeveelheid">
            <a:extLst xmlns:a="http://schemas.openxmlformats.org/drawingml/2006/main">
              <a:ext uri="{FF2B5EF4-FFF2-40B4-BE49-F238E27FC236}">
                <a16:creationId xmlns:a16="http://schemas.microsoft.com/office/drawing/2014/main" id="{7E7A2B9A-B22E-4596-AA13-DAE88DED27A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Surplus bij de efficiënte hoeveelheid</a:t>
            </a:r>
          </a:p>
        </p:txBody>
      </p:sp>
      <p:sp>
        <p:nvSpPr>
          <p:cNvPr id="2" name="">
            <a:extLst xmlns:a="http://schemas.openxmlformats.org/drawingml/2006/main">
              <a:ext uri="{FF2B5EF4-FFF2-40B4-BE49-F238E27FC236}">
                <a16:creationId xmlns:a16="http://schemas.microsoft.com/office/drawing/2014/main" id="{4B6118A4-BAFA-4D77-91FE-DB9239D525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5E7D9E2C-CE26-4239-ABC7-456DD3EB740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1">
            <a:extLst xmlns:a="http://schemas.openxmlformats.org/drawingml/2006/main">
              <a:ext uri="{FF2B5EF4-FFF2-40B4-BE49-F238E27FC236}">
                <a16:creationId xmlns:a16="http://schemas.microsoft.com/office/drawing/2014/main" id="{91228624-BFA1-499F-8258-217F065E4EB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Keramiekoven">
            <a:extLst xmlns:a="http://schemas.openxmlformats.org/drawingml/2006/main">
              <a:ext uri="{FF2B5EF4-FFF2-40B4-BE49-F238E27FC236}">
                <a16:creationId xmlns:a16="http://schemas.microsoft.com/office/drawing/2014/main" id="{CFF1BFB2-2855-482F-8EC1-3AB3B25E0D84}"/>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1a430fc6ea4f45e3"/>
          </a:graphicData>
        </a:graphic>
      </p:graphicFrame>
      <p:sp>
        <p:nvSpPr>
          <p:cNvPr id="7" name="Qe = 36, Pe = € 60">
            <a:extLst xmlns:a="http://schemas.openxmlformats.org/drawingml/2006/main">
              <a:ext uri="{FF2B5EF4-FFF2-40B4-BE49-F238E27FC236}">
                <a16:creationId xmlns:a16="http://schemas.microsoft.com/office/drawing/2014/main" id="{7F695980-9D7F-4ABB-BB49-A1AA542487CE}"/>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Qe = 36, Pe = € 60</a:t>
            </a:r>
          </a:p>
        </p:txBody>
      </p:sp>
      <p:sp>
        <p:nvSpPr>
          <p:cNvPr id="8" name="CS = ½ × 36 × (96 − 60)&#10;= € 648 per week&#10;&#10;PS = ½ × 36 × (60 − 24">
            <a:extLst xmlns:a="http://schemas.openxmlformats.org/drawingml/2006/main">
              <a:ext uri="{FF2B5EF4-FFF2-40B4-BE49-F238E27FC236}">
                <a16:creationId xmlns:a16="http://schemas.microsoft.com/office/drawing/2014/main" id="{18ED6375-AE2B-45B9-AC29-6B911A20AF46}"/>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CS = ½ × 36 × (96 − 60)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€ 648 per week</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PS = ½ × 36 × (60 − 24)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€ 648 per week</a:t>
            </a:r>
          </a:p>
        </p:txBody>
      </p:sp>
      <p:sp>
        <p:nvSpPr>
          <p:cNvPr id="9" name="TS = 648 + 648&#10;= € 1.296 per week">
            <a:extLst xmlns:a="http://schemas.openxmlformats.org/drawingml/2006/main">
              <a:ext uri="{FF2B5EF4-FFF2-40B4-BE49-F238E27FC236}">
                <a16:creationId xmlns:a16="http://schemas.microsoft.com/office/drawing/2014/main" id="{F3A9994B-6E9D-432E-BA20-90DB571231A5}"/>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TS = 648 + 648</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 € 1.296 per week</a:t>
            </a:r>
          </a:p>
        </p:txBody>
      </p:sp>
    </p:spTree>
    <p:extLst>
      <p:ext uri="{BB962C8B-B14F-4D97-AF65-F5344CB8AC3E}">
        <p14:creationId xmlns:p14="http://schemas.microsoft.com/office/powerpoint/2010/main" val="9773834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eer winst, minder totaal surplus">
            <a:extLst xmlns:a="http://schemas.openxmlformats.org/drawingml/2006/main">
              <a:ext uri="{FF2B5EF4-FFF2-40B4-BE49-F238E27FC236}">
                <a16:creationId xmlns:a16="http://schemas.microsoft.com/office/drawing/2014/main" id="{6F9446A9-A108-4A13-93C9-E68D293162F2}"/>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Meer winst, minder totaal surplus</a:t>
            </a:r>
          </a:p>
        </p:txBody>
      </p:sp>
      <p:sp>
        <p:nvSpPr>
          <p:cNvPr id="2" name="">
            <a:extLst xmlns:a="http://schemas.openxmlformats.org/drawingml/2006/main">
              <a:ext uri="{FF2B5EF4-FFF2-40B4-BE49-F238E27FC236}">
                <a16:creationId xmlns:a16="http://schemas.microsoft.com/office/drawing/2014/main" id="{11967901-224D-4175-A827-038721B4DC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92F2BE20-8631-431B-A31E-19E11D2DE9F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2">
            <a:extLst xmlns:a="http://schemas.openxmlformats.org/drawingml/2006/main">
              <a:ext uri="{FF2B5EF4-FFF2-40B4-BE49-F238E27FC236}">
                <a16:creationId xmlns:a16="http://schemas.microsoft.com/office/drawing/2014/main" id="{27E40121-86BD-4122-8766-5E6A1FD8850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 Keramiekoven">
            <a:extLst xmlns:a="http://schemas.openxmlformats.org/drawingml/2006/main">
              <a:ext uri="{FF2B5EF4-FFF2-40B4-BE49-F238E27FC236}">
                <a16:creationId xmlns:a16="http://schemas.microsoft.com/office/drawing/2014/main" id="{554B053B-7BD4-4083-B614-C1F33AD62D97}"/>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3" name=""/>
          <p:cNvGraphicFramePr/>
          <p:nvPr/>
        </p:nvGraphicFramePr>
        <p:xfrm>
          <a:off xmlns:a="http://schemas.openxmlformats.org/drawingml/2006/main" x="571500" y="2590800"/>
          <a:ext xmlns:a="http://schemas.openxmlformats.org/drawingml/2006/main" cx="14097000" cy="3829050"/>
        </p:xfrm>
        <a:graphic xmlns:a="http://schemas.openxmlformats.org/drawingml/2006/main">
          <a:graphicData uri="http://schemas.openxmlformats.org/drawingml/2006/table">
            <a:tbl>
              <a:tblPr/>
              <a:tblGrid>
                <a:gridCol w="6286500"/>
                <a:gridCol w="3905250"/>
                <a:gridCol w="3905250"/>
              </a:tblGrid>
              <a:tr h="765810">
                <a:tc>
                  <a:txBody>
                    <a:bodyPr lIns="171450" tIns="95250" rIns="152400" bIns="95250"/>
                    <a:lstStyle/>
                    <a:p>
                      <a:r>
                        <a:rPr sz="2625"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Monopolie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Efficiënt</a:t>
                      </a:r>
                    </a:p>
                  </a:txBody>
                  <a:tcPr marL="91440" marR="91440" marT="45720" marB="45720" anchor="ctr">
                    <a:solidFill>
                      <a:srgbClr val="183247"/>
                    </a:solidFill>
                  </a:tcPr>
                </a:tc>
              </a:tr>
              <a:tr h="765810">
                <a:tc>
                  <a:txBody>
                    <a:bodyPr lIns="171450" tIns="95250" rIns="152400" bIns="95250"/>
                    <a:lstStyle/>
                    <a:p>
                      <a:r>
                        <a:rPr sz="262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288</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648</a:t>
                      </a:r>
                    </a:p>
                  </a:txBody>
                  <a:tcPr marL="91440" marR="91440" marT="45720" marB="45720" anchor="ctr">
                    <a:solidFill>
                      <a:srgbClr val="FFFFFF"/>
                    </a:solidFill>
                  </a:tcPr>
                </a:tc>
              </a:tr>
              <a:tr h="765810">
                <a:tc>
                  <a:txBody>
                    <a:bodyPr lIns="171450" tIns="95250" rIns="152400" bIns="95250"/>
                    <a:lstStyle/>
                    <a:p>
                      <a:r>
                        <a:rPr sz="262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864</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648</a:t>
                      </a:r>
                    </a:p>
                  </a:txBody>
                  <a:tcPr marL="91440" marR="91440" marT="45720" marB="45720" anchor="ctr">
                    <a:solidFill>
                      <a:srgbClr val="EFF4F7"/>
                    </a:solidFill>
                  </a:tcPr>
                </a:tc>
              </a:tr>
              <a:tr h="765810">
                <a:tc>
                  <a:txBody>
                    <a:bodyPr lIns="171450" tIns="95250" rIns="152400" bIns="95250"/>
                    <a:lstStyle/>
                    <a:p>
                      <a:r>
                        <a:rPr sz="2625" b="0">
                          <a:solidFill>
                            <a:srgbClr val="183247"/>
                          </a:solidFill>
                          <a:latin typeface="Arial"/>
                          <a:ea typeface="Arial"/>
                          <a:cs typeface="Arial"/>
                        </a:rPr>
                        <a:t>TS = CS + PS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1.152</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1.296</a:t>
                      </a:r>
                    </a:p>
                  </a:txBody>
                  <a:tcPr marL="91440" marR="91440" marT="45720" marB="45720" anchor="ctr">
                    <a:solidFill>
                      <a:srgbClr val="FFFFFF"/>
                    </a:solidFill>
                  </a:tcPr>
                </a:tc>
              </a:tr>
              <a:tr h="765810">
                <a:tc>
                  <a:txBody>
                    <a:bodyPr lIns="171450" tIns="95250" rIns="152400" bIns="95250"/>
                    <a:lstStyle/>
                    <a:p>
                      <a:r>
                        <a:rPr sz="2625" b="0">
                          <a:solidFill>
                            <a:srgbClr val="183247"/>
                          </a:solidFill>
                          <a:latin typeface="Arial"/>
                          <a:ea typeface="Arial"/>
                          <a:cs typeface="Arial"/>
                        </a:rPr>
                        <a:t>Winst = PS − 144</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720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504</a:t>
                      </a:r>
                    </a:p>
                  </a:txBody>
                  <a:tcPr marL="91440" marR="91440" marT="45720" marB="45720" anchor="ctr">
                    <a:solidFill>
                      <a:srgbClr val="EFF4F7"/>
                    </a:solidFill>
                  </a:tcPr>
                </a:tc>
              </a:tr>
            </a:tbl>
          </a:graphicData>
        </a:graphic>
      </p:graphicFrame>
      <p:sp>
        <p:nvSpPr>
          <p:cNvPr id="7" name="Het gezamenlijke voordeel daalt met 1.296 − 1.152 = € 144.">
            <a:extLst xmlns:a="http://schemas.openxmlformats.org/drawingml/2006/main">
              <a:ext uri="{FF2B5EF4-FFF2-40B4-BE49-F238E27FC236}">
                <a16:creationId xmlns:a16="http://schemas.microsoft.com/office/drawing/2014/main" id="{C9B9190A-989D-4E47-A518-3DD79FBA1BC0}"/>
              </a:ext>
            </a:extLst>
          </p:cNvPr>
          <p:cNvSpPr>
            <a:spLocks xmlns:a="http://schemas.openxmlformats.org/drawingml/2006/main" noGrp="1"/>
          </p:cNvSpPr>
          <p:nvPr/>
        </p:nvSpPr>
        <p:spPr>
          <a:xfrm xmlns:a="http://schemas.openxmlformats.org/drawingml/2006/main">
            <a:off x="571500" y="69723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3302A"/>
                </a:solidFill>
                <a:latin typeface="Arial"/>
                <a:ea typeface="Arial"/>
                <a:cs typeface="Arial"/>
              </a:defRPr>
            </a:pPr>
            <a:r>
              <a:rPr sz="2850" b="1">
                <a:solidFill>
                  <a:srgbClr val="A3302A"/>
                </a:solidFill>
                <a:latin typeface="Arial"/>
                <a:ea typeface="Arial"/>
                <a:cs typeface="Arial"/>
              </a:rPr>
              <a:t>Het gezamenlijke voordeel daalt met 1.296 − 1.152 = € 144.</a:t>
            </a:r>
          </a:p>
        </p:txBody>
      </p:sp>
    </p:spTree>
    <p:extLst>
      <p:ext uri="{BB962C8B-B14F-4D97-AF65-F5344CB8AC3E}">
        <p14:creationId xmlns:p14="http://schemas.microsoft.com/office/powerpoint/2010/main" val="18833256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verdracht op blijvende verkopen">
            <a:extLst xmlns:a="http://schemas.openxmlformats.org/drawingml/2006/main">
              <a:ext uri="{FF2B5EF4-FFF2-40B4-BE49-F238E27FC236}">
                <a16:creationId xmlns:a16="http://schemas.microsoft.com/office/drawing/2014/main" id="{AEA883E2-26FA-40F8-B1AB-8C0951E3A408}"/>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Overdracht op blijvende verkopen</a:t>
            </a:r>
          </a:p>
        </p:txBody>
      </p:sp>
      <p:sp>
        <p:nvSpPr>
          <p:cNvPr id="2" name="">
            <a:extLst xmlns:a="http://schemas.openxmlformats.org/drawingml/2006/main">
              <a:ext uri="{FF2B5EF4-FFF2-40B4-BE49-F238E27FC236}">
                <a16:creationId xmlns:a16="http://schemas.microsoft.com/office/drawing/2014/main" id="{B8787724-0223-41D8-8DC4-EA68A16EC10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1586E616-4DB9-4AC3-9F91-C596D7150CC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3">
            <a:extLst xmlns:a="http://schemas.openxmlformats.org/drawingml/2006/main">
              <a:ext uri="{FF2B5EF4-FFF2-40B4-BE49-F238E27FC236}">
                <a16:creationId xmlns:a16="http://schemas.microsoft.com/office/drawing/2014/main" id="{B81F8A16-DE82-4390-9D34-9617446C0BF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Keramiekoven">
            <a:extLst xmlns:a="http://schemas.openxmlformats.org/drawingml/2006/main">
              <a:ext uri="{FF2B5EF4-FFF2-40B4-BE49-F238E27FC236}">
                <a16:creationId xmlns:a16="http://schemas.microsoft.com/office/drawing/2014/main" id="{EF7F8D47-F7BB-4527-829A-722F57090D5B}"/>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8b72442bc6f64eb4"/>
          </a:graphicData>
        </a:graphic>
      </p:graphicFrame>
      <p:sp>
        <p:nvSpPr>
          <p:cNvPr id="7" name="A: geld verschuift">
            <a:extLst xmlns:a="http://schemas.openxmlformats.org/drawingml/2006/main">
              <a:ext uri="{FF2B5EF4-FFF2-40B4-BE49-F238E27FC236}">
                <a16:creationId xmlns:a16="http://schemas.microsoft.com/office/drawing/2014/main" id="{5720B69E-EAAA-4C7B-A8C5-EF6674D902AA}"/>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A: geld verschuift</a:t>
            </a:r>
          </a:p>
        </p:txBody>
      </p:sp>
      <p:sp>
        <p:nvSpPr>
          <p:cNvPr id="8" name="24 bakbeurten blijven.&#10;De prijs stijgt met&#10;72 − 60 = € 12.&#10;&#10;A = ">
            <a:extLst xmlns:a="http://schemas.openxmlformats.org/drawingml/2006/main">
              <a:ext uri="{FF2B5EF4-FFF2-40B4-BE49-F238E27FC236}">
                <a16:creationId xmlns:a16="http://schemas.microsoft.com/office/drawing/2014/main" id="{C545EBDD-1B87-48DE-8A5B-679104A19DFA}"/>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24 bakbeurten blijven.</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De prijs stijgt met</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72 − 60 = € 12.</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 = 24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€ 288 per week</a:t>
            </a:r>
          </a:p>
        </p:txBody>
      </p:sp>
      <p:sp>
        <p:nvSpPr>
          <p:cNvPr id="9" name="Alleen A:&#10;CS −288; PS +288&#10;TS verandert niet.">
            <a:extLst xmlns:a="http://schemas.openxmlformats.org/drawingml/2006/main">
              <a:ext uri="{FF2B5EF4-FFF2-40B4-BE49-F238E27FC236}">
                <a16:creationId xmlns:a16="http://schemas.microsoft.com/office/drawing/2014/main" id="{A0871ED7-EEE9-47AB-B76D-B533090BAF58}"/>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Alleen A:</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CS −288; PS +288</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TS verandert niet.</a:t>
            </a:r>
          </a:p>
        </p:txBody>
      </p:sp>
    </p:spTree>
    <p:extLst>
      <p:ext uri="{BB962C8B-B14F-4D97-AF65-F5344CB8AC3E}">
        <p14:creationId xmlns:p14="http://schemas.microsoft.com/office/powerpoint/2010/main" val="191686001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Welvaartsverlies door gemiste transacties">
            <a:extLst xmlns:a="http://schemas.openxmlformats.org/drawingml/2006/main">
              <a:ext uri="{FF2B5EF4-FFF2-40B4-BE49-F238E27FC236}">
                <a16:creationId xmlns:a16="http://schemas.microsoft.com/office/drawing/2014/main" id="{8EEC65C6-F1AC-4CA0-9E64-01C56B41335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Welvaartsverlies door gemiste transacties</a:t>
            </a:r>
          </a:p>
        </p:txBody>
      </p:sp>
      <p:sp>
        <p:nvSpPr>
          <p:cNvPr id="2" name="">
            <a:extLst xmlns:a="http://schemas.openxmlformats.org/drawingml/2006/main">
              <a:ext uri="{FF2B5EF4-FFF2-40B4-BE49-F238E27FC236}">
                <a16:creationId xmlns:a16="http://schemas.microsoft.com/office/drawing/2014/main" id="{B599E680-F996-4814-A135-6201FA1F89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5CDC68E7-8C82-4C9B-BC3A-38B1514A56D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4">
            <a:extLst xmlns:a="http://schemas.openxmlformats.org/drawingml/2006/main">
              <a:ext uri="{FF2B5EF4-FFF2-40B4-BE49-F238E27FC236}">
                <a16:creationId xmlns:a16="http://schemas.microsoft.com/office/drawing/2014/main" id="{B56DC982-95C3-4B21-AC02-EEF43EF8CA8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 Keramiekoven">
            <a:extLst xmlns:a="http://schemas.openxmlformats.org/drawingml/2006/main">
              <a:ext uri="{FF2B5EF4-FFF2-40B4-BE49-F238E27FC236}">
                <a16:creationId xmlns:a16="http://schemas.microsoft.com/office/drawing/2014/main" id="{9211599A-9A38-457F-A062-B6E12366A255}"/>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b8eeca3417b04a8f"/>
          </a:graphicData>
        </a:graphic>
      </p:graphicFrame>
      <p:sp>
        <p:nvSpPr>
          <p:cNvPr id="7" name="B: voordeel verdwijnt">
            <a:extLst xmlns:a="http://schemas.openxmlformats.org/drawingml/2006/main">
              <a:ext uri="{FF2B5EF4-FFF2-40B4-BE49-F238E27FC236}">
                <a16:creationId xmlns:a16="http://schemas.microsoft.com/office/drawing/2014/main" id="{F055C79A-BA89-41FA-B7E8-AB75F7E044E7}"/>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3302A"/>
                </a:solidFill>
                <a:latin typeface="Arial"/>
                <a:ea typeface="Arial"/>
                <a:cs typeface="Arial"/>
              </a:defRPr>
            </a:pPr>
            <a:r>
              <a:rPr sz="2625" b="1">
                <a:solidFill>
                  <a:srgbClr val="A3302A"/>
                </a:solidFill>
                <a:latin typeface="Arial"/>
                <a:ea typeface="Arial"/>
                <a:cs typeface="Arial"/>
              </a:rPr>
              <a:t>B: voordeel verdwijnt</a:t>
            </a:r>
          </a:p>
        </p:txBody>
      </p:sp>
      <p:sp>
        <p:nvSpPr>
          <p:cNvPr id="8" name="Basis = 36 − 24 = 12&#10;Hoogte = 72 − 48 = 24&#10;&#10;B = ½ × 12 × 24&#10;= € ">
            <a:extLst xmlns:a="http://schemas.openxmlformats.org/drawingml/2006/main">
              <a:ext uri="{FF2B5EF4-FFF2-40B4-BE49-F238E27FC236}">
                <a16:creationId xmlns:a16="http://schemas.microsoft.com/office/drawing/2014/main" id="{2CC6F885-DFCC-429A-B0B0-4F2010A019EC}"/>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Basis = 36 − 24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Hoogte = 72 − 48 = 24</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 = ½ × 12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€ 144 per week</a:t>
            </a:r>
          </a:p>
        </p:txBody>
      </p:sp>
      <p:sp>
        <p:nvSpPr>
          <p:cNvPr id="9" name="Controle:&#10;1.296 − 1.152 = 144">
            <a:extLst xmlns:a="http://schemas.openxmlformats.org/drawingml/2006/main">
              <a:ext uri="{FF2B5EF4-FFF2-40B4-BE49-F238E27FC236}">
                <a16:creationId xmlns:a16="http://schemas.microsoft.com/office/drawing/2014/main" id="{491879FE-B142-43CB-8B25-85CA9D060FFF}"/>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3302A"/>
                </a:solidFill>
                <a:latin typeface="Arial"/>
                <a:ea typeface="Arial"/>
                <a:cs typeface="Arial"/>
              </a:defRPr>
            </a:pPr>
            <a:r>
              <a:rPr sz="2400" b="1">
                <a:solidFill>
                  <a:srgbClr val="A3302A"/>
                </a:solidFill>
                <a:latin typeface="Arial"/>
                <a:ea typeface="Arial"/>
                <a:cs typeface="Arial"/>
              </a:rPr>
              <a:t>Controle:</a:t>
            </a:r>
          </a:p>
          <a:p xmlns:a="http://schemas.openxmlformats.org/drawingml/2006/main">
            <a:pPr algn="l">
              <a:defRPr sz="2400" b="1">
                <a:solidFill>
                  <a:srgbClr val="A3302A"/>
                </a:solidFill>
                <a:latin typeface="Arial"/>
                <a:ea typeface="Arial"/>
                <a:cs typeface="Arial"/>
              </a:defRPr>
            </a:pPr>
            <a:r>
              <a:rPr sz="2400" b="1">
                <a:solidFill>
                  <a:srgbClr val="A3302A"/>
                </a:solidFill>
                <a:latin typeface="Arial"/>
                <a:ea typeface="Arial"/>
                <a:cs typeface="Arial"/>
              </a:rPr>
              <a:t>1.296 − 1.152 = 144</a:t>
            </a:r>
          </a:p>
        </p:txBody>
      </p:sp>
    </p:spTree>
    <p:extLst>
      <p:ext uri="{BB962C8B-B14F-4D97-AF65-F5344CB8AC3E}">
        <p14:creationId xmlns:p14="http://schemas.microsoft.com/office/powerpoint/2010/main" val="2243561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wee effecten in één verandering">
            <a:extLst xmlns:a="http://schemas.openxmlformats.org/drawingml/2006/main">
              <a:ext uri="{FF2B5EF4-FFF2-40B4-BE49-F238E27FC236}">
                <a16:creationId xmlns:a16="http://schemas.microsoft.com/office/drawing/2014/main" id="{04C2C20B-4CEB-4BE9-A905-75D5E77C1BA0}"/>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effecten in één verandering</a:t>
            </a:r>
          </a:p>
        </p:txBody>
      </p:sp>
      <p:sp>
        <p:nvSpPr>
          <p:cNvPr id="2" name="">
            <a:extLst xmlns:a="http://schemas.openxmlformats.org/drawingml/2006/main">
              <a:ext uri="{FF2B5EF4-FFF2-40B4-BE49-F238E27FC236}">
                <a16:creationId xmlns:a16="http://schemas.microsoft.com/office/drawing/2014/main" id="{837421DE-83F5-4659-8746-A479A4F9FC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B2EE0B7E-559A-4376-882D-6277FDD4E23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5">
            <a:extLst xmlns:a="http://schemas.openxmlformats.org/drawingml/2006/main">
              <a:ext uri="{FF2B5EF4-FFF2-40B4-BE49-F238E27FC236}">
                <a16:creationId xmlns:a16="http://schemas.microsoft.com/office/drawing/2014/main" id="{BF14BD0F-081B-457A-9BD6-673AB2E3E4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Uitlegvoorbeeld — niet uit het boek · Keramiekoven">
            <a:extLst xmlns:a="http://schemas.openxmlformats.org/drawingml/2006/main">
              <a:ext uri="{FF2B5EF4-FFF2-40B4-BE49-F238E27FC236}">
                <a16:creationId xmlns:a16="http://schemas.microsoft.com/office/drawing/2014/main" id="{D626EE73-945F-4050-A01A-2CD473122ED0}"/>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graphicFrame>
        <p:nvGraphicFramePr>
          <p:cNvPr id="13" name=""/>
          <p:cNvGraphicFramePr/>
          <p:nvPr/>
        </p:nvGraphicFramePr>
        <p:xfrm>
          <a:off xmlns:a="http://schemas.openxmlformats.org/drawingml/2006/main" x="571500" y="2695575"/>
          <a:ext xmlns:a="http://schemas.openxmlformats.org/drawingml/2006/main" cx="14097000" cy="3333750"/>
        </p:xfrm>
        <a:graphic xmlns:a="http://schemas.openxmlformats.org/drawingml/2006/main">
          <a:graphicData uri="http://schemas.openxmlformats.org/drawingml/2006/table">
            <a:tbl>
              <a:tblPr/>
              <a:tblGrid>
                <a:gridCol w="6953250"/>
                <a:gridCol w="2381250"/>
                <a:gridCol w="2381250"/>
                <a:gridCol w="2381250"/>
              </a:tblGrid>
              <a:tr h="833438">
                <a:tc>
                  <a:txBody>
                    <a:bodyPr lIns="171450" tIns="95250" rIns="152400" bIns="95250"/>
                    <a:lstStyle/>
                    <a:p>
                      <a:r>
                        <a:rPr sz="2475" b="1">
                          <a:solidFill>
                            <a:srgbClr val="FFFFFF"/>
                          </a:solidFill>
                          <a:latin typeface="Arial"/>
                          <a:ea typeface="Arial"/>
                          <a:cs typeface="Arial"/>
                        </a:rPr>
                        <a:t>Van efficiënt naar monopolie</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ΔCS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ΔPS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ΔTS</a:t>
                      </a:r>
                    </a:p>
                  </a:txBody>
                  <a:tcPr marL="91440" marR="91440" marT="45720" marB="45720" anchor="ctr">
                    <a:solidFill>
                      <a:srgbClr val="183247"/>
                    </a:solidFill>
                  </a:tcPr>
                </a:tc>
              </a:tr>
              <a:tr h="833438">
                <a:tc>
                  <a:txBody>
                    <a:bodyPr lIns="171450" tIns="95250" rIns="152400" bIns="95250"/>
                    <a:lstStyle/>
                    <a:p>
                      <a:r>
                        <a:rPr sz="2475" b="0">
                          <a:solidFill>
                            <a:srgbClr val="183247"/>
                          </a:solidFill>
                          <a:latin typeface="Arial"/>
                          <a:ea typeface="Arial"/>
                          <a:cs typeface="Arial"/>
                        </a:rPr>
                        <a:t>A: overdracht</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−288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+288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0</a:t>
                      </a:r>
                    </a:p>
                  </a:txBody>
                  <a:tcPr marL="91440" marR="91440" marT="45720" marB="45720" anchor="ctr">
                    <a:solidFill>
                      <a:srgbClr val="FFFFFF"/>
                    </a:solidFill>
                  </a:tcPr>
                </a:tc>
              </a:tr>
              <a:tr h="833438">
                <a:tc>
                  <a:txBody>
                    <a:bodyPr lIns="171450" tIns="95250" rIns="152400" bIns="95250"/>
                    <a:lstStyle/>
                    <a:p>
                      <a:r>
                        <a:rPr sz="2475" b="0">
                          <a:solidFill>
                            <a:srgbClr val="183247"/>
                          </a:solidFill>
                          <a:latin typeface="Arial"/>
                          <a:ea typeface="Arial"/>
                          <a:cs typeface="Arial"/>
                        </a:rPr>
                        <a:t>Gemiste transacties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−72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−72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−144</a:t>
                      </a:r>
                    </a:p>
                  </a:txBody>
                  <a:tcPr marL="91440" marR="91440" marT="45720" marB="45720" anchor="ctr">
                    <a:solidFill>
                      <a:srgbClr val="EFF4F7"/>
                    </a:solidFill>
                  </a:tcPr>
                </a:tc>
              </a:tr>
              <a:tr h="833438">
                <a:tc>
                  <a:txBody>
                    <a:bodyPr lIns="171450" tIns="95250" rIns="152400" bIns="95250"/>
                    <a:lstStyle/>
                    <a:p>
                      <a:r>
                        <a:rPr sz="2475" b="0">
                          <a:solidFill>
                            <a:srgbClr val="183247"/>
                          </a:solidFill>
                          <a:latin typeface="Arial"/>
                          <a:ea typeface="Arial"/>
                          <a:cs typeface="Arial"/>
                        </a:rPr>
                        <a:t>Totale verandering</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−360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+216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−144</a:t>
                      </a:r>
                    </a:p>
                  </a:txBody>
                  <a:tcPr marL="91440" marR="91440" marT="45720" marB="45720" anchor="ctr">
                    <a:solidFill>
                      <a:srgbClr val="FFFFFF"/>
                    </a:solidFill>
                  </a:tcPr>
                </a:tc>
              </a:tr>
            </a:tbl>
          </a:graphicData>
        </a:graphic>
      </p:graphicFrame>
      <p:sp>
        <p:nvSpPr>
          <p:cNvPr id="7" name="Alle bedragen in euro per week. De ontvanger van A blijft in het">
            <a:extLst xmlns:a="http://schemas.openxmlformats.org/drawingml/2006/main">
              <a:ext uri="{FF2B5EF4-FFF2-40B4-BE49-F238E27FC236}">
                <a16:creationId xmlns:a16="http://schemas.microsoft.com/office/drawing/2014/main" id="{813CDE2B-120A-429C-A525-F9EFC596B254}"/>
              </a:ext>
            </a:extLst>
          </p:cNvPr>
          <p:cNvSpPr>
            <a:spLocks xmlns:a="http://schemas.openxmlformats.org/drawingml/2006/main" noGrp="1"/>
          </p:cNvSpPr>
          <p:nvPr/>
        </p:nvSpPr>
        <p:spPr>
          <a:xfrm xmlns:a="http://schemas.openxmlformats.org/drawingml/2006/main">
            <a:off x="571500" y="679132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Alle bedragen in euro per week. De ontvanger van A blijft in het totaal.</a:t>
            </a:r>
          </a:p>
        </p:txBody>
      </p:sp>
    </p:spTree>
    <p:extLst>
      <p:ext uri="{BB962C8B-B14F-4D97-AF65-F5344CB8AC3E}">
        <p14:creationId xmlns:p14="http://schemas.microsoft.com/office/powerpoint/2010/main" val="653091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9173AC36-8FBA-4D66-929A-B3BF3DF5301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D851F491-D600-40E5-9C56-5181495A63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EB5CD33F-DBFB-469B-926D-DBB6383AC4A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6">
            <a:extLst xmlns:a="http://schemas.openxmlformats.org/drawingml/2006/main">
              <a:ext uri="{FF2B5EF4-FFF2-40B4-BE49-F238E27FC236}">
                <a16:creationId xmlns:a16="http://schemas.microsoft.com/office/drawing/2014/main" id="{E5AC364E-0DB0-4E25-A042-27AD3DE8AC9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Uitlegvoorbeeld — niet uit het boek · Keramiekoven">
            <a:extLst xmlns:a="http://schemas.openxmlformats.org/drawingml/2006/main">
              <a:ext uri="{FF2B5EF4-FFF2-40B4-BE49-F238E27FC236}">
                <a16:creationId xmlns:a16="http://schemas.microsoft.com/office/drawing/2014/main" id="{5C5D4AC3-4BBD-4F3B-8BA4-653C2463275E}"/>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Uitlegvoorbeeld — niet uit het boek · Keramiekoven</a:t>
            </a:r>
          </a:p>
        </p:txBody>
      </p:sp>
      <p:sp>
        <p:nvSpPr>
          <p:cNvPr id="6" name="“Het verlies aan CS is helemaal welvaartsverlies.”">
            <a:extLst xmlns:a="http://schemas.openxmlformats.org/drawingml/2006/main">
              <a:ext uri="{FF2B5EF4-FFF2-40B4-BE49-F238E27FC236}">
                <a16:creationId xmlns:a16="http://schemas.microsoft.com/office/drawing/2014/main" id="{2FEDAB89-B752-47EE-A451-4C72D0B4B242}"/>
              </a:ext>
            </a:extLst>
          </p:cNvPr>
          <p:cNvSpPr>
            <a:spLocks xmlns:a="http://schemas.openxmlformats.org/drawingml/2006/main" noGrp="1"/>
          </p:cNvSpPr>
          <p:nvPr/>
        </p:nvSpPr>
        <p:spPr>
          <a:xfrm xmlns:a="http://schemas.openxmlformats.org/drawingml/2006/main">
            <a:off x="571500" y="2695575"/>
            <a:ext cx="1409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“Het verlies aan CS is helemaal welvaartsverlies.”</a:t>
            </a:r>
          </a:p>
        </p:txBody>
      </p:sp>
      <p:sp>
        <p:nvSpPr>
          <p:cNvPr id="7" name="Gebruik de € 288 overdracht en de € 144 verloren surplus&#10;in je u">
            <a:extLst xmlns:a="http://schemas.openxmlformats.org/drawingml/2006/main">
              <a:ext uri="{FF2B5EF4-FFF2-40B4-BE49-F238E27FC236}">
                <a16:creationId xmlns:a16="http://schemas.microsoft.com/office/drawing/2014/main" id="{9DB66213-9121-41FB-B7C6-CC0AE7518E01}"/>
              </a:ext>
            </a:extLst>
          </p:cNvPr>
          <p:cNvSpPr>
            <a:spLocks xmlns:a="http://schemas.openxmlformats.org/drawingml/2006/main" noGrp="1"/>
          </p:cNvSpPr>
          <p:nvPr/>
        </p:nvSpPr>
        <p:spPr>
          <a:xfrm xmlns:a="http://schemas.openxmlformats.org/drawingml/2006/main">
            <a:off x="571500" y="4895850"/>
            <a:ext cx="14097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Gebruik de € 288 overdracht en de € 144 verloren surplus</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in je uitleg.</a:t>
            </a:r>
          </a:p>
        </p:txBody>
      </p:sp>
      <p:sp>
        <p:nvSpPr>
          <p:cNvPr id="8" name="Welke informatie zegt iets over verdeling en eerlijkheid?">
            <a:extLst xmlns:a="http://schemas.openxmlformats.org/drawingml/2006/main">
              <a:ext uri="{FF2B5EF4-FFF2-40B4-BE49-F238E27FC236}">
                <a16:creationId xmlns:a16="http://schemas.microsoft.com/office/drawing/2014/main" id="{4A986A06-5DD6-46AE-B39F-8ACD86310E36}"/>
              </a:ext>
            </a:extLst>
          </p:cNvPr>
          <p:cNvSpPr>
            <a:spLocks xmlns:a="http://schemas.openxmlformats.org/drawingml/2006/main" noGrp="1"/>
          </p:cNvSpPr>
          <p:nvPr/>
        </p:nvSpPr>
        <p:spPr>
          <a:xfrm xmlns:a="http://schemas.openxmlformats.org/drawingml/2006/main">
            <a:off x="571500" y="69151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Welke informatie zegt iets over verdeling en eerlijkheid?</a:t>
            </a:r>
          </a:p>
        </p:txBody>
      </p:sp>
    </p:spTree>
    <p:extLst>
      <p:ext uri="{BB962C8B-B14F-4D97-AF65-F5344CB8AC3E}">
        <p14:creationId xmlns:p14="http://schemas.microsoft.com/office/powerpoint/2010/main" val="158529257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1 Welvaartseffecten van monopolie">
            <a:extLst xmlns:a="http://schemas.openxmlformats.org/drawingml/2006/main">
              <a:ext uri="{FF2B5EF4-FFF2-40B4-BE49-F238E27FC236}">
                <a16:creationId xmlns:a16="http://schemas.microsoft.com/office/drawing/2014/main" id="{4036C592-C680-46A2-94CE-04479AB6015E}"/>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§4.2.1 Welvaartseffecten van monopolie</a:t>
            </a:r>
          </a:p>
        </p:txBody>
      </p:sp>
      <p:sp>
        <p:nvSpPr>
          <p:cNvPr id="2" name="">
            <a:extLst xmlns:a="http://schemas.openxmlformats.org/drawingml/2006/main">
              <a:ext uri="{FF2B5EF4-FFF2-40B4-BE49-F238E27FC236}">
                <a16:creationId xmlns:a16="http://schemas.microsoft.com/office/drawing/2014/main" id="{C10AEFDD-0A32-4805-AAD1-A9E030C628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1D3E85E1-5B55-4FE0-882B-48106EAE1C9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7">
            <a:extLst xmlns:a="http://schemas.openxmlformats.org/drawingml/2006/main">
              <a:ext uri="{FF2B5EF4-FFF2-40B4-BE49-F238E27FC236}">
                <a16:creationId xmlns:a16="http://schemas.microsoft.com/office/drawing/2014/main" id="{5302008C-BC42-4446-9631-4BF0FD5614C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phase">
            <a:extLst xmlns:a="http://schemas.openxmlformats.org/drawingml/2006/main">
              <a:ext uri="{FF2B5EF4-FFF2-40B4-BE49-F238E27FC236}">
                <a16:creationId xmlns:a16="http://schemas.microsoft.com/office/drawing/2014/main" id="{606AC4D6-60D2-4E41-B314-292DE4301AF2}"/>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F1816AC8-A92F-4885-9C02-47B7A51FC3B6}"/>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7890667-89CE-459A-87BD-4DE693CD5D0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7D3CFF2D-ACF7-4D33-A1D9-D01C966F83F5}"/>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BB43E5D-8C99-4DF6-A7DC-752E8C1F5D9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3804A968-4D70-4971-96DA-DFC4ADD97F68}"/>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BD50537-FC4E-407F-A70B-0595E9BA49B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332B4CA7-0B31-42D3-9C7A-C2D943C08ECB}"/>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804C9A36-B43D-41D7-8950-18CEF31C1D02}"/>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70BAFDFA-DA63-4B07-8611-4A3D0ADA6E3D}"/>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EF82DC9B-B69D-4999-A949-62599F03329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5B19059A-63F1-4A3B-8252-71EFB05A1C0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53A5C90A-D94A-449D-A5DA-985471C844B5}"/>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6A6BBC8A-BB55-44B1-B203-AB154A0A087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E4B801CE-B051-4A19-A327-BF7D8FCD278A}"/>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8CDB88D-F822-464B-B3AB-986AF6E499CB}"/>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3400AEA-F5BA-4219-8EC3-13AEB812EF36}"/>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99FA173-81BF-464B-8D5C-32FFF4399309}"/>
              </a:ext>
            </a:extLst>
          </p:cNvPr>
          <p:cNvSpPr>
            <a:spLocks xmlns:a="http://schemas.openxmlformats.org/drawingml/2006/main" noGrp="1"/>
          </p:cNvSpPr>
          <p:nvPr/>
        </p:nvSpPr>
        <p:spPr>
          <a:xfrm xmlns:a="http://schemas.openxmlformats.org/drawingml/2006/main">
            <a:off x="9258300" y="2324100"/>
            <a:ext cx="5381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Monopolie en efficiënt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CS, PS, TS en winst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Overdracht en verlies scheiden.</a:t>
            </a:r>
          </a:p>
        </p:txBody>
      </p:sp>
      <p:sp>
        <p:nvSpPr>
          <p:cNvPr id="23" name="">
            <a:extLst xmlns:a="http://schemas.openxmlformats.org/drawingml/2006/main">
              <a:ext uri="{FF2B5EF4-FFF2-40B4-BE49-F238E27FC236}">
                <a16:creationId xmlns:a16="http://schemas.microsoft.com/office/drawing/2014/main" id="{C62D8EBB-E9C9-4BA9-A81E-3197BE6B15F8}"/>
              </a:ext>
            </a:extLst>
          </p:cNvPr>
          <p:cNvSpPr>
            <a:spLocks xmlns:a="http://schemas.openxmlformats.org/drawingml/2006/main" noGrp="1"/>
          </p:cNvSpPr>
          <p:nvPr/>
        </p:nvSpPr>
        <p:spPr>
          <a:xfrm xmlns:a="http://schemas.openxmlformats.org/drawingml/2006/main">
            <a:off x="9258300" y="361950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F9444FE2-95E2-4ABA-B8DC-10C6D1379388}"/>
              </a:ext>
            </a:extLst>
          </p:cNvPr>
          <p:cNvSpPr>
            <a:spLocks xmlns:a="http://schemas.openxmlformats.org/drawingml/2006/main" noGrp="1"/>
          </p:cNvSpPr>
          <p:nvPr/>
        </p:nvSpPr>
        <p:spPr>
          <a:xfrm xmlns:a="http://schemas.openxmlformats.org/drawingml/2006/main">
            <a:off x="9258300" y="38290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5391D28-263B-4F5B-8197-90872332E953}"/>
              </a:ext>
            </a:extLst>
          </p:cNvPr>
          <p:cNvSpPr>
            <a:spLocks xmlns:a="http://schemas.openxmlformats.org/drawingml/2006/main" noGrp="1"/>
          </p:cNvSpPr>
          <p:nvPr/>
        </p:nvSpPr>
        <p:spPr>
          <a:xfrm xmlns:a="http://schemas.openxmlformats.org/drawingml/2006/main">
            <a:off x="9258300" y="43624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55–57</a:t>
            </a:r>
          </a:p>
        </p:txBody>
      </p:sp>
      <p:sp>
        <p:nvSpPr>
          <p:cNvPr id="26" name="">
            <a:extLst xmlns:a="http://schemas.openxmlformats.org/drawingml/2006/main">
              <a:ext uri="{FF2B5EF4-FFF2-40B4-BE49-F238E27FC236}">
                <a16:creationId xmlns:a16="http://schemas.microsoft.com/office/drawing/2014/main" id="{513AA750-46EF-4A65-9B14-4123C5FCD71E}"/>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200407F-4AA7-4260-9CC5-FD3D4C8501B5}"/>
              </a:ext>
            </a:extLst>
          </p:cNvPr>
          <p:cNvSpPr>
            <a:spLocks xmlns:a="http://schemas.openxmlformats.org/drawingml/2006/main" noGrp="1"/>
          </p:cNvSpPr>
          <p:nvPr/>
        </p:nvSpPr>
        <p:spPr>
          <a:xfrm xmlns:a="http://schemas.openxmlformats.org/drawingml/2006/main">
            <a:off x="9258300" y="5686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2D4AEA7-13C7-4B48-9A96-7FA593E0C3B6}"/>
              </a:ext>
            </a:extLst>
          </p:cNvPr>
          <p:cNvSpPr>
            <a:spLocks xmlns:a="http://schemas.openxmlformats.org/drawingml/2006/main" noGrp="1"/>
          </p:cNvSpPr>
          <p:nvPr/>
        </p:nvSpPr>
        <p:spPr>
          <a:xfrm xmlns:a="http://schemas.openxmlformats.org/drawingml/2006/main">
            <a:off x="9258300" y="6229350"/>
            <a:ext cx="5381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§4.2.1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p:txBody>
      </p:sp>
    </p:spTree>
    <p:extLst>
      <p:ext uri="{BB962C8B-B14F-4D97-AF65-F5344CB8AC3E}">
        <p14:creationId xmlns:p14="http://schemas.microsoft.com/office/powerpoint/2010/main" val="105614404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De enige VR-studio">
            <a:extLst xmlns:a="http://schemas.openxmlformats.org/drawingml/2006/main">
              <a:ext uri="{FF2B5EF4-FFF2-40B4-BE49-F238E27FC236}">
                <a16:creationId xmlns:a16="http://schemas.microsoft.com/office/drawing/2014/main" id="{38F46B28-8978-415C-9921-73D468AAF0E3}"/>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De enige VR-studio</a:t>
            </a:r>
          </a:p>
        </p:txBody>
      </p:sp>
      <p:sp>
        <p:nvSpPr>
          <p:cNvPr id="2" name="">
            <a:extLst xmlns:a="http://schemas.openxmlformats.org/drawingml/2006/main">
              <a:ext uri="{FF2B5EF4-FFF2-40B4-BE49-F238E27FC236}">
                <a16:creationId xmlns:a16="http://schemas.microsoft.com/office/drawing/2014/main" id="{B7898E5B-1ECD-4AE8-8DB2-7CD67B1777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2DFB4121-6AEF-48BD-A1E6-C8FFDC4C497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8">
            <a:extLst xmlns:a="http://schemas.openxmlformats.org/drawingml/2006/main">
              <a:ext uri="{FF2B5EF4-FFF2-40B4-BE49-F238E27FC236}">
                <a16:creationId xmlns:a16="http://schemas.microsoft.com/office/drawing/2014/main" id="{FE9B2636-6F4C-4A1B-89D1-60A35A6922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Opgave 7 · De VR-studio · Boekpagina 61">
            <a:extLst xmlns:a="http://schemas.openxmlformats.org/drawingml/2006/main">
              <a:ext uri="{FF2B5EF4-FFF2-40B4-BE49-F238E27FC236}">
                <a16:creationId xmlns:a16="http://schemas.microsoft.com/office/drawing/2014/main" id="{9A53D01A-43F3-4CB4-9B0A-C968132BEFC9}"/>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sp>
        <p:nvSpPr>
          <p:cNvPr id="6" name="Eén studio bedient de hele beschreven markt.">
            <a:extLst xmlns:a="http://schemas.openxmlformats.org/drawingml/2006/main">
              <a:ext uri="{FF2B5EF4-FFF2-40B4-BE49-F238E27FC236}">
                <a16:creationId xmlns:a16="http://schemas.microsoft.com/office/drawing/2014/main" id="{E05D6108-F133-4704-ACE8-6DBF3B78EA76}"/>
              </a:ext>
            </a:extLst>
          </p:cNvPr>
          <p:cNvSpPr>
            <a:spLocks xmlns:a="http://schemas.openxmlformats.org/drawingml/2006/main" noGrp="1"/>
          </p:cNvSpPr>
          <p:nvPr/>
        </p:nvSpPr>
        <p:spPr>
          <a:xfrm xmlns:a="http://schemas.openxmlformats.org/drawingml/2006/main">
            <a:off x="571500" y="24003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Eén studio bedient de hele beschreven markt.</a:t>
            </a:r>
          </a:p>
        </p:txBody>
      </p:sp>
      <p:graphicFrame>
        <p:nvGraphicFramePr>
          <p:cNvPr id="15" name=""/>
          <p:cNvGraphicFramePr/>
          <p:nvPr/>
        </p:nvGraphicFramePr>
        <p:xfrm>
          <a:off xmlns:a="http://schemas.openxmlformats.org/drawingml/2006/main" x="571500" y="3381375"/>
          <a:ext xmlns:a="http://schemas.openxmlformats.org/drawingml/2006/main" cx="14097000" cy="3000375"/>
        </p:xfrm>
        <a:graphic xmlns:a="http://schemas.openxmlformats.org/drawingml/2006/main">
          <a:graphicData uri="http://schemas.openxmlformats.org/drawingml/2006/table">
            <a:tbl>
              <a:tblPr/>
              <a:tblGrid>
                <a:gridCol w="8191500"/>
                <a:gridCol w="5905500"/>
              </a:tblGrid>
              <a:tr h="750094">
                <a:tc>
                  <a:txBody>
                    <a:bodyPr lIns="171450" tIns="95250" rIns="152400" bIns="95250"/>
                    <a:lstStyle/>
                    <a:p>
                      <a:r>
                        <a:rPr sz="2550" b="1">
                          <a:solidFill>
                            <a:srgbClr val="FFFFFF"/>
                          </a:solidFill>
                          <a:latin typeface="Arial"/>
                          <a:ea typeface="Arial"/>
                          <a:cs typeface="Arial"/>
                        </a:rPr>
                        <a:t>Vraag en kosten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Eenheden en capaciteit</a:t>
                      </a:r>
                    </a:p>
                  </a:txBody>
                  <a:tcPr marL="91440" marR="91440" marT="45720" marB="45720" anchor="ctr">
                    <a:solidFill>
                      <a:srgbClr val="183247"/>
                    </a:solidFill>
                  </a:tcPr>
                </a:tc>
              </a:tr>
              <a:tr h="750094">
                <a:tc>
                  <a:txBody>
                    <a:bodyPr lIns="171450" tIns="95250" rIns="152400" bIns="95250"/>
                    <a:lstStyle/>
                    <a:p>
                      <a:r>
                        <a:rPr sz="2550" b="0">
                          <a:solidFill>
                            <a:srgbClr val="183247"/>
                          </a:solidFill>
                          <a:latin typeface="Arial"/>
                          <a:ea typeface="Arial"/>
                          <a:cs typeface="Arial"/>
                        </a:rPr>
                        <a:t>P = 80 − 0,5Q</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 euro per sessie</a:t>
                      </a:r>
                    </a:p>
                  </a:txBody>
                  <a:tcPr marL="91440" marR="91440" marT="45720" marB="45720" anchor="ctr">
                    <a:solidFill>
                      <a:srgbClr val="FFFFFF"/>
                    </a:solidFill>
                  </a:tcPr>
                </a:tc>
              </a:tr>
              <a:tr h="750094">
                <a:tc>
                  <a:txBody>
                    <a:bodyPr lIns="171450" tIns="95250" rIns="152400" bIns="95250"/>
                    <a:lstStyle/>
                    <a:p>
                      <a:r>
                        <a:rPr sz="2550" b="0">
                          <a:solidFill>
                            <a:srgbClr val="183247"/>
                          </a:solidFill>
                          <a:latin typeface="Arial"/>
                          <a:ea typeface="Arial"/>
                          <a:cs typeface="Arial"/>
                        </a:rPr>
                        <a:t>TK = 200 + 20Q + 0,25Q²</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Q: sessies per week</a:t>
                      </a:r>
                    </a:p>
                  </a:txBody>
                  <a:tcPr marL="91440" marR="91440" marT="45720" marB="45720" anchor="ctr">
                    <a:solidFill>
                      <a:srgbClr val="EFF4F7"/>
                    </a:solidFill>
                  </a:tcPr>
                </a:tc>
              </a:tr>
              <a:tr h="750094">
                <a:tc>
                  <a:txBody>
                    <a:bodyPr lIns="171450" tIns="95250" rIns="152400" bIns="95250"/>
                    <a:lstStyle/>
                    <a:p>
                      <a:r>
                        <a:rPr sz="2550" b="0">
                          <a:solidFill>
                            <a:srgbClr val="183247"/>
                          </a:solidFill>
                          <a:latin typeface="Arial"/>
                          <a:ea typeface="Arial"/>
                          <a:cs typeface="Arial"/>
                        </a:rPr>
                        <a:t>MK = 20 + 0,5Q</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Capaciteit: 100 sessies</a:t>
                      </a:r>
                    </a:p>
                  </a:txBody>
                  <a:tcPr marL="91440" marR="91440" marT="45720" marB="45720" anchor="ctr">
                    <a:solidFill>
                      <a:srgbClr val="FFFFFF"/>
                    </a:solidFill>
                  </a:tcPr>
                </a:tc>
              </a:tr>
            </a:tbl>
          </a:graphicData>
        </a:graphic>
      </p:graphicFrame>
      <p:sp>
        <p:nvSpPr>
          <p:cNvPr id="8" name="De € 200 constante kosten blijven deze week in beide situaties g">
            <a:extLst xmlns:a="http://schemas.openxmlformats.org/drawingml/2006/main">
              <a:ext uri="{FF2B5EF4-FFF2-40B4-BE49-F238E27FC236}">
                <a16:creationId xmlns:a16="http://schemas.microsoft.com/office/drawing/2014/main" id="{232BFFDA-EEC5-47B1-B6DB-DFC564014BA7}"/>
              </a:ext>
            </a:extLst>
          </p:cNvPr>
          <p:cNvSpPr>
            <a:spLocks xmlns:a="http://schemas.openxmlformats.org/drawingml/2006/main" noGrp="1"/>
          </p:cNvSpPr>
          <p:nvPr/>
        </p:nvSpPr>
        <p:spPr>
          <a:xfrm xmlns:a="http://schemas.openxmlformats.org/drawingml/2006/main">
            <a:off x="571500" y="677227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 € 200 constante kosten blijven deze week in beide situaties gelijk.</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Vergelijk met dezelfde vraag en kosten bij de efficiënte hoeveelheid.</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Geen externe effecten of andere veranderingen.</a:t>
            </a:r>
          </a:p>
        </p:txBody>
      </p:sp>
    </p:spTree>
    <p:extLst>
      <p:ext uri="{BB962C8B-B14F-4D97-AF65-F5344CB8AC3E}">
        <p14:creationId xmlns:p14="http://schemas.microsoft.com/office/powerpoint/2010/main" val="58208986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 · De gegeven basisgrafiek">
            <a:extLst xmlns:a="http://schemas.openxmlformats.org/drawingml/2006/main">
              <a:ext uri="{FF2B5EF4-FFF2-40B4-BE49-F238E27FC236}">
                <a16:creationId xmlns:a16="http://schemas.microsoft.com/office/drawing/2014/main" id="{859CF9FA-2E97-46E9-8A20-CD5AA3C2016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De gegeven basisgrafiek</a:t>
            </a:r>
          </a:p>
        </p:txBody>
      </p:sp>
      <p:sp>
        <p:nvSpPr>
          <p:cNvPr id="2" name="">
            <a:extLst xmlns:a="http://schemas.openxmlformats.org/drawingml/2006/main">
              <a:ext uri="{FF2B5EF4-FFF2-40B4-BE49-F238E27FC236}">
                <a16:creationId xmlns:a16="http://schemas.microsoft.com/office/drawing/2014/main" id="{13EF86D2-7E74-4FCA-8434-BE5940691D9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459A019C-2FE0-4CB0-9803-38D1F404EC4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19">
            <a:extLst xmlns:a="http://schemas.openxmlformats.org/drawingml/2006/main">
              <a:ext uri="{FF2B5EF4-FFF2-40B4-BE49-F238E27FC236}">
                <a16:creationId xmlns:a16="http://schemas.microsoft.com/office/drawing/2014/main" id="{79A13CA4-41B4-4C0B-B965-4C610F805D9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Opgave 7 · De VR-studio · Boekpagina 61">
            <a:extLst xmlns:a="http://schemas.openxmlformats.org/drawingml/2006/main">
              <a:ext uri="{FF2B5EF4-FFF2-40B4-BE49-F238E27FC236}">
                <a16:creationId xmlns:a16="http://schemas.microsoft.com/office/drawing/2014/main" id="{1883218E-138B-4B56-877C-A453F4789995}"/>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2" name="Chart"/>
          <p:cNvGraphicFramePr/>
          <p:nvPr/>
        </p:nvGraphicFramePr>
        <p:xfrm>
          <a:off xmlns:a="http://schemas.openxmlformats.org/drawingml/2006/main" x="571500" y="2333625"/>
          <a:ext xmlns:a="http://schemas.openxmlformats.org/drawingml/2006/main" cx="14097000" cy="5334000"/>
        </p:xfrm>
        <a:graphic xmlns:a="http://schemas.openxmlformats.org/drawingml/2006/main">
          <a:graphicData uri="http://schemas.openxmlformats.org/drawingml/2006/chart">
            <c:chart xmlns:r="http://schemas.openxmlformats.org/officeDocument/2006/relationships" xmlns:c="http://schemas.openxmlformats.org/drawingml/2006/chart" r:id="Rd2d03e31168f4514"/>
          </a:graphicData>
        </a:graphic>
      </p:graphicFrame>
    </p:spTree>
    <p:extLst>
      <p:ext uri="{BB962C8B-B14F-4D97-AF65-F5344CB8AC3E}">
        <p14:creationId xmlns:p14="http://schemas.microsoft.com/office/powerpoint/2010/main" val="182449532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Vragen a en b">
            <a:extLst xmlns:a="http://schemas.openxmlformats.org/drawingml/2006/main">
              <a:ext uri="{FF2B5EF4-FFF2-40B4-BE49-F238E27FC236}">
                <a16:creationId xmlns:a16="http://schemas.microsoft.com/office/drawing/2014/main" id="{F925F695-B1C3-4280-B21E-58A5F63F8F73}"/>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Vragen a en b</a:t>
            </a:r>
          </a:p>
        </p:txBody>
      </p:sp>
      <p:sp>
        <p:nvSpPr>
          <p:cNvPr id="2" name="">
            <a:extLst xmlns:a="http://schemas.openxmlformats.org/drawingml/2006/main">
              <a:ext uri="{FF2B5EF4-FFF2-40B4-BE49-F238E27FC236}">
                <a16:creationId xmlns:a16="http://schemas.microsoft.com/office/drawing/2014/main" id="{21D50090-D7B6-4629-8E37-A82881176FD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278902A9-73C0-498C-AFA4-AACFE532669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0">
            <a:extLst xmlns:a="http://schemas.openxmlformats.org/drawingml/2006/main">
              <a:ext uri="{FF2B5EF4-FFF2-40B4-BE49-F238E27FC236}">
                <a16:creationId xmlns:a16="http://schemas.microsoft.com/office/drawing/2014/main" id="{DDAADF0D-3414-43A7-A767-51524AC5A46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Opgave 7 · De VR-studio · Boekpagina 61">
            <a:extLst xmlns:a="http://schemas.openxmlformats.org/drawingml/2006/main">
              <a:ext uri="{FF2B5EF4-FFF2-40B4-BE49-F238E27FC236}">
                <a16:creationId xmlns:a16="http://schemas.microsoft.com/office/drawing/2014/main" id="{8CC9F79B-92AF-49F0-A9F8-832A71C02E26}"/>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sp>
        <p:nvSpPr>
          <p:cNvPr id="6" name="Gebruik de bron en de basisgrafiek. De lijnen zijn al gegeven.">
            <a:extLst xmlns:a="http://schemas.openxmlformats.org/drawingml/2006/main">
              <a:ext uri="{FF2B5EF4-FFF2-40B4-BE49-F238E27FC236}">
                <a16:creationId xmlns:a16="http://schemas.microsoft.com/office/drawing/2014/main" id="{F41FA6CB-6327-4634-844B-D9D7B4823692}"/>
              </a:ext>
            </a:extLst>
          </p:cNvPr>
          <p:cNvSpPr>
            <a:spLocks xmlns:a="http://schemas.openxmlformats.org/drawingml/2006/main" noGrp="1"/>
          </p:cNvSpPr>
          <p:nvPr/>
        </p:nvSpPr>
        <p:spPr>
          <a:xfrm xmlns:a="http://schemas.openxmlformats.org/drawingml/2006/main">
            <a:off x="571500" y="25146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Gebruik de bron en de basisgrafiek. De lijnen zijn al gegeven.</a:t>
            </a:r>
          </a:p>
        </p:txBody>
      </p:sp>
      <p:sp>
        <p:nvSpPr>
          <p:cNvPr id="7" name="a. (3p) Bereken Qm en Pm, en daarna Qe en Pe.">
            <a:extLst xmlns:a="http://schemas.openxmlformats.org/drawingml/2006/main">
              <a:ext uri="{FF2B5EF4-FFF2-40B4-BE49-F238E27FC236}">
                <a16:creationId xmlns:a16="http://schemas.microsoft.com/office/drawing/2014/main" id="{50B0F36E-FA6B-4C9F-ACF3-EA7BCF2F7B83}"/>
              </a:ext>
            </a:extLst>
          </p:cNvPr>
          <p:cNvSpPr>
            <a:spLocks xmlns:a="http://schemas.openxmlformats.org/drawingml/2006/main" noGrp="1"/>
          </p:cNvSpPr>
          <p:nvPr/>
        </p:nvSpPr>
        <p:spPr>
          <a:xfrm xmlns:a="http://schemas.openxmlformats.org/drawingml/2006/main">
            <a:off x="571500" y="3724275"/>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a. (3p) Bereken Qm en Pm, en daarna Qe en Pe.</a:t>
            </a:r>
          </a:p>
        </p:txBody>
      </p:sp>
      <p:sp>
        <p:nvSpPr>
          <p:cNvPr id="8" name="b. (3p) Markeer beide uitkomsten en arceer CS en PS bij monopoli">
            <a:extLst xmlns:a="http://schemas.openxmlformats.org/drawingml/2006/main">
              <a:ext uri="{FF2B5EF4-FFF2-40B4-BE49-F238E27FC236}">
                <a16:creationId xmlns:a16="http://schemas.microsoft.com/office/drawing/2014/main" id="{83E92E27-9C59-4695-9EE9-DC22BB2FF2F3}"/>
              </a:ext>
            </a:extLst>
          </p:cNvPr>
          <p:cNvSpPr>
            <a:spLocks xmlns:a="http://schemas.openxmlformats.org/drawingml/2006/main" noGrp="1"/>
          </p:cNvSpPr>
          <p:nvPr/>
        </p:nvSpPr>
        <p:spPr>
          <a:xfrm xmlns:a="http://schemas.openxmlformats.org/drawingml/2006/main">
            <a:off x="571500" y="5362575"/>
            <a:ext cx="14097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(3p) Markeer beide uitkomsten en arceer CS en PS bij monopolie.</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Bereken die bedragen en de winst.</a:t>
            </a:r>
          </a:p>
        </p:txBody>
      </p:sp>
    </p:spTree>
    <p:extLst>
      <p:ext uri="{BB962C8B-B14F-4D97-AF65-F5344CB8AC3E}">
        <p14:creationId xmlns:p14="http://schemas.microsoft.com/office/powerpoint/2010/main" val="210393814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Vragen c, d en e">
            <a:extLst xmlns:a="http://schemas.openxmlformats.org/drawingml/2006/main">
              <a:ext uri="{FF2B5EF4-FFF2-40B4-BE49-F238E27FC236}">
                <a16:creationId xmlns:a16="http://schemas.microsoft.com/office/drawing/2014/main" id="{B38C97A1-8F25-47BC-A885-FA3EEEDDF4F4}"/>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Vragen c, d en e</a:t>
            </a:r>
          </a:p>
        </p:txBody>
      </p:sp>
      <p:sp>
        <p:nvSpPr>
          <p:cNvPr id="2" name="">
            <a:extLst xmlns:a="http://schemas.openxmlformats.org/drawingml/2006/main">
              <a:ext uri="{FF2B5EF4-FFF2-40B4-BE49-F238E27FC236}">
                <a16:creationId xmlns:a16="http://schemas.microsoft.com/office/drawing/2014/main" id="{31A9653B-BC18-4990-9FA8-0E04437A2B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D815BD67-A1BF-4EA7-8AD8-60A5AE6E950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1">
            <a:extLst xmlns:a="http://schemas.openxmlformats.org/drawingml/2006/main">
              <a:ext uri="{FF2B5EF4-FFF2-40B4-BE49-F238E27FC236}">
                <a16:creationId xmlns:a16="http://schemas.microsoft.com/office/drawing/2014/main" id="{B0F825D9-EED8-4127-85E3-D6D5DCA3861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Opgave 7 · De VR-studio · Boekpagina 61">
            <a:extLst xmlns:a="http://schemas.openxmlformats.org/drawingml/2006/main">
              <a:ext uri="{FF2B5EF4-FFF2-40B4-BE49-F238E27FC236}">
                <a16:creationId xmlns:a16="http://schemas.microsoft.com/office/drawing/2014/main" id="{A1B18D3B-38EC-4CCB-9908-6E7251E7D623}"/>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sp>
        <p:nvSpPr>
          <p:cNvPr id="6" name="c. (3p) Bereken TS in beide situaties en het welvaartsverlies.&#10;B">
            <a:extLst xmlns:a="http://schemas.openxmlformats.org/drawingml/2006/main">
              <a:ext uri="{FF2B5EF4-FFF2-40B4-BE49-F238E27FC236}">
                <a16:creationId xmlns:a16="http://schemas.microsoft.com/office/drawing/2014/main" id="{95A24FA8-740B-4F7E-BB93-8DEA2D2A9D4D}"/>
              </a:ext>
            </a:extLst>
          </p:cNvPr>
          <p:cNvSpPr>
            <a:spLocks xmlns:a="http://schemas.openxmlformats.org/drawingml/2006/main" noGrp="1"/>
          </p:cNvSpPr>
          <p:nvPr/>
        </p:nvSpPr>
        <p:spPr>
          <a:xfrm xmlns:a="http://schemas.openxmlformats.org/drawingml/2006/main">
            <a:off x="571500" y="2581275"/>
            <a:ext cx="14097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c. (3p) Bereken TS in beide situaties en het welvaartsverlies.</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Benoem basis en hoogte van de verliesdriehoek.</a:t>
            </a:r>
          </a:p>
        </p:txBody>
      </p:sp>
      <p:sp>
        <p:nvSpPr>
          <p:cNvPr id="7" name="d. (2p) Bereken de overdracht op de blijvende sessies.&#10;Leg uit w">
            <a:extLst xmlns:a="http://schemas.openxmlformats.org/drawingml/2006/main">
              <a:ext uri="{FF2B5EF4-FFF2-40B4-BE49-F238E27FC236}">
                <a16:creationId xmlns:a16="http://schemas.microsoft.com/office/drawing/2014/main" id="{7626D793-67F8-4264-BA7B-21D8497E2099}"/>
              </a:ext>
            </a:extLst>
          </p:cNvPr>
          <p:cNvSpPr>
            <a:spLocks xmlns:a="http://schemas.openxmlformats.org/drawingml/2006/main" noGrp="1"/>
          </p:cNvSpPr>
          <p:nvPr/>
        </p:nvSpPr>
        <p:spPr>
          <a:xfrm xmlns:a="http://schemas.openxmlformats.org/drawingml/2006/main">
            <a:off x="571500" y="4371975"/>
            <a:ext cx="14097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 (2p) Bereken de overdracht op de blijvende sessies.</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Leg uit waarom die niet zelf het welvaartsverlies is.</a:t>
            </a:r>
          </a:p>
        </p:txBody>
      </p:sp>
      <p:sp>
        <p:nvSpPr>
          <p:cNvPr id="8" name="e. (2p) Beoordeel: “Meer producentensurplus betekent dat deze&#10;ui">
            <a:extLst xmlns:a="http://schemas.openxmlformats.org/drawingml/2006/main">
              <a:ext uri="{FF2B5EF4-FFF2-40B4-BE49-F238E27FC236}">
                <a16:creationId xmlns:a16="http://schemas.microsoft.com/office/drawing/2014/main" id="{31182520-DFC1-4BD6-8448-D32991E2F0A5}"/>
              </a:ext>
            </a:extLst>
          </p:cNvPr>
          <p:cNvSpPr>
            <a:spLocks xmlns:a="http://schemas.openxmlformats.org/drawingml/2006/main" noGrp="1"/>
          </p:cNvSpPr>
          <p:nvPr/>
        </p:nvSpPr>
        <p:spPr>
          <a:xfrm xmlns:a="http://schemas.openxmlformats.org/drawingml/2006/main">
            <a:off x="571500" y="617220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 (2p) Beoordeel: “Meer producentensurplus betekent dat deze</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uitkomst voor de samenleving beter én eerlijker is.”</a:t>
            </a:r>
          </a:p>
        </p:txBody>
      </p:sp>
    </p:spTree>
    <p:extLst>
      <p:ext uri="{BB962C8B-B14F-4D97-AF65-F5344CB8AC3E}">
        <p14:creationId xmlns:p14="http://schemas.microsoft.com/office/powerpoint/2010/main" val="52985065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a · De monopolie-uitkomst">
            <a:extLst xmlns:a="http://schemas.openxmlformats.org/drawingml/2006/main">
              <a:ext uri="{FF2B5EF4-FFF2-40B4-BE49-F238E27FC236}">
                <a16:creationId xmlns:a16="http://schemas.microsoft.com/office/drawing/2014/main" id="{A8C23A73-ADFD-4897-8437-7EB65B2289F6}"/>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7a · De monopolie-uitkomst</a:t>
            </a:r>
          </a:p>
        </p:txBody>
      </p:sp>
      <p:sp>
        <p:nvSpPr>
          <p:cNvPr id="2" name="">
            <a:extLst xmlns:a="http://schemas.openxmlformats.org/drawingml/2006/main">
              <a:ext uri="{FF2B5EF4-FFF2-40B4-BE49-F238E27FC236}">
                <a16:creationId xmlns:a16="http://schemas.microsoft.com/office/drawing/2014/main" id="{207A2D3E-19BC-47EA-BF75-154B37F6A0F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DDA80AD8-FCA2-4495-94F9-DB30BA22D9A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2">
            <a:extLst xmlns:a="http://schemas.openxmlformats.org/drawingml/2006/main">
              <a:ext uri="{FF2B5EF4-FFF2-40B4-BE49-F238E27FC236}">
                <a16:creationId xmlns:a16="http://schemas.microsoft.com/office/drawing/2014/main" id="{B45A9F6D-0DB5-41BF-B388-9987F1B6FCC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Opgave 7 · De VR-studio · Boekpagina 61">
            <a:extLst xmlns:a="http://schemas.openxmlformats.org/drawingml/2006/main">
              <a:ext uri="{FF2B5EF4-FFF2-40B4-BE49-F238E27FC236}">
                <a16:creationId xmlns:a16="http://schemas.microsoft.com/office/drawing/2014/main" id="{9E35D95C-51CA-40BD-98CB-52E44579777A}"/>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5de313c1f7bc4cd4"/>
          </a:graphicData>
        </a:graphic>
      </p:graphicFrame>
      <p:sp>
        <p:nvSpPr>
          <p:cNvPr id="7" name="MO = MK">
            <a:extLst xmlns:a="http://schemas.openxmlformats.org/drawingml/2006/main">
              <a:ext uri="{FF2B5EF4-FFF2-40B4-BE49-F238E27FC236}">
                <a16:creationId xmlns:a16="http://schemas.microsoft.com/office/drawing/2014/main" id="{EDA10AD0-06AE-47C6-872B-5C09537478F1}"/>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MO = MK</a:t>
            </a:r>
          </a:p>
        </p:txBody>
      </p:sp>
      <p:sp>
        <p:nvSpPr>
          <p:cNvPr id="8" name="TO = 80Q − 0,5Q²&#10;MO = 80 − Q&#10;&#10;80 − Q = 20 + 0,5Q&#10;60 = 1,5Q&#10;Qm = ">
            <a:extLst xmlns:a="http://schemas.openxmlformats.org/drawingml/2006/main">
              <a:ext uri="{FF2B5EF4-FFF2-40B4-BE49-F238E27FC236}">
                <a16:creationId xmlns:a16="http://schemas.microsoft.com/office/drawing/2014/main" id="{9422B696-96EB-4A02-9F5F-F698872FBDED}"/>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TO = 80Q − 0,5Q²</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MO = 80 − 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80 − Q = 20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60 = 1,5Q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Qm = 40</a:t>
            </a:r>
          </a:p>
        </p:txBody>
      </p:sp>
      <p:sp>
        <p:nvSpPr>
          <p:cNvPr id="9" name="Pm = 80 − 0,5 × 40&#10;= € 60 per sessie">
            <a:extLst xmlns:a="http://schemas.openxmlformats.org/drawingml/2006/main">
              <a:ext uri="{FF2B5EF4-FFF2-40B4-BE49-F238E27FC236}">
                <a16:creationId xmlns:a16="http://schemas.microsoft.com/office/drawing/2014/main" id="{0C7D6610-2703-4B62-8B03-46EDABF21CD4}"/>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Pm = 80 − 0,5 × 40</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 € 60 per sessie</a:t>
            </a:r>
          </a:p>
        </p:txBody>
      </p:sp>
    </p:spTree>
    <p:extLst>
      <p:ext uri="{BB962C8B-B14F-4D97-AF65-F5344CB8AC3E}">
        <p14:creationId xmlns:p14="http://schemas.microsoft.com/office/powerpoint/2010/main" val="125505211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a · De efficiënte uitkomst">
            <a:extLst xmlns:a="http://schemas.openxmlformats.org/drawingml/2006/main">
              <a:ext uri="{FF2B5EF4-FFF2-40B4-BE49-F238E27FC236}">
                <a16:creationId xmlns:a16="http://schemas.microsoft.com/office/drawing/2014/main" id="{930EC814-5D7A-4042-80FA-852650039E07}"/>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7a · De efficiënte uitkomst</a:t>
            </a:r>
          </a:p>
        </p:txBody>
      </p:sp>
      <p:sp>
        <p:nvSpPr>
          <p:cNvPr id="2" name="">
            <a:extLst xmlns:a="http://schemas.openxmlformats.org/drawingml/2006/main">
              <a:ext uri="{FF2B5EF4-FFF2-40B4-BE49-F238E27FC236}">
                <a16:creationId xmlns:a16="http://schemas.microsoft.com/office/drawing/2014/main" id="{5897B1F0-1D66-4A4C-9842-735A51F74D5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59D5F665-2984-46BD-A4D3-05E8F1612D7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3">
            <a:extLst xmlns:a="http://schemas.openxmlformats.org/drawingml/2006/main">
              <a:ext uri="{FF2B5EF4-FFF2-40B4-BE49-F238E27FC236}">
                <a16:creationId xmlns:a16="http://schemas.microsoft.com/office/drawing/2014/main" id="{1A37B127-D259-4806-8B25-48500391E1F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Opgave 7 · De VR-studio · Boekpagina 61">
            <a:extLst xmlns:a="http://schemas.openxmlformats.org/drawingml/2006/main">
              <a:ext uri="{FF2B5EF4-FFF2-40B4-BE49-F238E27FC236}">
                <a16:creationId xmlns:a16="http://schemas.microsoft.com/office/drawing/2014/main" id="{F21499CD-E04A-4D41-A988-C024BF9FF418}"/>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01b12b932c764f25"/>
          </a:graphicData>
        </a:graphic>
      </p:graphicFrame>
      <p:sp>
        <p:nvSpPr>
          <p:cNvPr id="7" name="P = MK">
            <a:extLst xmlns:a="http://schemas.openxmlformats.org/drawingml/2006/main">
              <a:ext uri="{FF2B5EF4-FFF2-40B4-BE49-F238E27FC236}">
                <a16:creationId xmlns:a16="http://schemas.microsoft.com/office/drawing/2014/main" id="{2395093C-1870-4713-B612-8458AB48336A}"/>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P = MK</a:t>
            </a:r>
          </a:p>
        </p:txBody>
      </p:sp>
      <p:sp>
        <p:nvSpPr>
          <p:cNvPr id="8" name="80 − 0,5Q = 20 + 0,5Q&#10;60 = Q&#10;Qe = 60&#10;&#10;Pe = 80 − 0,5 × 60&#10;= € 50 ">
            <a:extLst xmlns:a="http://schemas.openxmlformats.org/drawingml/2006/main">
              <a:ext uri="{FF2B5EF4-FFF2-40B4-BE49-F238E27FC236}">
                <a16:creationId xmlns:a16="http://schemas.microsoft.com/office/drawing/2014/main" id="{39C7973F-69B8-420C-A424-F7777FC45418}"/>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80 − 0,5Q = 20 + 0,5Q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60 = 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Qe = 60</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Pe = 80 − 0,5 × 60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€ 50 per sessie</a:t>
            </a:r>
          </a:p>
        </p:txBody>
      </p:sp>
      <p:sp>
        <p:nvSpPr>
          <p:cNvPr id="9" name="40 en 60 sessies&#10;passen binnen 100.">
            <a:extLst xmlns:a="http://schemas.openxmlformats.org/drawingml/2006/main">
              <a:ext uri="{FF2B5EF4-FFF2-40B4-BE49-F238E27FC236}">
                <a16:creationId xmlns:a16="http://schemas.microsoft.com/office/drawing/2014/main" id="{A26484CA-1740-4A85-B0E4-630AA30AD028}"/>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40 en 60 sessies</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passen binnen 100.</a:t>
            </a:r>
          </a:p>
        </p:txBody>
      </p:sp>
    </p:spTree>
    <p:extLst>
      <p:ext uri="{BB962C8B-B14F-4D97-AF65-F5344CB8AC3E}">
        <p14:creationId xmlns:p14="http://schemas.microsoft.com/office/powerpoint/2010/main" val="17465780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b · Het consumentensurplus">
            <a:extLst xmlns:a="http://schemas.openxmlformats.org/drawingml/2006/main">
              <a:ext uri="{FF2B5EF4-FFF2-40B4-BE49-F238E27FC236}">
                <a16:creationId xmlns:a16="http://schemas.microsoft.com/office/drawing/2014/main" id="{30ECC510-5A78-48D0-B355-BF6986BE8316}"/>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7b · Het consumentensurplus</a:t>
            </a:r>
          </a:p>
        </p:txBody>
      </p:sp>
      <p:sp>
        <p:nvSpPr>
          <p:cNvPr id="2" name="">
            <a:extLst xmlns:a="http://schemas.openxmlformats.org/drawingml/2006/main">
              <a:ext uri="{FF2B5EF4-FFF2-40B4-BE49-F238E27FC236}">
                <a16:creationId xmlns:a16="http://schemas.microsoft.com/office/drawing/2014/main" id="{50121568-32EF-4B80-AA94-F67F994DD49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C2B1737B-5273-4C72-BE0A-2D19B1CC9D1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4">
            <a:extLst xmlns:a="http://schemas.openxmlformats.org/drawingml/2006/main">
              <a:ext uri="{FF2B5EF4-FFF2-40B4-BE49-F238E27FC236}">
                <a16:creationId xmlns:a16="http://schemas.microsoft.com/office/drawing/2014/main" id="{43E72068-F9A4-4BF3-9A43-CC4D7D15FA8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Opgave 7 · De VR-studio · Boekpagina 61">
            <a:extLst xmlns:a="http://schemas.openxmlformats.org/drawingml/2006/main">
              <a:ext uri="{FF2B5EF4-FFF2-40B4-BE49-F238E27FC236}">
                <a16:creationId xmlns:a16="http://schemas.microsoft.com/office/drawing/2014/main" id="{959E8F84-DA5F-4611-BAFF-234800B8CCDF}"/>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b0b805917e884ccf"/>
          </a:graphicData>
        </a:graphic>
      </p:graphicFrame>
      <p:sp>
        <p:nvSpPr>
          <p:cNvPr id="7" name="CSm">
            <a:extLst xmlns:a="http://schemas.openxmlformats.org/drawingml/2006/main">
              <a:ext uri="{FF2B5EF4-FFF2-40B4-BE49-F238E27FC236}">
                <a16:creationId xmlns:a16="http://schemas.microsoft.com/office/drawing/2014/main" id="{4C27BCF8-2F91-4F36-BB67-B2F2A1F32250}"/>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CSm</a:t>
            </a:r>
          </a:p>
        </p:txBody>
      </p:sp>
      <p:sp>
        <p:nvSpPr>
          <p:cNvPr id="8" name="Basis = 40 sessies&#10;Hoogte = 80 − 60&#10;= € 20 per sessie&#10;&#10;CSm = ½ ×">
            <a:extLst xmlns:a="http://schemas.openxmlformats.org/drawingml/2006/main">
              <a:ext uri="{FF2B5EF4-FFF2-40B4-BE49-F238E27FC236}">
                <a16:creationId xmlns:a16="http://schemas.microsoft.com/office/drawing/2014/main" id="{90D8A39B-451D-4AE5-9A8F-C3F6F6411485}"/>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Basis = 40 sessies</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Hoogte = 80 − 60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€ 20 per sessie</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CSm = ½ × 40 × 20</a:t>
            </a:r>
          </a:p>
        </p:txBody>
      </p:sp>
      <p:sp>
        <p:nvSpPr>
          <p:cNvPr id="9" name="CSm = € 400 per week">
            <a:extLst xmlns:a="http://schemas.openxmlformats.org/drawingml/2006/main">
              <a:ext uri="{FF2B5EF4-FFF2-40B4-BE49-F238E27FC236}">
                <a16:creationId xmlns:a16="http://schemas.microsoft.com/office/drawing/2014/main" id="{D58BD1EE-7F82-4037-8671-196016305E61}"/>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CSm = € 400 per week</a:t>
            </a:r>
          </a:p>
        </p:txBody>
      </p:sp>
    </p:spTree>
    <p:extLst>
      <p:ext uri="{BB962C8B-B14F-4D97-AF65-F5344CB8AC3E}">
        <p14:creationId xmlns:p14="http://schemas.microsoft.com/office/powerpoint/2010/main" val="46691697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b · Het producentensurplus">
            <a:extLst xmlns:a="http://schemas.openxmlformats.org/drawingml/2006/main">
              <a:ext uri="{FF2B5EF4-FFF2-40B4-BE49-F238E27FC236}">
                <a16:creationId xmlns:a16="http://schemas.microsoft.com/office/drawing/2014/main" id="{399C8A83-400F-4380-8A48-438F33ED4EDA}"/>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7b · Het producentensurplus</a:t>
            </a:r>
          </a:p>
        </p:txBody>
      </p:sp>
      <p:sp>
        <p:nvSpPr>
          <p:cNvPr id="2" name="">
            <a:extLst xmlns:a="http://schemas.openxmlformats.org/drawingml/2006/main">
              <a:ext uri="{FF2B5EF4-FFF2-40B4-BE49-F238E27FC236}">
                <a16:creationId xmlns:a16="http://schemas.microsoft.com/office/drawing/2014/main" id="{361ED2B4-7E8F-4A70-B750-146FB62BF5F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AA3142CD-B624-49AF-8557-5A18E9E1380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5">
            <a:extLst xmlns:a="http://schemas.openxmlformats.org/drawingml/2006/main">
              <a:ext uri="{FF2B5EF4-FFF2-40B4-BE49-F238E27FC236}">
                <a16:creationId xmlns:a16="http://schemas.microsoft.com/office/drawing/2014/main" id="{65903986-A449-4204-88E4-C146E91EDD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Opgave 7 · De VR-studio · Boekpagina 61">
            <a:extLst xmlns:a="http://schemas.openxmlformats.org/drawingml/2006/main">
              <a:ext uri="{FF2B5EF4-FFF2-40B4-BE49-F238E27FC236}">
                <a16:creationId xmlns:a16="http://schemas.microsoft.com/office/drawing/2014/main" id="{C90F5EDD-6612-4DE8-9F41-49A11C9081BE}"/>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eae61e2ec83046e4"/>
          </a:graphicData>
        </a:graphic>
      </p:graphicFrame>
      <p:sp>
        <p:nvSpPr>
          <p:cNvPr id="7" name="MK(40) = € 40">
            <a:extLst xmlns:a="http://schemas.openxmlformats.org/drawingml/2006/main">
              <a:ext uri="{FF2B5EF4-FFF2-40B4-BE49-F238E27FC236}">
                <a16:creationId xmlns:a16="http://schemas.microsoft.com/office/drawing/2014/main" id="{B3B30B81-EDA7-4A57-ABC1-74721EF42AD3}"/>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MK(40) = € 40</a:t>
            </a:r>
          </a:p>
        </p:txBody>
      </p:sp>
      <p:sp>
        <p:nvSpPr>
          <p:cNvPr id="8" name="Rechthoek:&#10;40 × (60 − 40) = 800&#10;&#10;Driehoek:&#10;½ × 40 × (40 − 20)&#10;= ">
            <a:extLst xmlns:a="http://schemas.openxmlformats.org/drawingml/2006/main">
              <a:ext uri="{FF2B5EF4-FFF2-40B4-BE49-F238E27FC236}">
                <a16:creationId xmlns:a16="http://schemas.microsoft.com/office/drawing/2014/main" id="{CA111E91-6506-43A0-9DA5-76320D60341D}"/>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Rechthoek: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40 × (60 − 40) = 800</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Driehoek: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40 × (40 − 20)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400</a:t>
            </a:r>
          </a:p>
        </p:txBody>
      </p:sp>
      <p:sp>
        <p:nvSpPr>
          <p:cNvPr id="9" name="PSm = 800 + 400&#10;= € 1.200 per week">
            <a:extLst xmlns:a="http://schemas.openxmlformats.org/drawingml/2006/main">
              <a:ext uri="{FF2B5EF4-FFF2-40B4-BE49-F238E27FC236}">
                <a16:creationId xmlns:a16="http://schemas.microsoft.com/office/drawing/2014/main" id="{AF9DE441-5A62-4CC1-8DC1-50AFB68ADD17}"/>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PSm = 800 + 400</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 € 1.200 per week</a:t>
            </a:r>
          </a:p>
        </p:txBody>
      </p:sp>
    </p:spTree>
    <p:extLst>
      <p:ext uri="{BB962C8B-B14F-4D97-AF65-F5344CB8AC3E}">
        <p14:creationId xmlns:p14="http://schemas.microsoft.com/office/powerpoint/2010/main" val="50687228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7b · De winst">
            <a:extLst xmlns:a="http://schemas.openxmlformats.org/drawingml/2006/main">
              <a:ext uri="{FF2B5EF4-FFF2-40B4-BE49-F238E27FC236}">
                <a16:creationId xmlns:a16="http://schemas.microsoft.com/office/drawing/2014/main" id="{F3ED2F38-D908-4708-B0A8-32385F009EDA}"/>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7b · De winst</a:t>
            </a:r>
          </a:p>
        </p:txBody>
      </p:sp>
      <p:sp>
        <p:nvSpPr>
          <p:cNvPr id="2" name="">
            <a:extLst xmlns:a="http://schemas.openxmlformats.org/drawingml/2006/main">
              <a:ext uri="{FF2B5EF4-FFF2-40B4-BE49-F238E27FC236}">
                <a16:creationId xmlns:a16="http://schemas.microsoft.com/office/drawing/2014/main" id="{FFEAB9FA-3875-4B1F-8569-93B35F83BAD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DEC738DC-E04F-4DBF-A086-B29A4CF42D8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6">
            <a:extLst xmlns:a="http://schemas.openxmlformats.org/drawingml/2006/main">
              <a:ext uri="{FF2B5EF4-FFF2-40B4-BE49-F238E27FC236}">
                <a16:creationId xmlns:a16="http://schemas.microsoft.com/office/drawing/2014/main" id="{77EE0CC1-4BC6-4469-983E-FCE25E3CFB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Opgave 7 · De VR-studio · Boekpagina 61">
            <a:extLst xmlns:a="http://schemas.openxmlformats.org/drawingml/2006/main">
              <a:ext uri="{FF2B5EF4-FFF2-40B4-BE49-F238E27FC236}">
                <a16:creationId xmlns:a16="http://schemas.microsoft.com/office/drawing/2014/main" id="{94E1E50A-18A3-4342-936C-BBC201B1DD82}"/>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sp>
        <p:nvSpPr>
          <p:cNvPr id="6" name="Winst = PS − TCK = 1.200 − 200 = € 1.000 per week">
            <a:extLst xmlns:a="http://schemas.openxmlformats.org/drawingml/2006/main">
              <a:ext uri="{FF2B5EF4-FFF2-40B4-BE49-F238E27FC236}">
                <a16:creationId xmlns:a16="http://schemas.microsoft.com/office/drawing/2014/main" id="{730B7FCB-D6E8-451D-B5D4-036CCCC8444E}"/>
              </a:ext>
            </a:extLst>
          </p:cNvPr>
          <p:cNvSpPr>
            <a:spLocks xmlns:a="http://schemas.openxmlformats.org/drawingml/2006/main" noGrp="1"/>
          </p:cNvSpPr>
          <p:nvPr/>
        </p:nvSpPr>
        <p:spPr>
          <a:xfrm xmlns:a="http://schemas.openxmlformats.org/drawingml/2006/main">
            <a:off x="571500" y="2667000"/>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Winst = PS − TCK = 1.200 − 200 = € 1.000 per week</a:t>
            </a:r>
          </a:p>
        </p:txBody>
      </p:sp>
      <p:graphicFrame>
        <p:nvGraphicFramePr>
          <p:cNvPr id="14" name=""/>
          <p:cNvGraphicFramePr/>
          <p:nvPr/>
        </p:nvGraphicFramePr>
        <p:xfrm>
          <a:off xmlns:a="http://schemas.openxmlformats.org/drawingml/2006/main" x="571500" y="4295775"/>
          <a:ext xmlns:a="http://schemas.openxmlformats.org/drawingml/2006/main" cx="14097000" cy="2819400"/>
        </p:xfrm>
        <a:graphic xmlns:a="http://schemas.openxmlformats.org/drawingml/2006/main">
          <a:graphicData uri="http://schemas.openxmlformats.org/drawingml/2006/table">
            <a:tbl>
              <a:tblPr/>
              <a:tblGrid>
                <a:gridCol w="10668000"/>
                <a:gridCol w="3429000"/>
              </a:tblGrid>
              <a:tr h="704850">
                <a:tc>
                  <a:txBody>
                    <a:bodyPr lIns="171450" tIns="95250" rIns="152400" bIns="95250"/>
                    <a:lstStyle/>
                    <a:p>
                      <a:r>
                        <a:rPr sz="2475" b="1">
                          <a:solidFill>
                            <a:srgbClr val="FFFFFF"/>
                          </a:solidFill>
                          <a:latin typeface="Arial"/>
                          <a:ea typeface="Arial"/>
                          <a:cs typeface="Arial"/>
                        </a:rPr>
                        <a:t>Controle met TO − TK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 per week</a:t>
                      </a:r>
                    </a:p>
                  </a:txBody>
                  <a:tcPr marL="91440" marR="91440" marT="45720" marB="45720" anchor="ctr">
                    <a:solidFill>
                      <a:srgbClr val="183247"/>
                    </a:solidFill>
                  </a:tcPr>
                </a:tc>
              </a:tr>
              <a:tr h="704850">
                <a:tc>
                  <a:txBody>
                    <a:bodyPr lIns="171450" tIns="95250" rIns="152400" bIns="95250"/>
                    <a:lstStyle/>
                    <a:p>
                      <a:r>
                        <a:rPr sz="2475" b="0">
                          <a:solidFill>
                            <a:srgbClr val="183247"/>
                          </a:solidFill>
                          <a:latin typeface="Arial"/>
                          <a:ea typeface="Arial"/>
                          <a:cs typeface="Arial"/>
                        </a:rPr>
                        <a:t>TO = 60 × 40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2.400</a:t>
                      </a:r>
                    </a:p>
                  </a:txBody>
                  <a:tcPr marL="91440" marR="91440" marT="45720" marB="45720" anchor="ctr">
                    <a:solidFill>
                      <a:srgbClr val="FFFFFF"/>
                    </a:solidFill>
                  </a:tcPr>
                </a:tc>
              </a:tr>
              <a:tr h="704850">
                <a:tc>
                  <a:txBody>
                    <a:bodyPr lIns="171450" tIns="95250" rIns="152400" bIns="95250"/>
                    <a:lstStyle/>
                    <a:p>
                      <a:r>
                        <a:rPr sz="2475" b="0">
                          <a:solidFill>
                            <a:srgbClr val="183247"/>
                          </a:solidFill>
                          <a:latin typeface="Arial"/>
                          <a:ea typeface="Arial"/>
                          <a:cs typeface="Arial"/>
                        </a:rPr>
                        <a:t>TK = 200 + 20 × 40 + 0,25 × 40²</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1.400</a:t>
                      </a:r>
                    </a:p>
                  </a:txBody>
                  <a:tcPr marL="91440" marR="91440" marT="45720" marB="45720" anchor="ctr">
                    <a:solidFill>
                      <a:srgbClr val="EFF4F7"/>
                    </a:solidFill>
                  </a:tcPr>
                </a:tc>
              </a:tr>
              <a:tr h="704850">
                <a:tc>
                  <a:txBody>
                    <a:bodyPr lIns="171450" tIns="95250" rIns="152400" bIns="95250"/>
                    <a:lstStyle/>
                    <a:p>
                      <a:r>
                        <a:rPr sz="2475" b="0">
                          <a:solidFill>
                            <a:srgbClr val="183247"/>
                          </a:solidFill>
                          <a:latin typeface="Arial"/>
                          <a:ea typeface="Arial"/>
                          <a:cs typeface="Arial"/>
                        </a:rPr>
                        <a:t>Winst = 2.400 − 1.400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48012665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7c · Het totale surplus in beide situaties">
            <a:extLst xmlns:a="http://schemas.openxmlformats.org/drawingml/2006/main">
              <a:ext uri="{FF2B5EF4-FFF2-40B4-BE49-F238E27FC236}">
                <a16:creationId xmlns:a16="http://schemas.microsoft.com/office/drawing/2014/main" id="{50304EB1-1C36-4369-A5CF-6C6CFA069BB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7c · Het totale surplus in beide situaties</a:t>
            </a:r>
          </a:p>
        </p:txBody>
      </p:sp>
      <p:sp>
        <p:nvSpPr>
          <p:cNvPr id="2" name="">
            <a:extLst xmlns:a="http://schemas.openxmlformats.org/drawingml/2006/main">
              <a:ext uri="{FF2B5EF4-FFF2-40B4-BE49-F238E27FC236}">
                <a16:creationId xmlns:a16="http://schemas.microsoft.com/office/drawing/2014/main" id="{3650BC98-EB6D-4139-893A-A3DA88AFB77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DAB9D529-AD2F-4C77-AB21-1A718271D57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7">
            <a:extLst xmlns:a="http://schemas.openxmlformats.org/drawingml/2006/main">
              <a:ext uri="{FF2B5EF4-FFF2-40B4-BE49-F238E27FC236}">
                <a16:creationId xmlns:a16="http://schemas.microsoft.com/office/drawing/2014/main" id="{0ADB9537-F23E-4CE6-B0C6-B799B4EE73E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Opgave 7 · De VR-studio · Boekpagina 61">
            <a:extLst xmlns:a="http://schemas.openxmlformats.org/drawingml/2006/main">
              <a:ext uri="{FF2B5EF4-FFF2-40B4-BE49-F238E27FC236}">
                <a16:creationId xmlns:a16="http://schemas.microsoft.com/office/drawing/2014/main" id="{99F7C893-073C-4ADF-A9CC-998B0F390F23}"/>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3" name=""/>
          <p:cNvGraphicFramePr/>
          <p:nvPr/>
        </p:nvGraphicFramePr>
        <p:xfrm>
          <a:off xmlns:a="http://schemas.openxmlformats.org/drawingml/2006/main" x="571500" y="2762250"/>
          <a:ext xmlns:a="http://schemas.openxmlformats.org/drawingml/2006/main" cx="14097000" cy="3457575"/>
        </p:xfrm>
        <a:graphic xmlns:a="http://schemas.openxmlformats.org/drawingml/2006/main">
          <a:graphicData uri="http://schemas.openxmlformats.org/drawingml/2006/table">
            <a:tbl>
              <a:tblPr/>
              <a:tblGrid>
                <a:gridCol w="4191000"/>
                <a:gridCol w="3238500"/>
                <a:gridCol w="6667500"/>
              </a:tblGrid>
              <a:tr h="864394">
                <a:tc>
                  <a:txBody>
                    <a:bodyPr lIns="171450" tIns="95250" rIns="152400" bIns="95250"/>
                    <a:lstStyle/>
                    <a:p>
                      <a:r>
                        <a:rPr sz="2475"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Monopolie</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Efficiënt</a:t>
                      </a:r>
                    </a:p>
                  </a:txBody>
                  <a:tcPr marL="91440" marR="91440" marT="45720" marB="45720" anchor="ctr">
                    <a:solidFill>
                      <a:srgbClr val="183247"/>
                    </a:solidFill>
                  </a:tcPr>
                </a:tc>
              </a:tr>
              <a:tr h="864394">
                <a:tc>
                  <a:txBody>
                    <a:bodyPr lIns="171450" tIns="95250" rIns="152400" bIns="95250"/>
                    <a:lstStyle/>
                    <a:p>
                      <a:r>
                        <a:rPr sz="24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½ × 60 × (80 − 50) = 900</a:t>
                      </a:r>
                    </a:p>
                  </a:txBody>
                  <a:tcPr marL="91440" marR="91440" marT="45720" marB="45720" anchor="ctr">
                    <a:solidFill>
                      <a:srgbClr val="FFFFFF"/>
                    </a:solidFill>
                  </a:tcPr>
                </a:tc>
              </a:tr>
              <a:tr h="864394">
                <a:tc>
                  <a:txBody>
                    <a:bodyPr lIns="171450" tIns="95250" rIns="152400" bIns="95250"/>
                    <a:lstStyle/>
                    <a:p>
                      <a:r>
                        <a:rPr sz="24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1.200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½ × 60 × (50 − 20) = 900</a:t>
                      </a:r>
                    </a:p>
                  </a:txBody>
                  <a:tcPr marL="91440" marR="91440" marT="45720" marB="45720" anchor="ctr">
                    <a:solidFill>
                      <a:srgbClr val="EFF4F7"/>
                    </a:solidFill>
                  </a:tcPr>
                </a:tc>
              </a:tr>
              <a:tr h="864394">
                <a:tc>
                  <a:txBody>
                    <a:bodyPr lIns="171450" tIns="95250" rIns="152400" bIns="95250"/>
                    <a:lstStyle/>
                    <a:p>
                      <a:r>
                        <a:rPr sz="2475" b="0">
                          <a:solidFill>
                            <a:srgbClr val="183247"/>
                          </a:solidFill>
                          <a:latin typeface="Arial"/>
                          <a:ea typeface="Arial"/>
                          <a:cs typeface="Arial"/>
                        </a:rPr>
                        <a:t>TS = CS + PS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1.600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1.800</a:t>
                      </a:r>
                    </a:p>
                  </a:txBody>
                  <a:tcPr marL="91440" marR="91440" marT="45720" marB="45720" anchor="ctr">
                    <a:solidFill>
                      <a:srgbClr val="FFFFFF"/>
                    </a:solidFill>
                  </a:tcPr>
                </a:tc>
              </a:tr>
            </a:tbl>
          </a:graphicData>
        </a:graphic>
      </p:graphicFrame>
      <p:sp>
        <p:nvSpPr>
          <p:cNvPr id="7" name="Welvaartsverlies = TSe − TSm = 1.800 − 1.600 = € 200 per week">
            <a:extLst xmlns:a="http://schemas.openxmlformats.org/drawingml/2006/main">
              <a:ext uri="{FF2B5EF4-FFF2-40B4-BE49-F238E27FC236}">
                <a16:creationId xmlns:a16="http://schemas.microsoft.com/office/drawing/2014/main" id="{3ED4A8BE-E37A-4DA4-8F7E-8508E3876E50}"/>
              </a:ext>
            </a:extLst>
          </p:cNvPr>
          <p:cNvSpPr>
            <a:spLocks xmlns:a="http://schemas.openxmlformats.org/drawingml/2006/main" noGrp="1"/>
          </p:cNvSpPr>
          <p:nvPr/>
        </p:nvSpPr>
        <p:spPr>
          <a:xfrm xmlns:a="http://schemas.openxmlformats.org/drawingml/2006/main">
            <a:off x="571500" y="6905625"/>
            <a:ext cx="1409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3302A"/>
                </a:solidFill>
                <a:latin typeface="Arial"/>
                <a:ea typeface="Arial"/>
                <a:cs typeface="Arial"/>
              </a:defRPr>
            </a:pPr>
            <a:r>
              <a:rPr sz="2775" b="1">
                <a:solidFill>
                  <a:srgbClr val="A3302A"/>
                </a:solidFill>
                <a:latin typeface="Arial"/>
                <a:ea typeface="Arial"/>
                <a:cs typeface="Arial"/>
              </a:rPr>
              <a:t>Welvaartsverlies = TSe − TSm = 1.800 − 1.600 = € 200 per week</a:t>
            </a:r>
          </a:p>
        </p:txBody>
      </p:sp>
    </p:spTree>
    <p:extLst>
      <p:ext uri="{BB962C8B-B14F-4D97-AF65-F5344CB8AC3E}">
        <p14:creationId xmlns:p14="http://schemas.microsoft.com/office/powerpoint/2010/main" val="10463769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c · De verliesdriehoek">
            <a:extLst xmlns:a="http://schemas.openxmlformats.org/drawingml/2006/main">
              <a:ext uri="{FF2B5EF4-FFF2-40B4-BE49-F238E27FC236}">
                <a16:creationId xmlns:a16="http://schemas.microsoft.com/office/drawing/2014/main" id="{7C2B2BF6-8294-492E-8ACC-2EF7A6F1B98A}"/>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7c · De verliesdriehoek</a:t>
            </a:r>
          </a:p>
        </p:txBody>
      </p:sp>
      <p:sp>
        <p:nvSpPr>
          <p:cNvPr id="2" name="">
            <a:extLst xmlns:a="http://schemas.openxmlformats.org/drawingml/2006/main">
              <a:ext uri="{FF2B5EF4-FFF2-40B4-BE49-F238E27FC236}">
                <a16:creationId xmlns:a16="http://schemas.microsoft.com/office/drawing/2014/main" id="{A6D2560C-1A94-443A-A060-FA674B596A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E98FAE4B-F184-4A90-B8EB-A8ADA90EEF6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8">
            <a:extLst xmlns:a="http://schemas.openxmlformats.org/drawingml/2006/main">
              <a:ext uri="{FF2B5EF4-FFF2-40B4-BE49-F238E27FC236}">
                <a16:creationId xmlns:a16="http://schemas.microsoft.com/office/drawing/2014/main" id="{A90F48DF-51C2-4921-AC70-6300F1E33F5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sp>
        <p:nvSpPr>
          <p:cNvPr id="5" name="Opgave 7 · De VR-studio · Boekpagina 61">
            <a:extLst xmlns:a="http://schemas.openxmlformats.org/drawingml/2006/main">
              <a:ext uri="{FF2B5EF4-FFF2-40B4-BE49-F238E27FC236}">
                <a16:creationId xmlns:a16="http://schemas.microsoft.com/office/drawing/2014/main" id="{FFB8F977-12F3-485A-BF95-608F3992823A}"/>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7df6837c13ca43c2"/>
          </a:graphicData>
        </a:graphic>
      </p:graphicFrame>
      <p:sp>
        <p:nvSpPr>
          <p:cNvPr id="7" name="B: verloren surplus">
            <a:extLst xmlns:a="http://schemas.openxmlformats.org/drawingml/2006/main">
              <a:ext uri="{FF2B5EF4-FFF2-40B4-BE49-F238E27FC236}">
                <a16:creationId xmlns:a16="http://schemas.microsoft.com/office/drawing/2014/main" id="{44E8BC29-49D9-4520-82E5-95357C20770B}"/>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3302A"/>
                </a:solidFill>
                <a:latin typeface="Arial"/>
                <a:ea typeface="Arial"/>
                <a:cs typeface="Arial"/>
              </a:defRPr>
            </a:pPr>
            <a:r>
              <a:rPr sz="2625" b="1">
                <a:solidFill>
                  <a:srgbClr val="A3302A"/>
                </a:solidFill>
                <a:latin typeface="Arial"/>
                <a:ea typeface="Arial"/>
                <a:cs typeface="Arial"/>
              </a:rPr>
              <a:t>B: verloren surplus</a:t>
            </a:r>
          </a:p>
        </p:txBody>
      </p:sp>
      <p:sp>
        <p:nvSpPr>
          <p:cNvPr id="8" name="Basis = Qe − Qm&#10;= 60 − 40 = 20 sessies&#10;&#10;Hoogte = Pm − MK(40)&#10;= 6">
            <a:extLst xmlns:a="http://schemas.openxmlformats.org/drawingml/2006/main">
              <a:ext uri="{FF2B5EF4-FFF2-40B4-BE49-F238E27FC236}">
                <a16:creationId xmlns:a16="http://schemas.microsoft.com/office/drawing/2014/main" id="{D24AA9EA-80F1-4E46-BEFD-A2A1F4923A52}"/>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Basis = Qe − Qm</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60 − 40 = 20 sessies</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Hoogte = Pm − MK(40)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60 − 40 = € 20</a:t>
            </a:r>
          </a:p>
        </p:txBody>
      </p:sp>
      <p:sp>
        <p:nvSpPr>
          <p:cNvPr id="9" name="½ × 20 × 20&#10;= € 200 per week">
            <a:extLst xmlns:a="http://schemas.openxmlformats.org/drawingml/2006/main">
              <a:ext uri="{FF2B5EF4-FFF2-40B4-BE49-F238E27FC236}">
                <a16:creationId xmlns:a16="http://schemas.microsoft.com/office/drawing/2014/main" id="{3CA07779-1925-4AEA-BFF1-DC78EF56F6A1}"/>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3302A"/>
                </a:solidFill>
                <a:latin typeface="Arial"/>
                <a:ea typeface="Arial"/>
                <a:cs typeface="Arial"/>
              </a:defRPr>
            </a:pPr>
            <a:r>
              <a:rPr sz="2400" b="1">
                <a:solidFill>
                  <a:srgbClr val="A3302A"/>
                </a:solidFill>
                <a:latin typeface="Arial"/>
                <a:ea typeface="Arial"/>
                <a:cs typeface="Arial"/>
              </a:rPr>
              <a:t>½ × 20 × 20</a:t>
            </a:r>
          </a:p>
          <a:p xmlns:a="http://schemas.openxmlformats.org/drawingml/2006/main">
            <a:pPr algn="l">
              <a:defRPr sz="2400" b="1">
                <a:solidFill>
                  <a:srgbClr val="A3302A"/>
                </a:solidFill>
                <a:latin typeface="Arial"/>
                <a:ea typeface="Arial"/>
                <a:cs typeface="Arial"/>
              </a:defRPr>
            </a:pPr>
            <a:r>
              <a:rPr sz="2400" b="1">
                <a:solidFill>
                  <a:srgbClr val="A3302A"/>
                </a:solidFill>
                <a:latin typeface="Arial"/>
                <a:ea typeface="Arial"/>
                <a:cs typeface="Arial"/>
              </a:rPr>
              <a:t>= € 200 per week</a:t>
            </a:r>
          </a:p>
        </p:txBody>
      </p:sp>
    </p:spTree>
    <p:extLst>
      <p:ext uri="{BB962C8B-B14F-4D97-AF65-F5344CB8AC3E}">
        <p14:creationId xmlns:p14="http://schemas.microsoft.com/office/powerpoint/2010/main" val="19110498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7d · De overdracht">
            <a:extLst xmlns:a="http://schemas.openxmlformats.org/drawingml/2006/main">
              <a:ext uri="{FF2B5EF4-FFF2-40B4-BE49-F238E27FC236}">
                <a16:creationId xmlns:a16="http://schemas.microsoft.com/office/drawing/2014/main" id="{F81F43DA-22A5-4DCD-BB01-5C26641B9C81}"/>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7d · De overdracht</a:t>
            </a:r>
          </a:p>
        </p:txBody>
      </p:sp>
      <p:sp>
        <p:nvSpPr>
          <p:cNvPr id="2" name="">
            <a:extLst xmlns:a="http://schemas.openxmlformats.org/drawingml/2006/main">
              <a:ext uri="{FF2B5EF4-FFF2-40B4-BE49-F238E27FC236}">
                <a16:creationId xmlns:a16="http://schemas.microsoft.com/office/drawing/2014/main" id="{380B9F8C-10F4-4289-AB4A-3876DBD6D3B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259957E8-4AF5-4019-A27A-C4DC96646E1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29">
            <a:extLst xmlns:a="http://schemas.openxmlformats.org/drawingml/2006/main">
              <a:ext uri="{FF2B5EF4-FFF2-40B4-BE49-F238E27FC236}">
                <a16:creationId xmlns:a16="http://schemas.microsoft.com/office/drawing/2014/main" id="{3586651F-2F33-49F1-9A45-2E6744A4D1F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29</a:t>
            </a:r>
          </a:p>
        </p:txBody>
      </p:sp>
      <p:sp>
        <p:nvSpPr>
          <p:cNvPr id="5" name="Opgave 7 · De VR-studio · Boekpagina 61">
            <a:extLst xmlns:a="http://schemas.openxmlformats.org/drawingml/2006/main">
              <a:ext uri="{FF2B5EF4-FFF2-40B4-BE49-F238E27FC236}">
                <a16:creationId xmlns:a16="http://schemas.microsoft.com/office/drawing/2014/main" id="{F72A769C-7C4A-46FB-8A06-A57D6C638C32}"/>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5" name="Chart"/>
          <p:cNvGraphicFramePr/>
          <p:nvPr/>
        </p:nvGraphicFramePr>
        <p:xfrm>
          <a:off xmlns:a="http://schemas.openxmlformats.org/drawingml/2006/main" x="571500" y="2333625"/>
          <a:ext xmlns:a="http://schemas.openxmlformats.org/drawingml/2006/main" cx="9477375" cy="5334000"/>
        </p:xfrm>
        <a:graphic xmlns:a="http://schemas.openxmlformats.org/drawingml/2006/main">
          <a:graphicData uri="http://schemas.openxmlformats.org/drawingml/2006/chart">
            <c:chart xmlns:r="http://schemas.openxmlformats.org/officeDocument/2006/relationships" xmlns:c="http://schemas.openxmlformats.org/drawingml/2006/chart" r:id="R6eebee4176b84195"/>
          </a:graphicData>
        </a:graphic>
      </p:graphicFrame>
      <p:sp>
        <p:nvSpPr>
          <p:cNvPr id="7" name="A: blijvende sessies">
            <a:extLst xmlns:a="http://schemas.openxmlformats.org/drawingml/2006/main">
              <a:ext uri="{FF2B5EF4-FFF2-40B4-BE49-F238E27FC236}">
                <a16:creationId xmlns:a16="http://schemas.microsoft.com/office/drawing/2014/main" id="{37FE4D9A-C95A-49B1-A11D-EC488C6DD841}"/>
              </a:ext>
            </a:extLst>
          </p:cNvPr>
          <p:cNvSpPr>
            <a:spLocks xmlns:a="http://schemas.openxmlformats.org/drawingml/2006/main" noGrp="1"/>
          </p:cNvSpPr>
          <p:nvPr/>
        </p:nvSpPr>
        <p:spPr>
          <a:xfrm xmlns:a="http://schemas.openxmlformats.org/drawingml/2006/main">
            <a:off x="10363200" y="23812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A: blijvende sessies</a:t>
            </a:r>
          </a:p>
        </p:txBody>
      </p:sp>
      <p:sp>
        <p:nvSpPr>
          <p:cNvPr id="8" name="A = Qm × (Pm − Pe)&#10;= 40 × (60 − 50)&#10;= € 400 per week&#10;&#10;Kopers −40">
            <a:extLst xmlns:a="http://schemas.openxmlformats.org/drawingml/2006/main">
              <a:ext uri="{FF2B5EF4-FFF2-40B4-BE49-F238E27FC236}">
                <a16:creationId xmlns:a16="http://schemas.microsoft.com/office/drawing/2014/main" id="{99799C5A-C7E4-4C92-8DB3-F17C114E1B64}"/>
              </a:ext>
            </a:extLst>
          </p:cNvPr>
          <p:cNvSpPr>
            <a:spLocks xmlns:a="http://schemas.openxmlformats.org/drawingml/2006/main" noGrp="1"/>
          </p:cNvSpPr>
          <p:nvPr/>
        </p:nvSpPr>
        <p:spPr>
          <a:xfrm xmlns:a="http://schemas.openxmlformats.org/drawingml/2006/main">
            <a:off x="10363200" y="3286125"/>
            <a:ext cx="43053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 = Qm × (Pm − Pe)</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40 × (60 − 50)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€ 400 per week</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Kopers −400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Aanbieder +400</a:t>
            </a:r>
          </a:p>
        </p:txBody>
      </p:sp>
      <p:sp>
        <p:nvSpPr>
          <p:cNvPr id="9" name="A blijft in CS + PS.&#10;B = € 200 verdwijnt.">
            <a:extLst xmlns:a="http://schemas.openxmlformats.org/drawingml/2006/main">
              <a:ext uri="{FF2B5EF4-FFF2-40B4-BE49-F238E27FC236}">
                <a16:creationId xmlns:a16="http://schemas.microsoft.com/office/drawing/2014/main" id="{DEEB4AA4-0402-4F3F-808C-96E1AC2DDD08}"/>
              </a:ext>
            </a:extLst>
          </p:cNvPr>
          <p:cNvSpPr>
            <a:spLocks xmlns:a="http://schemas.openxmlformats.org/drawingml/2006/main" noGrp="1"/>
          </p:cNvSpPr>
          <p:nvPr/>
        </p:nvSpPr>
        <p:spPr>
          <a:xfrm xmlns:a="http://schemas.openxmlformats.org/drawingml/2006/main">
            <a:off x="10363200" y="6610350"/>
            <a:ext cx="43053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A blijft in CS + PS.</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B = € 200 verdwijnt.</a:t>
            </a:r>
          </a:p>
        </p:txBody>
      </p:sp>
    </p:spTree>
    <p:extLst>
      <p:ext uri="{BB962C8B-B14F-4D97-AF65-F5344CB8AC3E}">
        <p14:creationId xmlns:p14="http://schemas.microsoft.com/office/powerpoint/2010/main" val="7633037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7e · Meer PS is geen volledig welvaartsoordeel">
            <a:extLst xmlns:a="http://schemas.openxmlformats.org/drawingml/2006/main">
              <a:ext uri="{FF2B5EF4-FFF2-40B4-BE49-F238E27FC236}">
                <a16:creationId xmlns:a16="http://schemas.microsoft.com/office/drawing/2014/main" id="{81F1B26F-A6B6-493F-B8C5-A753AA63DFED}"/>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7e · Meer PS is geen volledig welvaartsoordeel</a:t>
            </a:r>
          </a:p>
        </p:txBody>
      </p:sp>
      <p:sp>
        <p:nvSpPr>
          <p:cNvPr id="2" name="">
            <a:extLst xmlns:a="http://schemas.openxmlformats.org/drawingml/2006/main">
              <a:ext uri="{FF2B5EF4-FFF2-40B4-BE49-F238E27FC236}">
                <a16:creationId xmlns:a16="http://schemas.microsoft.com/office/drawing/2014/main" id="{D7CAF1EA-85F6-4019-B115-7FB17829E12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3951E4C6-0499-478F-84E3-C05847A2917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30">
            <a:extLst xmlns:a="http://schemas.openxmlformats.org/drawingml/2006/main">
              <a:ext uri="{FF2B5EF4-FFF2-40B4-BE49-F238E27FC236}">
                <a16:creationId xmlns:a16="http://schemas.microsoft.com/office/drawing/2014/main" id="{2868E3E5-0385-4EC6-AE43-F78259C8DBF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30</a:t>
            </a:r>
          </a:p>
        </p:txBody>
      </p:sp>
      <p:sp>
        <p:nvSpPr>
          <p:cNvPr id="5" name="Opgave 7 · De VR-studio · Boekpagina 61">
            <a:extLst xmlns:a="http://schemas.openxmlformats.org/drawingml/2006/main">
              <a:ext uri="{FF2B5EF4-FFF2-40B4-BE49-F238E27FC236}">
                <a16:creationId xmlns:a16="http://schemas.microsoft.com/office/drawing/2014/main" id="{D1802FDF-BA72-4C6D-93F8-9C8BCB1C5368}"/>
              </a:ext>
            </a:extLst>
          </p:cNvPr>
          <p:cNvSpPr>
            <a:spLocks xmlns:a="http://schemas.openxmlformats.org/drawingml/2006/main" noGrp="1"/>
          </p:cNvSpPr>
          <p:nvPr/>
        </p:nvSpPr>
        <p:spPr>
          <a:xfrm xmlns:a="http://schemas.openxmlformats.org/drawingml/2006/main">
            <a:off x="571500" y="16859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Opgave 7 · De VR-studio · Boekpagina 61</a:t>
            </a:r>
          </a:p>
        </p:txBody>
      </p:sp>
      <p:graphicFrame>
        <p:nvGraphicFramePr>
          <p:cNvPr id="14" name=""/>
          <p:cNvGraphicFramePr/>
          <p:nvPr/>
        </p:nvGraphicFramePr>
        <p:xfrm>
          <a:off xmlns:a="http://schemas.openxmlformats.org/drawingml/2006/main" x="571500" y="2695575"/>
          <a:ext xmlns:a="http://schemas.openxmlformats.org/drawingml/2006/main" cx="14097000" cy="3057525"/>
        </p:xfrm>
        <a:graphic xmlns:a="http://schemas.openxmlformats.org/drawingml/2006/main">
          <a:graphicData uri="http://schemas.openxmlformats.org/drawingml/2006/table">
            <a:tbl>
              <a:tblPr/>
              <a:tblGrid>
                <a:gridCol w="10191750"/>
                <a:gridCol w="3905250"/>
              </a:tblGrid>
              <a:tr h="764381">
                <a:tc>
                  <a:txBody>
                    <a:bodyPr lIns="171450" tIns="95250" rIns="152400" bIns="95250"/>
                    <a:lstStyle/>
                    <a:p>
                      <a:r>
                        <a:rPr sz="2625" b="1">
                          <a:solidFill>
                            <a:srgbClr val="FFFFFF"/>
                          </a:solidFill>
                          <a:latin typeface="Arial"/>
                          <a:ea typeface="Arial"/>
                          <a:cs typeface="Arial"/>
                        </a:rPr>
                        <a:t>Van efficiënt naar monopolie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 per week</a:t>
                      </a:r>
                    </a:p>
                  </a:txBody>
                  <a:tcPr marL="91440" marR="91440" marT="45720" marB="45720" anchor="ctr">
                    <a:solidFill>
                      <a:srgbClr val="183247"/>
                    </a:solidFill>
                  </a:tcPr>
                </a:tc>
              </a:tr>
              <a:tr h="764381">
                <a:tc>
                  <a:txBody>
                    <a:bodyPr lIns="171450" tIns="95250" rIns="152400" bIns="95250"/>
                    <a:lstStyle/>
                    <a:p>
                      <a:r>
                        <a:rPr sz="2625" b="0">
                          <a:solidFill>
                            <a:srgbClr val="183247"/>
                          </a:solidFill>
                          <a:latin typeface="Arial"/>
                          <a:ea typeface="Arial"/>
                          <a:cs typeface="Arial"/>
                        </a:rPr>
                        <a:t>PS: 900 naar 1.200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+300</a:t>
                      </a:r>
                    </a:p>
                  </a:txBody>
                  <a:tcPr marL="91440" marR="91440" marT="45720" marB="45720" anchor="ctr">
                    <a:solidFill>
                      <a:srgbClr val="FFFFFF"/>
                    </a:solidFill>
                  </a:tcPr>
                </a:tc>
              </a:tr>
              <a:tr h="764381">
                <a:tc>
                  <a:txBody>
                    <a:bodyPr lIns="171450" tIns="95250" rIns="152400" bIns="95250"/>
                    <a:lstStyle/>
                    <a:p>
                      <a:r>
                        <a:rPr sz="2625" b="0">
                          <a:solidFill>
                            <a:srgbClr val="183247"/>
                          </a:solidFill>
                          <a:latin typeface="Arial"/>
                          <a:ea typeface="Arial"/>
                          <a:cs typeface="Arial"/>
                        </a:rPr>
                        <a:t>CS: 900 naar 400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−500</a:t>
                      </a:r>
                    </a:p>
                  </a:txBody>
                  <a:tcPr marL="91440" marR="91440" marT="45720" marB="45720" anchor="ctr">
                    <a:solidFill>
                      <a:srgbClr val="EFF4F7"/>
                    </a:solidFill>
                  </a:tcPr>
                </a:tc>
              </a:tr>
              <a:tr h="764381">
                <a:tc>
                  <a:txBody>
                    <a:bodyPr lIns="171450" tIns="95250" rIns="152400" bIns="95250"/>
                    <a:lstStyle/>
                    <a:p>
                      <a:r>
                        <a:rPr sz="2625" b="0">
                          <a:solidFill>
                            <a:srgbClr val="183247"/>
                          </a:solidFill>
                          <a:latin typeface="Arial"/>
                          <a:ea typeface="Arial"/>
                          <a:cs typeface="Arial"/>
                        </a:rPr>
                        <a:t>TS: 1.800 naar 1.600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−200</a:t>
                      </a:r>
                    </a:p>
                  </a:txBody>
                  <a:tcPr marL="91440" marR="91440" marT="45720" marB="45720" anchor="ctr">
                    <a:solidFill>
                      <a:srgbClr val="FFFFFF"/>
                    </a:solidFill>
                  </a:tcPr>
                </a:tc>
              </a:tr>
            </a:tbl>
          </a:graphicData>
        </a:graphic>
      </p:graphicFrame>
      <p:sp>
        <p:nvSpPr>
          <p:cNvPr id="7" name="Beter? Het totale surplus daalt in deze vergelijking.">
            <a:extLst xmlns:a="http://schemas.openxmlformats.org/drawingml/2006/main">
              <a:ext uri="{FF2B5EF4-FFF2-40B4-BE49-F238E27FC236}">
                <a16:creationId xmlns:a16="http://schemas.microsoft.com/office/drawing/2014/main" id="{E59CF2F4-8025-4F10-8275-31650D17DFEC}"/>
              </a:ext>
            </a:extLst>
          </p:cNvPr>
          <p:cNvSpPr>
            <a:spLocks xmlns:a="http://schemas.openxmlformats.org/drawingml/2006/main" noGrp="1"/>
          </p:cNvSpPr>
          <p:nvPr/>
        </p:nvSpPr>
        <p:spPr>
          <a:xfrm xmlns:a="http://schemas.openxmlformats.org/drawingml/2006/main">
            <a:off x="571500" y="62484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3302A"/>
                </a:solidFill>
                <a:latin typeface="Arial"/>
                <a:ea typeface="Arial"/>
                <a:cs typeface="Arial"/>
              </a:defRPr>
            </a:pPr>
            <a:r>
              <a:rPr sz="2925" b="1">
                <a:solidFill>
                  <a:srgbClr val="A3302A"/>
                </a:solidFill>
                <a:latin typeface="Arial"/>
                <a:ea typeface="Arial"/>
                <a:cs typeface="Arial"/>
              </a:rPr>
              <a:t>Beter? Het totale surplus daalt in deze vergelijking.</a:t>
            </a:r>
          </a:p>
        </p:txBody>
      </p:sp>
      <p:sp>
        <p:nvSpPr>
          <p:cNvPr id="8" name="Eerlijker? De berekening bevat geen norm voor eerlijkheid.">
            <a:extLst xmlns:a="http://schemas.openxmlformats.org/drawingml/2006/main">
              <a:ext uri="{FF2B5EF4-FFF2-40B4-BE49-F238E27FC236}">
                <a16:creationId xmlns:a16="http://schemas.microsoft.com/office/drawing/2014/main" id="{EC6702B8-D84B-4C6D-A7AA-36BE543A19A1}"/>
              </a:ext>
            </a:extLst>
          </p:cNvPr>
          <p:cNvSpPr>
            <a:spLocks xmlns:a="http://schemas.openxmlformats.org/drawingml/2006/main" noGrp="1"/>
          </p:cNvSpPr>
          <p:nvPr/>
        </p:nvSpPr>
        <p:spPr>
          <a:xfrm xmlns:a="http://schemas.openxmlformats.org/drawingml/2006/main">
            <a:off x="571500" y="71437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Eerlijker? De berekening bevat geen norm voor eerlijkheid.</a:t>
            </a:r>
          </a:p>
        </p:txBody>
      </p:sp>
    </p:spTree>
    <p:extLst>
      <p:ext uri="{BB962C8B-B14F-4D97-AF65-F5344CB8AC3E}">
        <p14:creationId xmlns:p14="http://schemas.microsoft.com/office/powerpoint/2010/main" val="102348907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1 Welvaartseffecten van monopolie">
            <a:extLst xmlns:a="http://schemas.openxmlformats.org/drawingml/2006/main">
              <a:ext uri="{FF2B5EF4-FFF2-40B4-BE49-F238E27FC236}">
                <a16:creationId xmlns:a16="http://schemas.microsoft.com/office/drawing/2014/main" id="{EC4A08E2-6305-4390-8506-C010C9F6FB2E}"/>
              </a:ext>
            </a:extLst>
          </p:cNvPr>
          <p:cNvSpPr>
            <a:spLocks xmlns:a="http://schemas.openxmlformats.org/drawingml/2006/main" noGrp="1"/>
          </p:cNvSpPr>
          <p:nvPr/>
        </p:nvSpPr>
        <p:spPr>
          <a:xfrm xmlns:a="http://schemas.openxmlformats.org/drawingml/2006/main">
            <a:off x="571500" y="400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§4.2.1 Welvaartseffecten van monopolie</a:t>
            </a:r>
          </a:p>
        </p:txBody>
      </p:sp>
      <p:sp>
        <p:nvSpPr>
          <p:cNvPr id="2" name="">
            <a:extLst xmlns:a="http://schemas.openxmlformats.org/drawingml/2006/main">
              <a:ext uri="{FF2B5EF4-FFF2-40B4-BE49-F238E27FC236}">
                <a16:creationId xmlns:a16="http://schemas.microsoft.com/office/drawing/2014/main" id="{6C390922-2742-45CF-B0AC-F37A5D466B1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1 Welvaartseffecten van monopolie">
            <a:extLst xmlns:a="http://schemas.openxmlformats.org/drawingml/2006/main">
              <a:ext uri="{FF2B5EF4-FFF2-40B4-BE49-F238E27FC236}">
                <a16:creationId xmlns:a16="http://schemas.microsoft.com/office/drawing/2014/main" id="{C1B6A442-93AB-4488-86A3-D097E7DCDA9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§4.2.1 Welvaartseffecten van monopolie</a:t>
            </a:r>
          </a:p>
        </p:txBody>
      </p:sp>
      <p:sp>
        <p:nvSpPr>
          <p:cNvPr id="4" name="31">
            <a:extLst xmlns:a="http://schemas.openxmlformats.org/drawingml/2006/main">
              <a:ext uri="{FF2B5EF4-FFF2-40B4-BE49-F238E27FC236}">
                <a16:creationId xmlns:a16="http://schemas.microsoft.com/office/drawing/2014/main" id="{999BA58C-5268-47C4-9A4F-19367CA2BAF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31</a:t>
            </a:r>
          </a:p>
        </p:txBody>
      </p:sp>
      <p:sp>
        <p:nvSpPr>
          <p:cNvPr id="5" name="phase">
            <a:extLst xmlns:a="http://schemas.openxmlformats.org/drawingml/2006/main">
              <a:ext uri="{FF2B5EF4-FFF2-40B4-BE49-F238E27FC236}">
                <a16:creationId xmlns:a16="http://schemas.microsoft.com/office/drawing/2014/main" id="{3D75C8DD-F2B7-4E84-854D-3608D674C97A}"/>
              </a:ext>
            </a:extLst>
          </p:cNvPr>
          <p:cNvSpPr>
            <a:spLocks xmlns:a="http://schemas.openxmlformats.org/drawingml/2006/main" noGrp="1"/>
          </p:cNvSpPr>
          <p:nvPr/>
        </p:nvSpPr>
        <p:spPr>
          <a:xfrm xmlns:a="http://schemas.openxmlformats.org/drawingml/2006/main">
            <a:off x="571500" y="1066800"/>
            <a:ext cx="1381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52A3F841-643F-46BD-80AF-E0440F52F3F4}"/>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65C7555-1472-4CCB-98BD-482D72C7E06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22FA7E5-DA63-4A70-8502-E439C5246AC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75E581CA-D8F6-45EA-BF28-E8969200B5B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3B8D940-E5BD-4B70-BD69-1CFE527F3EE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5F0BF557-3B7E-4AA4-84C1-3453520C816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315C6CC-5312-4A45-AA31-13265D9F87E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1376286A-5A73-45AB-B130-E698E091AAB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90288EA-F7E6-4D49-973D-F4E05AE4CBDE}"/>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D8E68FB5-A6BB-49F9-9BFA-9462D4443FD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48597E47-0139-408E-AA45-20656C97E8BA}"/>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DD306B8-E754-45C9-A735-B2099BC47BD3}"/>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BF1D933-28D0-4CE0-A0DC-2C1B6CFCCB5F}"/>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FBB76861-0DF8-4B2A-80C0-8C309D790A70}"/>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859BE502-9283-41AB-A578-80063FC4963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1D4B707-6ABD-4447-B1E7-70C07D19588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84C3E5C-1502-4AE1-B7C7-543EF05C719F}"/>
              </a:ext>
            </a:extLst>
          </p:cNvPr>
          <p:cNvSpPr>
            <a:spLocks xmlns:a="http://schemas.openxmlformats.org/drawingml/2006/main" noGrp="1"/>
          </p:cNvSpPr>
          <p:nvPr/>
        </p:nvSpPr>
        <p:spPr>
          <a:xfrm xmlns:a="http://schemas.openxmlformats.org/drawingml/2006/main">
            <a:off x="9258300" y="2324100"/>
            <a:ext cx="5381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Monopolie en efficiënt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CS, PS, TS en winst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Overdracht en verlies scheiden.</a:t>
            </a:r>
          </a:p>
        </p:txBody>
      </p:sp>
      <p:sp>
        <p:nvSpPr>
          <p:cNvPr id="23" name="">
            <a:extLst xmlns:a="http://schemas.openxmlformats.org/drawingml/2006/main">
              <a:ext uri="{FF2B5EF4-FFF2-40B4-BE49-F238E27FC236}">
                <a16:creationId xmlns:a16="http://schemas.microsoft.com/office/drawing/2014/main" id="{431D91DF-D013-4A09-B3F4-284DFED5511A}"/>
              </a:ext>
            </a:extLst>
          </p:cNvPr>
          <p:cNvSpPr>
            <a:spLocks xmlns:a="http://schemas.openxmlformats.org/drawingml/2006/main" noGrp="1"/>
          </p:cNvSpPr>
          <p:nvPr/>
        </p:nvSpPr>
        <p:spPr>
          <a:xfrm xmlns:a="http://schemas.openxmlformats.org/drawingml/2006/main">
            <a:off x="9258300" y="361950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D600068-B463-4ED8-A998-D5AEB5146861}"/>
              </a:ext>
            </a:extLst>
          </p:cNvPr>
          <p:cNvSpPr>
            <a:spLocks xmlns:a="http://schemas.openxmlformats.org/drawingml/2006/main" noGrp="1"/>
          </p:cNvSpPr>
          <p:nvPr/>
        </p:nvSpPr>
        <p:spPr>
          <a:xfrm xmlns:a="http://schemas.openxmlformats.org/drawingml/2006/main">
            <a:off x="9258300" y="38290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824E4E4-9E0E-40BD-9B54-76EA577B4848}"/>
              </a:ext>
            </a:extLst>
          </p:cNvPr>
          <p:cNvSpPr>
            <a:spLocks xmlns:a="http://schemas.openxmlformats.org/drawingml/2006/main" noGrp="1"/>
          </p:cNvSpPr>
          <p:nvPr/>
        </p:nvSpPr>
        <p:spPr>
          <a:xfrm xmlns:a="http://schemas.openxmlformats.org/drawingml/2006/main">
            <a:off x="9258300" y="43624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55–57</a:t>
            </a:r>
          </a:p>
        </p:txBody>
      </p:sp>
      <p:sp>
        <p:nvSpPr>
          <p:cNvPr id="26" name="">
            <a:extLst xmlns:a="http://schemas.openxmlformats.org/drawingml/2006/main">
              <a:ext uri="{FF2B5EF4-FFF2-40B4-BE49-F238E27FC236}">
                <a16:creationId xmlns:a16="http://schemas.microsoft.com/office/drawing/2014/main" id="{12B0BC3C-BAF1-4CC0-BEFB-7F550B1AA1F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7D4E91C-8285-4E32-A12B-973DC993377B}"/>
              </a:ext>
            </a:extLst>
          </p:cNvPr>
          <p:cNvSpPr>
            <a:spLocks xmlns:a="http://schemas.openxmlformats.org/drawingml/2006/main" noGrp="1"/>
          </p:cNvSpPr>
          <p:nvPr/>
        </p:nvSpPr>
        <p:spPr>
          <a:xfrm xmlns:a="http://schemas.openxmlformats.org/drawingml/2006/main">
            <a:off x="9258300" y="5686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993686E1-206A-4E18-8A5E-57113061F330}"/>
              </a:ext>
            </a:extLst>
          </p:cNvPr>
          <p:cNvSpPr>
            <a:spLocks xmlns:a="http://schemas.openxmlformats.org/drawingml/2006/main" noGrp="1"/>
          </p:cNvSpPr>
          <p:nvPr/>
        </p:nvSpPr>
        <p:spPr>
          <a:xfrm xmlns:a="http://schemas.openxmlformats.org/drawingml/2006/main">
            <a:off x="9258300" y="6229350"/>
            <a:ext cx="5381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§4.2.1 · Maken en nakijken</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p:txBody>
      </p:sp>
    </p:spTree>
    <p:extLst>
      <p:ext uri="{BB962C8B-B14F-4D97-AF65-F5344CB8AC3E}">
        <p14:creationId xmlns:p14="http://schemas.microsoft.com/office/powerpoint/2010/main" val="9869343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2026-10-01T16:51:05.7690000Z</dcterms:created>
  <dcterms:modified xsi:type="dcterms:W3CDTF">2026-10-01T16:51:05.7690000Z</dcterms:modified>
</coreProperties>
</file>
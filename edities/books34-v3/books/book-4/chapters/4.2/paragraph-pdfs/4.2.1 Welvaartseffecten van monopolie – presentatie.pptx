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8.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9.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0.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4.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15.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4846c536a94bad" /><Relationship Type="http://schemas.openxmlformats.org/officeDocument/2006/relationships/extended-properties" Target="/docProps/app.xml" Id="Ra0b3488c9f1d4c82" /><Relationship Type="http://schemas.openxmlformats.org/officeDocument/2006/relationships/officeDocument" Target="/ppt/presentation.xml" Id="Ra846bc105d6544af" /></Relationships>
</file>

<file path=ppt/presentation.xml><?xml version="1.0" encoding="utf-8"?>
<p:presentation xmlns:p="http://schemas.openxmlformats.org/presentationml/2006/main">
  <p:sldMasterIdLst>
    <p:sldMasterId xmlns:r="http://schemas.openxmlformats.org/officeDocument/2006/relationships" id="2147483648" r:id="R3987c487538644a0"/>
  </p:sldMasterIdLst>
  <p:notesMasterIdLst>
    <p:notesMasterId xmlns:r="http://schemas.openxmlformats.org/officeDocument/2006/relationships" r:id="R50dcaf26d645447f"/>
  </p:notesMasterIdLst>
  <p:sldIdLst>
    <p:sldId xmlns:r="http://schemas.openxmlformats.org/officeDocument/2006/relationships" id="256" r:id="R5f4745f7bbb74176"/>
    <p:sldId xmlns:r="http://schemas.openxmlformats.org/officeDocument/2006/relationships" id="257" r:id="Re668904d95b74900"/>
    <p:sldId xmlns:r="http://schemas.openxmlformats.org/officeDocument/2006/relationships" id="258" r:id="R7f2cd7778c18417e"/>
    <p:sldId xmlns:r="http://schemas.openxmlformats.org/officeDocument/2006/relationships" id="259" r:id="R3cb20aa9972144a3"/>
    <p:sldId xmlns:r="http://schemas.openxmlformats.org/officeDocument/2006/relationships" id="260" r:id="Rcb2c169f007c4afe"/>
    <p:sldId xmlns:r="http://schemas.openxmlformats.org/officeDocument/2006/relationships" id="261" r:id="Rbd1d0f4c7b164f30"/>
    <p:sldId xmlns:r="http://schemas.openxmlformats.org/officeDocument/2006/relationships" id="262" r:id="R3a64411b5d0c4f5e"/>
    <p:sldId xmlns:r="http://schemas.openxmlformats.org/officeDocument/2006/relationships" id="263" r:id="R067f86adc1734201"/>
    <p:sldId xmlns:r="http://schemas.openxmlformats.org/officeDocument/2006/relationships" id="264" r:id="R48fb596b7e924c88"/>
    <p:sldId xmlns:r="http://schemas.openxmlformats.org/officeDocument/2006/relationships" id="265" r:id="R1ce86dcc93d44243"/>
    <p:sldId xmlns:r="http://schemas.openxmlformats.org/officeDocument/2006/relationships" id="266" r:id="R3e21ba7a792c4aed"/>
    <p:sldId xmlns:r="http://schemas.openxmlformats.org/officeDocument/2006/relationships" id="267" r:id="R872342ba02ba40a4"/>
    <p:sldId xmlns:r="http://schemas.openxmlformats.org/officeDocument/2006/relationships" id="268" r:id="Rf17a59225c6e4e14"/>
    <p:sldId xmlns:r="http://schemas.openxmlformats.org/officeDocument/2006/relationships" id="269" r:id="R9a57247ef3eb4aee"/>
    <p:sldId xmlns:r="http://schemas.openxmlformats.org/officeDocument/2006/relationships" id="270" r:id="R648ea7effd8e423c"/>
    <p:sldId xmlns:r="http://schemas.openxmlformats.org/officeDocument/2006/relationships" id="271" r:id="R47b447c958e4430b"/>
    <p:sldId xmlns:r="http://schemas.openxmlformats.org/officeDocument/2006/relationships" id="272" r:id="Re2823542e1ae425b"/>
    <p:sldId xmlns:r="http://schemas.openxmlformats.org/officeDocument/2006/relationships" id="273" r:id="Re17fd33dc7524c44"/>
    <p:sldId xmlns:r="http://schemas.openxmlformats.org/officeDocument/2006/relationships" id="274" r:id="R6ff9f84be5db4719"/>
    <p:sldId xmlns:r="http://schemas.openxmlformats.org/officeDocument/2006/relationships" id="275" r:id="Rc9e51c12dbd843ab"/>
    <p:sldId xmlns:r="http://schemas.openxmlformats.org/officeDocument/2006/relationships" id="276" r:id="R71a609fdac1a45d7"/>
    <p:sldId xmlns:r="http://schemas.openxmlformats.org/officeDocument/2006/relationships" id="277" r:id="R1c06c2b395ed499d"/>
    <p:sldId xmlns:r="http://schemas.openxmlformats.org/officeDocument/2006/relationships" id="278" r:id="R590484cba98d427e"/>
    <p:sldId xmlns:r="http://schemas.openxmlformats.org/officeDocument/2006/relationships" id="279" r:id="R29f9d93ced414783"/>
    <p:sldId xmlns:r="http://schemas.openxmlformats.org/officeDocument/2006/relationships" id="280" r:id="R247b05c0985646dc"/>
    <p:sldId xmlns:r="http://schemas.openxmlformats.org/officeDocument/2006/relationships" id="281" r:id="Rf218b09cf65a44b7"/>
    <p:sldId xmlns:r="http://schemas.openxmlformats.org/officeDocument/2006/relationships" id="282" r:id="R5d579d8a35f140c3"/>
    <p:sldId xmlns:r="http://schemas.openxmlformats.org/officeDocument/2006/relationships" id="283" r:id="Rd42b2c5c8b3642a2"/>
    <p:sldId xmlns:r="http://schemas.openxmlformats.org/officeDocument/2006/relationships" id="284" r:id="R00459b42ceca49cb"/>
    <p:sldId xmlns:r="http://schemas.openxmlformats.org/officeDocument/2006/relationships" id="285" r:id="R787324caddcd4094"/>
    <p:sldId xmlns:r="http://schemas.openxmlformats.org/officeDocument/2006/relationships" id="286" r:id="Rb9304d1690e04c5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61def679b249a1" /><Relationship Type="http://schemas.openxmlformats.org/officeDocument/2006/relationships/slideMaster" Target="/ppt/slideMasters/slideMaster1.xml" Id="R3987c487538644a0" /><Relationship Type="http://schemas.openxmlformats.org/officeDocument/2006/relationships/notesMaster" Target="/ppt/notesMasters/notesMaster1.xml" Id="R50dcaf26d645447f" /><Relationship Type="http://schemas.openxmlformats.org/officeDocument/2006/relationships/presProps" Target="/ppt/presProps.xml" Id="R4939f2fc7cf1465f" /><Relationship Type="http://schemas.openxmlformats.org/officeDocument/2006/relationships/tableStyles" Target="/ppt/tableStyles.xml" Id="R1e706781c3dc46d9" /><Relationship Type="http://schemas.openxmlformats.org/officeDocument/2006/relationships/slide" Target="/ppt/slides/slide1.xml" Id="R5f4745f7bbb74176" /><Relationship Type="http://schemas.openxmlformats.org/officeDocument/2006/relationships/slide" Target="/ppt/slides/slide2.xml" Id="Re668904d95b74900" /><Relationship Type="http://schemas.openxmlformats.org/officeDocument/2006/relationships/slide" Target="/ppt/slides/slide3.xml" Id="R7f2cd7778c18417e" /><Relationship Type="http://schemas.openxmlformats.org/officeDocument/2006/relationships/slide" Target="/ppt/slides/slide4.xml" Id="R3cb20aa9972144a3" /><Relationship Type="http://schemas.openxmlformats.org/officeDocument/2006/relationships/slide" Target="/ppt/slides/slide5.xml" Id="Rcb2c169f007c4afe" /><Relationship Type="http://schemas.openxmlformats.org/officeDocument/2006/relationships/slide" Target="/ppt/slides/slide6.xml" Id="Rbd1d0f4c7b164f30" /><Relationship Type="http://schemas.openxmlformats.org/officeDocument/2006/relationships/slide" Target="/ppt/slides/slide7.xml" Id="R3a64411b5d0c4f5e" /><Relationship Type="http://schemas.openxmlformats.org/officeDocument/2006/relationships/slide" Target="/ppt/slides/slide8.xml" Id="R067f86adc1734201" /><Relationship Type="http://schemas.openxmlformats.org/officeDocument/2006/relationships/slide" Target="/ppt/slides/slide9.xml" Id="R48fb596b7e924c88" /><Relationship Type="http://schemas.openxmlformats.org/officeDocument/2006/relationships/slide" Target="/ppt/slides/slide10.xml" Id="R1ce86dcc93d44243" /><Relationship Type="http://schemas.openxmlformats.org/officeDocument/2006/relationships/slide" Target="/ppt/slides/slide11.xml" Id="R3e21ba7a792c4aed" /><Relationship Type="http://schemas.openxmlformats.org/officeDocument/2006/relationships/slide" Target="/ppt/slides/slide12.xml" Id="R872342ba02ba40a4" /><Relationship Type="http://schemas.openxmlformats.org/officeDocument/2006/relationships/slide" Target="/ppt/slides/slide13.xml" Id="Rf17a59225c6e4e14" /><Relationship Type="http://schemas.openxmlformats.org/officeDocument/2006/relationships/slide" Target="/ppt/slides/slide14.xml" Id="R9a57247ef3eb4aee" /><Relationship Type="http://schemas.openxmlformats.org/officeDocument/2006/relationships/slide" Target="/ppt/slides/slide15.xml" Id="R648ea7effd8e423c" /><Relationship Type="http://schemas.openxmlformats.org/officeDocument/2006/relationships/slide" Target="/ppt/slides/slide16.xml" Id="R47b447c958e4430b" /><Relationship Type="http://schemas.openxmlformats.org/officeDocument/2006/relationships/slide" Target="/ppt/slides/slide17.xml" Id="Re2823542e1ae425b" /><Relationship Type="http://schemas.openxmlformats.org/officeDocument/2006/relationships/slide" Target="/ppt/slides/slide18.xml" Id="Re17fd33dc7524c44" /><Relationship Type="http://schemas.openxmlformats.org/officeDocument/2006/relationships/slide" Target="/ppt/slides/slide19.xml" Id="R6ff9f84be5db4719" /><Relationship Type="http://schemas.openxmlformats.org/officeDocument/2006/relationships/slide" Target="/ppt/slides/slide20.xml" Id="Rc9e51c12dbd843ab" /><Relationship Type="http://schemas.openxmlformats.org/officeDocument/2006/relationships/slide" Target="/ppt/slides/slide21.xml" Id="R71a609fdac1a45d7" /><Relationship Type="http://schemas.openxmlformats.org/officeDocument/2006/relationships/slide" Target="/ppt/slides/slide22.xml" Id="R1c06c2b395ed499d" /><Relationship Type="http://schemas.openxmlformats.org/officeDocument/2006/relationships/slide" Target="/ppt/slides/slide23.xml" Id="R590484cba98d427e" /><Relationship Type="http://schemas.openxmlformats.org/officeDocument/2006/relationships/slide" Target="/ppt/slides/slide24.xml" Id="R29f9d93ced414783" /><Relationship Type="http://schemas.openxmlformats.org/officeDocument/2006/relationships/slide" Target="/ppt/slides/slide25.xml" Id="R247b05c0985646dc" /><Relationship Type="http://schemas.openxmlformats.org/officeDocument/2006/relationships/slide" Target="/ppt/slides/slide26.xml" Id="Rf218b09cf65a44b7" /><Relationship Type="http://schemas.openxmlformats.org/officeDocument/2006/relationships/slide" Target="/ppt/slides/slide27.xml" Id="R5d579d8a35f140c3" /><Relationship Type="http://schemas.openxmlformats.org/officeDocument/2006/relationships/slide" Target="/ppt/slides/slide28.xml" Id="Rd42b2c5c8b3642a2" /><Relationship Type="http://schemas.openxmlformats.org/officeDocument/2006/relationships/slide" Target="/ppt/slides/slide29.xml" Id="R00459b42ceca49cb" /><Relationship Type="http://schemas.openxmlformats.org/officeDocument/2006/relationships/slide" Target="/ppt/slides/slide30.xml" Id="R787324caddcd4094" /><Relationship Type="http://schemas.openxmlformats.org/officeDocument/2006/relationships/slide" Target="/ppt/slides/slide31.xml" Id="Rb9304d1690e04c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3f15e475c441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e7990d64a24b52" /><Relationship Type="http://schemas.openxmlformats.org/officeDocument/2006/relationships/notesMaster" Target="/ppt/notesMasters/notesMaster1.xml" Id="R38f4afac3e1341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706784ba40440b" /><Relationship Type="http://schemas.openxmlformats.org/officeDocument/2006/relationships/notesMaster" Target="/ppt/notesMasters/notesMaster1.xml" Id="R67de2ebcd8f448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60c45aae44d2d" /><Relationship Type="http://schemas.openxmlformats.org/officeDocument/2006/relationships/notesMaster" Target="/ppt/notesMasters/notesMaster1.xml" Id="R8fc891d8a8184a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bdee15109e4c01" /><Relationship Type="http://schemas.openxmlformats.org/officeDocument/2006/relationships/notesMaster" Target="/ppt/notesMasters/notesMaster1.xml" Id="Rcf385e7217264f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56650f220747f5" /><Relationship Type="http://schemas.openxmlformats.org/officeDocument/2006/relationships/notesMaster" Target="/ppt/notesMasters/notesMaster1.xml" Id="R2b9bb349cbdd4e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bb4b9d07f54c7f" /><Relationship Type="http://schemas.openxmlformats.org/officeDocument/2006/relationships/notesMaster" Target="/ppt/notesMasters/notesMaster1.xml" Id="Rb384b7b6f82343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faf6388d9048e8" /><Relationship Type="http://schemas.openxmlformats.org/officeDocument/2006/relationships/notesMaster" Target="/ppt/notesMasters/notesMaster1.xml" Id="R7dda6d1f9f4b4c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c544ac14b8404e" /><Relationship Type="http://schemas.openxmlformats.org/officeDocument/2006/relationships/notesMaster" Target="/ppt/notesMasters/notesMaster1.xml" Id="R49201e2dab9a43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965f33545a4be7" /><Relationship Type="http://schemas.openxmlformats.org/officeDocument/2006/relationships/notesMaster" Target="/ppt/notesMasters/notesMaster1.xml" Id="R34ecc69e6fcc41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5a8e2411c7478e" /><Relationship Type="http://schemas.openxmlformats.org/officeDocument/2006/relationships/notesMaster" Target="/ppt/notesMasters/notesMaster1.xml" Id="R26eb9cc3e28447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25146622444e06" /><Relationship Type="http://schemas.openxmlformats.org/officeDocument/2006/relationships/notesMaster" Target="/ppt/notesMasters/notesMaster1.xml" Id="R1775e191af4c48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79d04104224d6e" /><Relationship Type="http://schemas.openxmlformats.org/officeDocument/2006/relationships/notesMaster" Target="/ppt/notesMasters/notesMaster1.xml" Id="Rcde8df8a7bf340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6c42fd1e4e43d0" /><Relationship Type="http://schemas.openxmlformats.org/officeDocument/2006/relationships/notesMaster" Target="/ppt/notesMasters/notesMaster1.xml" Id="R758a30543dec47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e8e4f4090948ae" /><Relationship Type="http://schemas.openxmlformats.org/officeDocument/2006/relationships/notesMaster" Target="/ppt/notesMasters/notesMaster1.xml" Id="R19bed26f63e34b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36ca0195a24bb7" /><Relationship Type="http://schemas.openxmlformats.org/officeDocument/2006/relationships/notesMaster" Target="/ppt/notesMasters/notesMaster1.xml" Id="Rf35c7994997f45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96a94557204982" /><Relationship Type="http://schemas.openxmlformats.org/officeDocument/2006/relationships/notesMaster" Target="/ppt/notesMasters/notesMaster1.xml" Id="Rff9ab58dbfbb41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f0db0dc1db46c6" /><Relationship Type="http://schemas.openxmlformats.org/officeDocument/2006/relationships/notesMaster" Target="/ppt/notesMasters/notesMaster1.xml" Id="R01f1ffb5010344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696246e19241a1" /><Relationship Type="http://schemas.openxmlformats.org/officeDocument/2006/relationships/notesMaster" Target="/ppt/notesMasters/notesMaster1.xml" Id="Rcc11ff0c468949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837237026a4c20" /><Relationship Type="http://schemas.openxmlformats.org/officeDocument/2006/relationships/notesMaster" Target="/ppt/notesMasters/notesMaster1.xml" Id="Rc9b12f3c46b04d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17bff32a214df6" /><Relationship Type="http://schemas.openxmlformats.org/officeDocument/2006/relationships/notesMaster" Target="/ppt/notesMasters/notesMaster1.xml" Id="Refaaa9a2e4ec47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c6f84e3e874b36" /><Relationship Type="http://schemas.openxmlformats.org/officeDocument/2006/relationships/notesMaster" Target="/ppt/notesMasters/notesMaster1.xml" Id="Ra6a86fedd8724f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ba5c2fa1634370" /><Relationship Type="http://schemas.openxmlformats.org/officeDocument/2006/relationships/notesMaster" Target="/ppt/notesMasters/notesMaster1.xml" Id="R355366ab8485469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35033b357b4f88" /><Relationship Type="http://schemas.openxmlformats.org/officeDocument/2006/relationships/notesMaster" Target="/ppt/notesMasters/notesMaster1.xml" Id="R2a1ca9a601e646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8f7f5664a024a14" /><Relationship Type="http://schemas.openxmlformats.org/officeDocument/2006/relationships/notesMaster" Target="/ppt/notesMasters/notesMaster1.xml" Id="R20199129e7c046d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1a4b53c31ac49f5" /><Relationship Type="http://schemas.openxmlformats.org/officeDocument/2006/relationships/notesMaster" Target="/ppt/notesMasters/notesMaster1.xml" Id="Rda333a4f15ed44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b0362178534e70" /><Relationship Type="http://schemas.openxmlformats.org/officeDocument/2006/relationships/notesMaster" Target="/ppt/notesMasters/notesMaster1.xml" Id="R3ffec57f0e6d4d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4fc944ac0b4a39" /><Relationship Type="http://schemas.openxmlformats.org/officeDocument/2006/relationships/notesMaster" Target="/ppt/notesMasters/notesMaster1.xml" Id="R6298dd38e34546d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6bd46c4affe4cb8" /><Relationship Type="http://schemas.openxmlformats.org/officeDocument/2006/relationships/notesMaster" Target="/ppt/notesMasters/notesMaster1.xml" Id="R516569b5e5e345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b4f7f49962a4077" /><Relationship Type="http://schemas.openxmlformats.org/officeDocument/2006/relationships/notesMaster" Target="/ppt/notesMasters/notesMaster1.xml" Id="Rd0556657d003408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c39a90b1bfd46cb" /><Relationship Type="http://schemas.openxmlformats.org/officeDocument/2006/relationships/notesMaster" Target="/ppt/notesMasters/notesMaster1.xml" Id="Rbb91aaaf2c74424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48839b638f24ebb" /><Relationship Type="http://schemas.openxmlformats.org/officeDocument/2006/relationships/notesMaster" Target="/ppt/notesMasters/notesMaster1.xml" Id="R045bac6fc55e4e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helpt je bij opgave 2?</a:t>
            </a:r>
          </a:p>
          <a:p xmlns:a="http://schemas.openxmlformats.org/drawingml/2006/main">
            <a:r>
              <a:rPr sz="1400"/>
              <a:t/>
            </a:r>
          </a:p>
          <a:p xmlns:a="http://schemas.openxmlformats.org/drawingml/2006/main">
            <a:r>
              <a:rPr sz="1400"/>
              <a:t>Uitleg: Laat deze dia staan tijdens startopdracht. Start 1–2 en basis 3 staan op p. 59, basis 4 en zelfstandig 5–6 op p. 60, doel 7 op p. 61. Huiswerk is 3, 4, 5, 6 en 7 maken en nakijken. Bonus 8 en herhaling 9 zijn extra. Opgave 1 haalt de monopolieprocedure uit §4.1.4, p. 36–40, terug. In opgave 2 is overdracht versus verdwenen surplus de nieuwe bewerking: laat leerlingen de definities op p. 55 en de uitleg op p. 57 raadplegen, onzekerheden noteren en dit als verkenning proberen. Vóór het basiswerk keren leerlingen na de uitleg terug naar opgave 2. Bespreek dan: ΔTS = −120 + 80 = −40 euro per week. Niet het hele verlies van kopers verdwijnt. Start 1: MO = 30 − Q, MK = 10, Qm = 20, Pm = 20, winst = 160 euro per dag. Gebruik deze antwoorden pas als feedback na de poging. De docentengids reserveert voorlopig twee lessen van 55 minuten voor deze volledige route; dat is geen gemeten tijdsfit. Rond de route zo nodig later af.</a:t>
            </a:r>
          </a:p>
          <a:p xmlns:a="http://schemas.openxmlformats.org/drawingml/2006/main">
            <a:r>
              <a:rPr sz="1400"/>
              <a:t/>
            </a:r>
          </a:p>
          <a:p xmlns:a="http://schemas.openxmlformats.org/drawingml/2006/main">
            <a:r>
              <a:rPr sz="1400"/>
              <a:t>Misvatting: Het hoofdstuk noemt p. 7 en 9; het complete boek heeft hier gedrukte pagina 59 en 61.</a:t>
            </a:r>
          </a:p>
          <a:p xmlns:a="http://schemas.openxmlformats.org/drawingml/2006/main">
            <a:r>
              <a:rPr sz="1400"/>
              <a:t/>
            </a:r>
          </a:p>
          <a:p xmlns:a="http://schemas.openxmlformats.org/drawingml/2006/main">
            <a:r>
              <a:rPr sz="1400"/>
              <a:t>Overgang: Volg de volgende lesfase en bied steun waar nodig.</a:t>
            </a:r>
          </a:p>
          <a:p xmlns:a="http://schemas.openxmlformats.org/drawingml/2006/main">
            <a:r>
              <a:rPr sz="1400"/>
              <a:t/>
            </a:r>
          </a:p>
          <a:p xmlns:a="http://schemas.openxmlformats.org/drawingml/2006/main">
            <a:r>
              <a:rPr sz="1400"/>
              <a:t>Bron: Boek 4 v3, gedrukte pagina 55–61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meer winst samengaan met minder gezamenlijk voordeel?</a:t>
            </a:r>
          </a:p>
          <a:p xmlns:a="http://schemas.openxmlformats.org/drawingml/2006/main">
            <a:r>
              <a:rPr sz="1400"/>
              <a:t/>
            </a:r>
          </a:p>
          <a:p xmlns:a="http://schemas.openxmlformats.org/drawingml/2006/main">
            <a:r>
              <a:rPr sz="1400"/>
              <a:t>Uitleg: We vergelijken het gezamenlijke voordeel van kopers en aanbieder. Daarvoor houden we vraag, kosten, kwaliteit en constante kosten gelijk. De surplusberekening gebruikt betalingsbereidheid in euro en geeft geen volledig oordeel over welzijn of rechtvaardigheid. Bij één monopolist is de ondernemingsafzet q gelijk aan markthoeveelheid Q.</a:t>
            </a:r>
          </a:p>
          <a:p xmlns:a="http://schemas.openxmlformats.org/drawingml/2006/main">
            <a:r>
              <a:rPr sz="1400"/>
              <a:t/>
            </a:r>
          </a:p>
          <a:p xmlns:a="http://schemas.openxmlformats.org/drawingml/2006/main">
            <a:r>
              <a:rPr sz="1400"/>
              <a:t>Misvatting: Winst, producentensurplus en totaal surplus zijn drie verschillende grootheden.</a:t>
            </a:r>
          </a:p>
          <a:p xmlns:a="http://schemas.openxmlformats.org/drawingml/2006/main">
            <a:r>
              <a:rPr sz="1400"/>
              <a:t/>
            </a:r>
          </a:p>
          <a:p xmlns:a="http://schemas.openxmlformats.org/drawingml/2006/main">
            <a:r>
              <a:rPr sz="1400"/>
              <a:t>Overgang: Haal eerst de betekenissen van de surplusbedragen terug.</a:t>
            </a:r>
          </a:p>
          <a:p xmlns:a="http://schemas.openxmlformats.org/drawingml/2006/main">
            <a:r>
              <a:rPr sz="1400"/>
              <a:t/>
            </a:r>
          </a:p>
          <a:p xmlns:a="http://schemas.openxmlformats.org/drawingml/2006/main">
            <a:r>
              <a:rPr sz="1400"/>
              <a:t>Bron: Boek 4 v3, gedrukte pagina 55–58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PS groter dan winst als er constante kosten zijn?</a:t>
            </a:r>
          </a:p>
          <a:p xmlns:a="http://schemas.openxmlformats.org/drawingml/2006/main">
            <a:r>
              <a:rPr sz="1400"/>
              <a:t/>
            </a:r>
          </a:p>
          <a:p xmlns:a="http://schemas.openxmlformats.org/drawingml/2006/main">
            <a:r>
              <a:rPr sz="1400"/>
              <a:t>Uitleg: CS telt het voordeel van kopers op. PS = TO − TVK: in de grafiek de ruimte tussen prijs en MK tot de verkochte hoeveelheid. TS telt beide op. Winst trekt ook de constante kosten af. Omdat TCK gelijk blijft, is een verandering in TS gelijk aan de verandering van het gezamenlijke voordeel na aftrek van TCK. Oppervlakte: hoeveelheid per week maal euro per eenheid geeft euro per week.</a:t>
            </a:r>
          </a:p>
          <a:p xmlns:a="http://schemas.openxmlformats.org/drawingml/2006/main">
            <a:r>
              <a:rPr sz="1400"/>
              <a:t/>
            </a:r>
          </a:p>
          <a:p xmlns:a="http://schemas.openxmlformats.org/drawingml/2006/main">
            <a:r>
              <a:rPr sz="1400"/>
              <a:t>Misvatting: PS is geen omzet: variabele kosten zijn er al af.</a:t>
            </a:r>
          </a:p>
          <a:p xmlns:a="http://schemas.openxmlformats.org/drawingml/2006/main">
            <a:r>
              <a:rPr sz="1400"/>
              <a:t/>
            </a:r>
          </a:p>
          <a:p xmlns:a="http://schemas.openxmlformats.org/drawingml/2006/main">
            <a:r>
              <a:rPr sz="1400"/>
              <a:t>Overgang: Gebruik deze begrippen in een eigen voorbeeld.</a:t>
            </a:r>
          </a:p>
          <a:p xmlns:a="http://schemas.openxmlformats.org/drawingml/2006/main">
            <a:r>
              <a:rPr sz="1400"/>
              <a:t/>
            </a:r>
          </a:p>
          <a:p xmlns:a="http://schemas.openxmlformats.org/drawingml/2006/main">
            <a:r>
              <a:rPr sz="1400"/>
              <a:t>Bron: Boek 4 v3, gedrukte pagina 55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constant als we straks twee uitkomsten vergelijken?</a:t>
            </a:r>
          </a:p>
          <a:p xmlns:a="http://schemas.openxmlformats.org/drawingml/2006/main">
            <a:r>
              <a:rPr sz="1400"/>
              <a:t/>
            </a:r>
          </a:p>
          <a:p xmlns:a="http://schemas.openxmlformats.org/drawingml/2006/main">
            <a:r>
              <a:rPr sz="1400"/>
              <a:t>Uitleg: Dit is een eigen uitlegvoorbeeld. De capaciteit is 60 bakbeurten per week. De constante kosten van 144 euro zijn deze week onvermijdbaar en in beide situaties gelijk. Alle bakbeurten worden binnen één situatie tegen dezelfde prijs verkocht. De functies zijn doorlopende benaderingen; de uitkomsten zijn hier hele aantallen.</a:t>
            </a:r>
          </a:p>
          <a:p xmlns:a="http://schemas.openxmlformats.org/drawingml/2006/main">
            <a:r>
              <a:rPr sz="1400"/>
              <a:t/>
            </a:r>
          </a:p>
          <a:p xmlns:a="http://schemas.openxmlformats.org/drawingml/2006/main">
            <a:r>
              <a:rPr sz="1400"/>
              <a:t>Misvatting: We vergelijken geen andere technologie of kwaliteit.</a:t>
            </a:r>
          </a:p>
          <a:p xmlns:a="http://schemas.openxmlformats.org/drawingml/2006/main">
            <a:r>
              <a:rPr sz="1400"/>
              <a:t/>
            </a:r>
          </a:p>
          <a:p xmlns:a="http://schemas.openxmlformats.org/drawingml/2006/main">
            <a:r>
              <a:rPr sz="1400"/>
              <a:t>Overgang: Bepaal eerst de winstmaximale hoeveelheid.</a:t>
            </a:r>
          </a:p>
          <a:p xmlns:a="http://schemas.openxmlformats.org/drawingml/2006/main">
            <a:r>
              <a:rPr sz="1400"/>
              <a:t/>
            </a:r>
          </a:p>
          <a:p xmlns:a="http://schemas.openxmlformats.org/drawingml/2006/main">
            <a:r>
              <a:rPr sz="1400"/>
              <a:t>Bron: Boek 4 v3, gedrukte pagina 55–58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vind je met MO = MK?</a:t>
            </a:r>
          </a:p>
          <a:p xmlns:a="http://schemas.openxmlformats.org/drawingml/2006/main">
            <a:r>
              <a:rPr sz="1400"/>
              <a:t/>
            </a:r>
          </a:p>
          <a:p xmlns:a="http://schemas.openxmlformats.org/drawingml/2006/main">
            <a:r>
              <a:rPr sz="1400"/>
              <a:t>Uitleg: TO = P × Q, de afgeleide is MO = 96 − 2Q. De afgeleide van TK is MK = 24 + Q. Bij Q = 24 zijn MO en MK beide 48 euro per bakbeurt. MO is vóór 24 groter dan MK en erna kleiner: de winst stijgt eerst en daalt daarna. Controleer 0 ≤ 24 ≤ 60.</a:t>
            </a:r>
          </a:p>
          <a:p xmlns:a="http://schemas.openxmlformats.org/drawingml/2006/main">
            <a:r>
              <a:rPr sz="1400"/>
              <a:t/>
            </a:r>
          </a:p>
          <a:p xmlns:a="http://schemas.openxmlformats.org/drawingml/2006/main">
            <a:r>
              <a:rPr sz="1400"/>
              <a:t>Misvatting: 48 euro bij het snijpunt is nog niet de verkoopprijs.</a:t>
            </a:r>
          </a:p>
          <a:p xmlns:a="http://schemas.openxmlformats.org/drawingml/2006/main">
            <a:r>
              <a:rPr sz="1400"/>
              <a:t/>
            </a:r>
          </a:p>
          <a:p xmlns:a="http://schemas.openxmlformats.org/drawingml/2006/main">
            <a:r>
              <a:rPr sz="1400"/>
              <a:t>Overgang: Lees bij Q = 24 de prijs op de vraaglijn.</a:t>
            </a:r>
          </a:p>
          <a:p xmlns:a="http://schemas.openxmlformats.org/drawingml/2006/main">
            <a:r>
              <a:rPr sz="1400"/>
              <a:t/>
            </a:r>
          </a:p>
          <a:p xmlns:a="http://schemas.openxmlformats.org/drawingml/2006/main">
            <a:r>
              <a:rPr sz="1400"/>
              <a:t>Bron: Boek 4 v3, gedrukte pagina 56; voorkennis p. 36–40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lezen we de prijs niet bij MO = MK?</a:t>
            </a:r>
          </a:p>
          <a:p xmlns:a="http://schemas.openxmlformats.org/drawingml/2006/main">
            <a:r>
              <a:rPr sz="1400"/>
              <a:t/>
            </a:r>
          </a:p>
          <a:p xmlns:a="http://schemas.openxmlformats.org/drawingml/2006/main">
            <a:r>
              <a:rPr sz="1400"/>
              <a:t>Uitleg: Ga bij Q = 24 omhoog naar de vraaglijn. Daar ligt M. Een prijs van 72 euro verkoopt volgens de vraagfunctie 24 bakbeurten. De extra opbrengst op de marginale bakbeurt ligt lager dan de prijs omdat de prijsverlaging ook eerdere verkopen raakt.</a:t>
            </a:r>
          </a:p>
          <a:p xmlns:a="http://schemas.openxmlformats.org/drawingml/2006/main">
            <a:r>
              <a:rPr sz="1400"/>
              <a:t/>
            </a:r>
          </a:p>
          <a:p xmlns:a="http://schemas.openxmlformats.org/drawingml/2006/main">
            <a:r>
              <a:rPr sz="1400"/>
              <a:t>Misvatting: Gebruik nooit MO als betalingsbereidheid van de koper.</a:t>
            </a:r>
          </a:p>
          <a:p xmlns:a="http://schemas.openxmlformats.org/drawingml/2006/main">
            <a:r>
              <a:rPr sz="1400"/>
              <a:t/>
            </a:r>
          </a:p>
          <a:p xmlns:a="http://schemas.openxmlformats.org/drawingml/2006/main">
            <a:r>
              <a:rPr sz="1400"/>
              <a:t>Overgang: Vergelijk dit met de hoeveelheid die het gezamenlijke surplus maximaliseert.</a:t>
            </a:r>
          </a:p>
          <a:p xmlns:a="http://schemas.openxmlformats.org/drawingml/2006/main">
            <a:r>
              <a:rPr sz="1400"/>
              <a:t/>
            </a:r>
          </a:p>
          <a:p xmlns:a="http://schemas.openxmlformats.org/drawingml/2006/main">
            <a:r>
              <a:rPr sz="1400"/>
              <a:t>Bron: Boek 4 v3, gedrukte pagina 56; voorkennis p. 37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kunnen kopers en aanbieder samen profiteren van extra transacties tussen 24 en 36?</a:t>
            </a:r>
          </a:p>
          <a:p xmlns:a="http://schemas.openxmlformats.org/drawingml/2006/main">
            <a:r>
              <a:rPr sz="1400"/>
              <a:t/>
            </a:r>
          </a:p>
          <a:p xmlns:a="http://schemas.openxmlformats.org/drawingml/2006/main">
            <a:r>
              <a:rPr sz="1400"/>
              <a:t>Uitleg: Bij een extra bakbeurt meet de vraaglijn de betalingsbereidheid. Zolang die hoger is dan MK, voegt een transactie gezamenlijk voordeel toe. Dat gaat door tot Q = 36. Boven 36 zijn MK hoger dan de betalingsbereidheid. E = (36,60); 36 past binnen de capaciteit. De efficiënte uitkomst is een maatstaf bij dezelfde vraag, kosten en kwaliteit, geen algemene voorspelling over iedere concurrerende markt.</a:t>
            </a:r>
          </a:p>
          <a:p xmlns:a="http://schemas.openxmlformats.org/drawingml/2006/main">
            <a:r>
              <a:rPr sz="1400"/>
              <a:t/>
            </a:r>
          </a:p>
          <a:p xmlns:a="http://schemas.openxmlformats.org/drawingml/2006/main">
            <a:r>
              <a:rPr sz="1400"/>
              <a:t>Misvatting: De maatschappelijke vergelijking gebruikt P, niet MO.</a:t>
            </a:r>
          </a:p>
          <a:p xmlns:a="http://schemas.openxmlformats.org/drawingml/2006/main">
            <a:r>
              <a:rPr sz="1400"/>
              <a:t/>
            </a:r>
          </a:p>
          <a:p xmlns:a="http://schemas.openxmlformats.org/drawingml/2006/main">
            <a:r>
              <a:rPr sz="1400"/>
              <a:t>Overgang: Bereken eerst het kopersvoordeel bij monopolie.</a:t>
            </a:r>
          </a:p>
          <a:p xmlns:a="http://schemas.openxmlformats.org/drawingml/2006/main">
            <a:r>
              <a:rPr sz="1400"/>
              <a:t/>
            </a:r>
          </a:p>
          <a:p xmlns:a="http://schemas.openxmlformats.org/drawingml/2006/main">
            <a:r>
              <a:rPr sz="1400"/>
              <a:t>Bron: Boek 4 v3, gedrukte pagina 56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stellen basis en hoogte economisch voor?</a:t>
            </a:r>
          </a:p>
          <a:p xmlns:a="http://schemas.openxmlformats.org/drawingml/2006/main">
            <a:r>
              <a:rPr sz="1400"/>
              <a:t/>
            </a:r>
          </a:p>
          <a:p xmlns:a="http://schemas.openxmlformats.org/drawingml/2006/main">
            <a:r>
              <a:rPr sz="1400"/>
              <a:t>Uitleg: Arceer tussen de vraaglijn en de horizontale prijs 72, van Q = 0 tot Q = 24. De basis is 24 bakbeurten per week, hoogte 24 euro per bakbeurt. De driehoek meet voordeel boven wat kopers werkelijk betalen.</a:t>
            </a:r>
          </a:p>
          <a:p xmlns:a="http://schemas.openxmlformats.org/drawingml/2006/main">
            <a:r>
              <a:rPr sz="1400"/>
              <a:t/>
            </a:r>
          </a:p>
          <a:p xmlns:a="http://schemas.openxmlformats.org/drawingml/2006/main">
            <a:r>
              <a:rPr sz="1400"/>
              <a:t>Misvatting: De volledige driehoek onder de vraaglijn is geen CS.</a:t>
            </a:r>
          </a:p>
          <a:p xmlns:a="http://schemas.openxmlformats.org/drawingml/2006/main">
            <a:r>
              <a:rPr sz="1400"/>
              <a:t/>
            </a:r>
          </a:p>
          <a:p xmlns:a="http://schemas.openxmlformats.org/drawingml/2006/main">
            <a:r>
              <a:rPr sz="1400"/>
              <a:t>Overgang: Bereken nu het voordeel van de aanbieder.</a:t>
            </a:r>
          </a:p>
          <a:p xmlns:a="http://schemas.openxmlformats.org/drawingml/2006/main">
            <a:r>
              <a:rPr sz="1400"/>
              <a:t/>
            </a:r>
          </a:p>
          <a:p xmlns:a="http://schemas.openxmlformats.org/drawingml/2006/main">
            <a:r>
              <a:rPr sz="1400"/>
              <a:t>Bron: Boek 4 v3, gedrukte pagina 55,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dit gebied een rechthoek plus een driehoek?</a:t>
            </a:r>
          </a:p>
          <a:p xmlns:a="http://schemas.openxmlformats.org/drawingml/2006/main">
            <a:r>
              <a:rPr sz="1400"/>
              <a:t/>
            </a:r>
          </a:p>
          <a:p xmlns:a="http://schemas.openxmlformats.org/drawingml/2006/main">
            <a:r>
              <a:rPr sz="1400"/>
              <a:t>Uitleg: PS ligt tussen P = 72 en MK tot Q = 24. Splits het trapezium bij MK(24) = 48. De bovenste rechthoek geeft 576 euro en de onderste driehoek 288 euro. De variabele kosten zijn de ruimte onder MK en horen niet bij PS.</a:t>
            </a:r>
          </a:p>
          <a:p xmlns:a="http://schemas.openxmlformats.org/drawingml/2006/main">
            <a:r>
              <a:rPr sz="1400"/>
              <a:t/>
            </a:r>
          </a:p>
          <a:p xmlns:a="http://schemas.openxmlformats.org/drawingml/2006/main">
            <a:r>
              <a:rPr sz="1400"/>
              <a:t>Misvatting: Gebruik bij de onderste hoek MK(0) = 24, niet nul.</a:t>
            </a:r>
          </a:p>
          <a:p xmlns:a="http://schemas.openxmlformats.org/drawingml/2006/main">
            <a:r>
              <a:rPr sz="1400"/>
              <a:t/>
            </a:r>
          </a:p>
          <a:p xmlns:a="http://schemas.openxmlformats.org/drawingml/2006/main">
            <a:r>
              <a:rPr sz="1400"/>
              <a:t>Overgang: Trek voor winst ook de constante kosten af.</a:t>
            </a:r>
          </a:p>
          <a:p xmlns:a="http://schemas.openxmlformats.org/drawingml/2006/main">
            <a:r>
              <a:rPr sz="1400"/>
              <a:t/>
            </a:r>
          </a:p>
          <a:p xmlns:a="http://schemas.openxmlformats.org/drawingml/2006/main">
            <a:r>
              <a:rPr sz="1400"/>
              <a:t>Bron: Boek 4 v3, gedrukte pagina 55,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zit de 144 euro als je TO − TK gebruikt?</a:t>
            </a:r>
          </a:p>
          <a:p xmlns:a="http://schemas.openxmlformats.org/drawingml/2006/main">
            <a:r>
              <a:rPr sz="1400"/>
              <a:t/>
            </a:r>
          </a:p>
          <a:p xmlns:a="http://schemas.openxmlformats.org/drawingml/2006/main">
            <a:r>
              <a:rPr sz="1400"/>
              <a:t>Uitleg: Trek 144 af van PS. Controleer langs TO − TK. Dezelfde winst volgt: 720 euro per week. De winstmaximale hoeveelheid verandert niet door deze onvermijdbare constante kosten; de hoogte van de winst wel.</a:t>
            </a:r>
          </a:p>
          <a:p xmlns:a="http://schemas.openxmlformats.org/drawingml/2006/main">
            <a:r>
              <a:rPr sz="1400"/>
              <a:t/>
            </a:r>
          </a:p>
          <a:p xmlns:a="http://schemas.openxmlformats.org/drawingml/2006/main">
            <a:r>
              <a:rPr sz="1400"/>
              <a:t>Misvatting: Trek TCK precies één keer af. PS is 864, winst 720.</a:t>
            </a:r>
          </a:p>
          <a:p xmlns:a="http://schemas.openxmlformats.org/drawingml/2006/main">
            <a:r>
              <a:rPr sz="1400"/>
              <a:t/>
            </a:r>
          </a:p>
          <a:p xmlns:a="http://schemas.openxmlformats.org/drawingml/2006/main">
            <a:r>
              <a:rPr sz="1400"/>
              <a:t>Overgang: Bereken de surplussen bij de efficiënte hoeveelheid.</a:t>
            </a:r>
          </a:p>
          <a:p xmlns:a="http://schemas.openxmlformats.org/drawingml/2006/main">
            <a:r>
              <a:rPr sz="1400"/>
              <a:t/>
            </a:r>
          </a:p>
          <a:p xmlns:a="http://schemas.openxmlformats.org/drawingml/2006/main">
            <a:r>
              <a:rPr sz="1400"/>
              <a:t>Bron: Boek 4 v3, gedrukte pagina 55, 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heeft PS nu geen bovenste rechthoek?</a:t>
            </a:r>
          </a:p>
          <a:p xmlns:a="http://schemas.openxmlformats.org/drawingml/2006/main">
            <a:r>
              <a:rPr sz="1400"/>
              <a:t/>
            </a:r>
          </a:p>
          <a:p xmlns:a="http://schemas.openxmlformats.org/drawingml/2006/main">
            <a:r>
              <a:rPr sz="1400"/>
              <a:t>Uitleg: Bij E sluiten vraag en MK aan. CS en PS zijn hier driehoeken, omdat de MK-lijn bij Qe de prijs bereikt. De gelijke bedragen komen door de gegeven hellingen en zijn geen algemene regel. De labels M en E maken duidelijk dat dezelfde markt wordt vergeleken.</a:t>
            </a:r>
          </a:p>
          <a:p xmlns:a="http://schemas.openxmlformats.org/drawingml/2006/main">
            <a:r>
              <a:rPr sz="1400"/>
              <a:t/>
            </a:r>
          </a:p>
          <a:p xmlns:a="http://schemas.openxmlformats.org/drawingml/2006/main">
            <a:r>
              <a:rPr sz="1400"/>
              <a:t>Misvatting: Een efficiënte uitkomst hoeft CS en PS niet gelijk te verdelen.</a:t>
            </a:r>
          </a:p>
          <a:p xmlns:a="http://schemas.openxmlformats.org/drawingml/2006/main">
            <a:r>
              <a:rPr sz="1400"/>
              <a:t/>
            </a:r>
          </a:p>
          <a:p xmlns:a="http://schemas.openxmlformats.org/drawingml/2006/main">
            <a:r>
              <a:rPr sz="1400"/>
              <a:t>Overgang: Zet beide uitkomsten naast elkaar.</a:t>
            </a:r>
          </a:p>
          <a:p xmlns:a="http://schemas.openxmlformats.org/drawingml/2006/main">
            <a:r>
              <a:rPr sz="1400"/>
              <a:t/>
            </a:r>
          </a:p>
          <a:p xmlns:a="http://schemas.openxmlformats.org/drawingml/2006/main">
            <a:r>
              <a:rPr sz="1400"/>
              <a:t>Bron: Boek 4 v3, gedrukte pagina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één partij winnen terwijl het totaal daalt?</a:t>
            </a:r>
          </a:p>
          <a:p xmlns:a="http://schemas.openxmlformats.org/drawingml/2006/main">
            <a:r>
              <a:rPr sz="1400"/>
              <a:t/>
            </a:r>
          </a:p>
          <a:p xmlns:a="http://schemas.openxmlformats.org/drawingml/2006/main">
            <a:r>
              <a:rPr sz="1400"/>
              <a:t>Uitleg: Vergelijk vanuit de efficiënte uitkomst naar monopolie. De aanbieder wint 216 euro PS en winst, maar kopers verliezen 360 euro CS. Per saldo verdwijnt 144 euro gezamenlijk surplus. Constante kosten blijven gelijk.</a:t>
            </a:r>
          </a:p>
          <a:p xmlns:a="http://schemas.openxmlformats.org/drawingml/2006/main">
            <a:r>
              <a:rPr sz="1400"/>
              <a:t/>
            </a:r>
          </a:p>
          <a:p xmlns:a="http://schemas.openxmlformats.org/drawingml/2006/main">
            <a:r>
              <a:rPr sz="1400"/>
              <a:t>Misvatting: Een hoger PS is geen bewijs voor een hoger TS.</a:t>
            </a:r>
          </a:p>
          <a:p xmlns:a="http://schemas.openxmlformats.org/drawingml/2006/main">
            <a:r>
              <a:rPr sz="1400"/>
              <a:t/>
            </a:r>
          </a:p>
          <a:p xmlns:a="http://schemas.openxmlformats.org/drawingml/2006/main">
            <a:r>
              <a:rPr sz="1400"/>
              <a:t>Overgang: Scheid eerst het bedrag dat alleen van ontvanger wisselt.</a:t>
            </a:r>
          </a:p>
          <a:p xmlns:a="http://schemas.openxmlformats.org/drawingml/2006/main">
            <a:r>
              <a:rPr sz="1400"/>
              <a:t/>
            </a:r>
          </a:p>
          <a:p xmlns:a="http://schemas.openxmlformats.org/drawingml/2006/main">
            <a:r>
              <a:rPr sz="1400"/>
              <a:t>Bron: Boek 4 v3, gedrukte pagina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ontvangt de 288 euro die kopers extra betalen?</a:t>
            </a:r>
          </a:p>
          <a:p xmlns:a="http://schemas.openxmlformats.org/drawingml/2006/main">
            <a:r>
              <a:rPr sz="1400"/>
              <a:t/>
            </a:r>
          </a:p>
          <a:p xmlns:a="http://schemas.openxmlformats.org/drawingml/2006/main">
            <a:r>
              <a:rPr sz="1400"/>
              <a:t>Uitleg: De rechthoek A gaat van Q = 0 tot 24 en van P = 60 tot 72. Dat is het extra bedrag op de blijvende verkopen. Kopers betalen wat de aanbieder ontvangt. Binnen CS + PS valt deze overdracht weg. Dit is één deel van de totale verandering.</a:t>
            </a:r>
          </a:p>
          <a:p xmlns:a="http://schemas.openxmlformats.org/drawingml/2006/main">
            <a:r>
              <a:rPr sz="1400"/>
              <a:t/>
            </a:r>
          </a:p>
          <a:p xmlns:a="http://schemas.openxmlformats.org/drawingml/2006/main">
            <a:r>
              <a:rPr sz="1400"/>
              <a:t>Misvatting: De totale stijging van PS is niet 288: ook producentenvoordeel op gemiste verkopen verdwijnt.</a:t>
            </a:r>
          </a:p>
          <a:p xmlns:a="http://schemas.openxmlformats.org/drawingml/2006/main">
            <a:r>
              <a:rPr sz="1400"/>
              <a:t/>
            </a:r>
          </a:p>
          <a:p xmlns:a="http://schemas.openxmlformats.org/drawingml/2006/main">
            <a:r>
              <a:rPr sz="1400"/>
              <a:t>Overgang: Kijk vervolgens naar de bakbeurten die niet meer plaatsvinden.</a:t>
            </a:r>
          </a:p>
          <a:p xmlns:a="http://schemas.openxmlformats.org/drawingml/2006/main">
            <a:r>
              <a:rPr sz="1400"/>
              <a:t/>
            </a:r>
          </a:p>
          <a:p xmlns:a="http://schemas.openxmlformats.org/drawingml/2006/main">
            <a:r>
              <a:rPr sz="1400"/>
              <a:t>Bron: Boek 4 v3, gedrukte pagina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gebruikt de hoogte 48 en niet 60?</a:t>
            </a:r>
          </a:p>
          <a:p xmlns:a="http://schemas.openxmlformats.org/drawingml/2006/main">
            <a:r>
              <a:rPr sz="1400"/>
              <a:t/>
            </a:r>
          </a:p>
          <a:p xmlns:a="http://schemas.openxmlformats.org/drawingml/2006/main">
            <a:r>
              <a:rPr sz="1400"/>
              <a:t>Uitleg: De verliesdriehoek is begrensd door vraag, MK en Qm. De hoogte is Pm − MK(Qm), niet Pm − Pe. Tussen 24 en 36 was de betalingsbereidheid groter dan de extra kosten, maar de monopolist verkoopt die bakbeurten niet. Dit verdwenen voordeel is geen betaling aan iemand.</a:t>
            </a:r>
          </a:p>
          <a:p xmlns:a="http://schemas.openxmlformats.org/drawingml/2006/main">
            <a:r>
              <a:rPr sz="1400"/>
              <a:t/>
            </a:r>
          </a:p>
          <a:p xmlns:a="http://schemas.openxmlformats.org/drawingml/2006/main">
            <a:r>
              <a:rPr sz="1400"/>
              <a:t>Misvatting: Gebruik geen MO-lijn als ondergrens van welvaartsverlies.</a:t>
            </a:r>
          </a:p>
          <a:p xmlns:a="http://schemas.openxmlformats.org/drawingml/2006/main">
            <a:r>
              <a:rPr sz="1400"/>
              <a:t/>
            </a:r>
          </a:p>
          <a:p xmlns:a="http://schemas.openxmlformats.org/drawingml/2006/main">
            <a:r>
              <a:rPr sz="1400"/>
              <a:t>Overgang: Tel overdracht en gemiste voordelen per partij bij elkaar.</a:t>
            </a:r>
          </a:p>
          <a:p xmlns:a="http://schemas.openxmlformats.org/drawingml/2006/main">
            <a:r>
              <a:rPr sz="1400"/>
              <a:t/>
            </a:r>
          </a:p>
          <a:p xmlns:a="http://schemas.openxmlformats.org/drawingml/2006/main">
            <a:r>
              <a:rPr sz="1400"/>
              <a:t>Bron: Boek 4 v3, gedrukte pagina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groeit PS met minder dan de overdracht?</a:t>
            </a:r>
          </a:p>
          <a:p xmlns:a="http://schemas.openxmlformats.org/drawingml/2006/main">
            <a:r>
              <a:rPr sz="1400"/>
              <a:t/>
            </a:r>
          </a:p>
          <a:p xmlns:a="http://schemas.openxmlformats.org/drawingml/2006/main">
            <a:r>
              <a:rPr sz="1400"/>
              <a:t>Uitleg: Elke helft van de verliesdriehoek is hier 72 euro: ½ × 12 × 12. Boven Pe verdwijnt kopersvoordeel; onder Pe verdwijnt producentenvoordeel. CS: −288 − 72 = −360. PS: +288 − 72 = +216. TS: −144. De gelijke helften zijn specifiek voor dit model. Dit ondersteunt later de veranderingen in opgave 5, zonder die toegewezen opgave uit te werken.</a:t>
            </a:r>
          </a:p>
          <a:p xmlns:a="http://schemas.openxmlformats.org/drawingml/2006/main">
            <a:r>
              <a:rPr sz="1400"/>
              <a:t/>
            </a:r>
          </a:p>
          <a:p xmlns:a="http://schemas.openxmlformats.org/drawingml/2006/main">
            <a:r>
              <a:rPr sz="1400"/>
              <a:t>Misvatting: Alleen een saldo bekijken verbergt de twee verschillende mechanismen.</a:t>
            </a:r>
          </a:p>
          <a:p xmlns:a="http://schemas.openxmlformats.org/drawingml/2006/main">
            <a:r>
              <a:rPr sz="1400"/>
              <a:t/>
            </a:r>
          </a:p>
          <a:p xmlns:a="http://schemas.openxmlformats.org/drawingml/2006/main">
            <a:r>
              <a:rPr sz="1400"/>
              <a:t>Overgang: Controleer het onderscheid met één uitspraak.</a:t>
            </a:r>
          </a:p>
          <a:p xmlns:a="http://schemas.openxmlformats.org/drawingml/2006/main">
            <a:r>
              <a:rPr sz="1400"/>
              <a:t/>
            </a:r>
          </a:p>
          <a:p xmlns:a="http://schemas.openxmlformats.org/drawingml/2006/main">
            <a:r>
              <a:rPr sz="1400"/>
              <a:t>Bron: Boek 4 v3, gedrukte pagina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iedere euro die kopers verliezen ook voor de hele groep verdwenen?</a:t>
            </a:r>
          </a:p>
          <a:p xmlns:a="http://schemas.openxmlformats.org/drawingml/2006/main">
            <a:r>
              <a:rPr sz="1400"/>
              <a:t/>
            </a:r>
          </a:p>
          <a:p xmlns:a="http://schemas.openxmlformats.org/drawingml/2006/main">
            <a:r>
              <a:rPr sz="1400"/>
              <a:t>Uitleg: Laat eerst leerlingen antwoorden. CS daalt 360, PS stijgt 216; TS daalt 144 euro. De 288 overdracht verschuift voordeel, terwijl 72 kopersvoordeel en 72 producentenvoordeel verdwijnen. De berekening geeft geen norm voor eerlijkheid en dekt niet alle welzijn. Laat leerlingen dit verwoorden zonder nieuwe boekopgaven toe te voegen.</a:t>
            </a:r>
          </a:p>
          <a:p xmlns:a="http://schemas.openxmlformats.org/drawingml/2006/main">
            <a:r>
              <a:rPr sz="1400"/>
              <a:t/>
            </a:r>
          </a:p>
          <a:p xmlns:a="http://schemas.openxmlformats.org/drawingml/2006/main">
            <a:r>
              <a:rPr sz="1400"/>
              <a:t>Misvatting: Verwar een verdelingsoordeel niet met de berekening van TS.</a:t>
            </a:r>
          </a:p>
          <a:p xmlns:a="http://schemas.openxmlformats.org/drawingml/2006/main">
            <a:r>
              <a:rPr sz="1400"/>
              <a:t/>
            </a:r>
          </a:p>
          <a:p xmlns:a="http://schemas.openxmlformats.org/drawingml/2006/main">
            <a:r>
              <a:rPr sz="1400"/>
              <a:t>Overgang: Keer terug naar startopgave 2 met de nieuwe kennis, dan basis 3–4.</a:t>
            </a:r>
          </a:p>
          <a:p xmlns:a="http://schemas.openxmlformats.org/drawingml/2006/main">
            <a:r>
              <a:rPr sz="1400"/>
              <a:t/>
            </a:r>
          </a:p>
          <a:p xmlns:a="http://schemas.openxmlformats.org/drawingml/2006/main">
            <a:r>
              <a:rPr sz="1400"/>
              <a:t>Bron: Boek 4 v3, gedrukte pagina 55, 57–58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Uitlegvoorbeeld — niet uit het boek. De context keramiekoven, functies en gegevens zijn voor deze les gemaakt. De boekverwijzing onderbouwt alleen de werkwijze.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redenering moet je nog afmaken?</a:t>
            </a:r>
          </a:p>
          <a:p xmlns:a="http://schemas.openxmlformats.org/drawingml/2006/main">
            <a:r>
              <a:rPr sz="1400"/>
              <a:t/>
            </a:r>
          </a:p>
          <a:p xmlns:a="http://schemas.openxmlformats.org/drawingml/2006/main">
            <a:r>
              <a:rPr sz="1400"/>
              <a:t>Uitleg: Laat deze dia staan tijdens zelfstandig werken. Start 1–2 en basis 3 staan op p. 59, basis 4 en zelfstandig 5–6 op p. 60, doel 7 op p. 61. Huiswerk is 3, 4, 5, 6 en 7 maken en nakijken. Bonus 8 en herhaling 9 zijn extra. Opgave 1 haalt de monopolieprocedure uit §4.1.4, p. 36–40, terug. In opgave 2 is overdracht versus verdwenen surplus de nieuwe bewerking: laat leerlingen de definities op p. 55 en de uitleg op p. 57 raadplegen, onzekerheden noteren en dit als verkenning proberen. Vóór het basiswerk keren leerlingen na de uitleg terug naar opgave 2. Bespreek dan: ΔTS = −120 + 80 = −40 euro per week. Niet het hele verlies van kopers verdwijnt. Start 1: MO = 30 − Q, MK = 10, Qm = 20, Pm = 20, winst = 160 euro per dag. Gebruik deze antwoorden pas als feedback na de poging. De docentengids reserveert voorlopig twee lessen van 55 minuten voor deze volledige route; dat is geen gemeten tijdsfit. Rond de route zo nodig later af.</a:t>
            </a:r>
          </a:p>
          <a:p xmlns:a="http://schemas.openxmlformats.org/drawingml/2006/main">
            <a:r>
              <a:rPr sz="1400"/>
              <a:t/>
            </a:r>
          </a:p>
          <a:p xmlns:a="http://schemas.openxmlformats.org/drawingml/2006/main">
            <a:r>
              <a:rPr sz="1400"/>
              <a:t>Misvatting: Het hoofdstuk noemt p. 7 en 9; het complete boek heeft hier gedrukte pagina 59 en 61.</a:t>
            </a:r>
          </a:p>
          <a:p xmlns:a="http://schemas.openxmlformats.org/drawingml/2006/main">
            <a:r>
              <a:rPr sz="1400"/>
              <a:t/>
            </a:r>
          </a:p>
          <a:p xmlns:a="http://schemas.openxmlformats.org/drawingml/2006/main">
            <a:r>
              <a:rPr sz="1400"/>
              <a:t>Overgang: Volg de volgende lesfase en bied steun waar nodig.</a:t>
            </a:r>
          </a:p>
          <a:p xmlns:a="http://schemas.openxmlformats.org/drawingml/2006/main">
            <a:r>
              <a:rPr sz="1400"/>
              <a:t/>
            </a:r>
          </a:p>
          <a:p xmlns:a="http://schemas.openxmlformats.org/drawingml/2006/main">
            <a:r>
              <a:rPr sz="1400"/>
              <a:t>Bron: Boek 4 v3, gedrukte pagina 55–61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aannamen houden de twee situaties vergelijkbaar?</a:t>
            </a:r>
          </a:p>
          <a:p xmlns:a="http://schemas.openxmlformats.org/drawingml/2006/main">
            <a:r>
              <a:rPr sz="1400"/>
              <a:t/>
            </a:r>
          </a:p>
          <a:p xmlns:a="http://schemas.openxmlformats.org/drawingml/2006/main">
            <a:r>
              <a:rPr sz="1400"/>
              <a:t>Uitleg: Lees de volledige bron. Alle gegevens op deze dia komen uit de echte doeloefening. De basisgrafiek en alle deelvragen volgen zonder antwoorden. Houd boekpagina 61 open tijdens de bespreking.</a:t>
            </a:r>
          </a:p>
          <a:p xmlns:a="http://schemas.openxmlformats.org/drawingml/2006/main">
            <a:r>
              <a:rPr sz="1400"/>
              <a:t/>
            </a:r>
          </a:p>
          <a:p xmlns:a="http://schemas.openxmlformats.org/drawingml/2006/main">
            <a:r>
              <a:rPr sz="1400"/>
              <a:t>Misvatting: De bron gebruikt één hele markt; Q telt alle sessies.</a:t>
            </a:r>
          </a:p>
          <a:p xmlns:a="http://schemas.openxmlformats.org/drawingml/2006/main">
            <a:r>
              <a:rPr sz="1400"/>
              <a:t/>
            </a:r>
          </a:p>
          <a:p xmlns:a="http://schemas.openxmlformats.org/drawingml/2006/main">
            <a:r>
              <a:rPr sz="1400"/>
              <a:t>Overgang: Bekijk de gegeven lijnen voordat je vragen a–e bespreekt.</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gebruik je voor de hoeveelheid, en welke voor de prijs?</a:t>
            </a:r>
          </a:p>
          <a:p xmlns:a="http://schemas.openxmlformats.org/drawingml/2006/main">
            <a:r>
              <a:rPr sz="1400"/>
              <a:t/>
            </a:r>
          </a:p>
          <a:p xmlns:a="http://schemas.openxmlformats.org/drawingml/2006/main">
            <a:r>
              <a:rPr sz="1400"/>
              <a:t>Uitleg: Dit is de basisgrafiek uit de opgave, opnieuw als bewerkbare XY-grafiek met dezelfde functies en het domein 0–100. Vraag = GO, MO en MK zijn gegeven, zonder uitkomstmarkeringen of arcering. MO eindigt bij Q = 80 waar MO nul is; het negatieve vervolg is buiten het getoonde prijsbereik. De volgende dia’s geven alle deelvragen voordat oplossingen verschijnen.</a:t>
            </a:r>
          </a:p>
          <a:p xmlns:a="http://schemas.openxmlformats.org/drawingml/2006/main">
            <a:r>
              <a:rPr sz="1400"/>
              <a:t/>
            </a:r>
          </a:p>
          <a:p xmlns:a="http://schemas.openxmlformats.org/drawingml/2006/main">
            <a:r>
              <a:rPr sz="1400"/>
              <a:t>Misvatting: De basisgrafiek bevat nog geen antwoordpunten.</a:t>
            </a:r>
          </a:p>
          <a:p xmlns:a="http://schemas.openxmlformats.org/drawingml/2006/main">
            <a:r>
              <a:rPr sz="1400"/>
              <a:t/>
            </a:r>
          </a:p>
          <a:p xmlns:a="http://schemas.openxmlformats.org/drawingml/2006/main">
            <a:r>
              <a:rPr sz="1400"/>
              <a:t>Overgang: Lees de vragen a en b.</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moet voorafgaan aan je arcering?</a:t>
            </a:r>
          </a:p>
          <a:p xmlns:a="http://schemas.openxmlformats.org/drawingml/2006/main">
            <a:r>
              <a:rPr sz="1400"/>
              <a:t/>
            </a:r>
          </a:p>
          <a:p xmlns:a="http://schemas.openxmlformats.org/drawingml/2006/main">
            <a:r>
              <a:rPr sz="1400"/>
              <a:t>Uitleg: Deze tekst volgt de echte vragen a en b. Toon nog geen oplossing. De context blijft via het boek en de twee voorgaande dia’s beschikbaar. Laat leerlingen hun berekeningen en arcering klaarleggen.</a:t>
            </a:r>
          </a:p>
          <a:p xmlns:a="http://schemas.openxmlformats.org/drawingml/2006/main">
            <a:r>
              <a:rPr sz="1400"/>
              <a:t/>
            </a:r>
          </a:p>
          <a:p xmlns:a="http://schemas.openxmlformats.org/drawingml/2006/main">
            <a:r>
              <a:rPr sz="1400"/>
              <a:t>Misvatting: Bij b wordt naast PS ook winst gevraagd.</a:t>
            </a:r>
          </a:p>
          <a:p xmlns:a="http://schemas.openxmlformats.org/drawingml/2006/main">
            <a:r>
              <a:rPr sz="1400"/>
              <a:t/>
            </a:r>
          </a:p>
          <a:p xmlns:a="http://schemas.openxmlformats.org/drawingml/2006/main">
            <a:r>
              <a:rPr sz="1400"/>
              <a:t>Overgang: Lees ook c, d en e voordat de antwoorden verschijnen.</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verschillende oordelen zitten in de uitspraak bij e?</a:t>
            </a:r>
          </a:p>
          <a:p xmlns:a="http://schemas.openxmlformats.org/drawingml/2006/main">
            <a:r>
              <a:rPr sz="1400"/>
              <a:t/>
            </a:r>
          </a:p>
          <a:p xmlns:a="http://schemas.openxmlformats.org/drawingml/2006/main">
            <a:r>
              <a:rPr sz="1400"/>
              <a:t>Uitleg: Nu zijn context, basisgrafiek en alle vijf deelvragen zonder oplossingen beschikbaar geweest. Geef ruimte om antwoorden te vergelijken en onzekere stappen aan te wijzen. Begin pas daarna de stapsgewijze bespreking.</a:t>
            </a:r>
          </a:p>
          <a:p xmlns:a="http://schemas.openxmlformats.org/drawingml/2006/main">
            <a:r>
              <a:rPr sz="1400"/>
              <a:t/>
            </a:r>
          </a:p>
          <a:p xmlns:a="http://schemas.openxmlformats.org/drawingml/2006/main">
            <a:r>
              <a:rPr sz="1400"/>
              <a:t>Misvatting: Een goede berekening vervangt de gevraagde uitleg niet.</a:t>
            </a:r>
          </a:p>
          <a:p xmlns:a="http://schemas.openxmlformats.org/drawingml/2006/main">
            <a:r>
              <a:rPr sz="1400"/>
              <a:t/>
            </a:r>
          </a:p>
          <a:p xmlns:a="http://schemas.openxmlformats.org/drawingml/2006/main">
            <a:r>
              <a:rPr sz="1400"/>
              <a:t>Overgang: Begin de uitwerking bij de keuze van de monopolist.</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punt is de combinatie die kopers werkelijk zien?</a:t>
            </a:r>
          </a:p>
          <a:p xmlns:a="http://schemas.openxmlformats.org/drawingml/2006/main">
            <a:r>
              <a:rPr sz="1400"/>
              <a:t/>
            </a:r>
          </a:p>
          <a:p xmlns:a="http://schemas.openxmlformats.org/drawingml/2006/main">
            <a:r>
              <a:rPr sz="1400"/>
              <a:t>Uitleg: De afgeleide van TO is MO = 80 − Q. MO = MK geeft 40 sessies per week. MO daalt en MK stijgt, dus vóór 40 kan de winst stijgen en erna daalt ze. 40 ≤ 100. Lees Pm = 60 van de vraaglijn, niet de 40 euro bij MO = MK.</a:t>
            </a:r>
          </a:p>
          <a:p xmlns:a="http://schemas.openxmlformats.org/drawingml/2006/main">
            <a:r>
              <a:rPr sz="1400"/>
              <a:t/>
            </a:r>
          </a:p>
          <a:p xmlns:a="http://schemas.openxmlformats.org/drawingml/2006/main">
            <a:r>
              <a:rPr sz="1400"/>
              <a:t>Misvatting: MO = MK is hier 40 euro, niet de prijs.</a:t>
            </a:r>
          </a:p>
          <a:p xmlns:a="http://schemas.openxmlformats.org/drawingml/2006/main">
            <a:r>
              <a:rPr sz="1400"/>
              <a:t/>
            </a:r>
          </a:p>
          <a:p xmlns:a="http://schemas.openxmlformats.org/drawingml/2006/main">
            <a:r>
              <a:rPr sz="1400"/>
              <a:t>Overgang: Bepaal de efficiënte vergelijking bij dezelfde vraag en kosten.</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we nu P in plaats van MO?</a:t>
            </a:r>
          </a:p>
          <a:p xmlns:a="http://schemas.openxmlformats.org/drawingml/2006/main">
            <a:r>
              <a:rPr sz="1400"/>
              <a:t/>
            </a:r>
          </a:p>
          <a:p xmlns:a="http://schemas.openxmlformats.org/drawingml/2006/main">
            <a:r>
              <a:rPr sz="1400"/>
              <a:t>Uitleg: Bij de laatste gezamenlijk voordelige sessie is betalingsbereidheid gelijk aan MK. Qe = 60 en Pe = 50. Markeer E op de vraag- en MK-lijn. Houd het verschil met M zichtbaar: monopolie verkoopt 20 sessies minder en vraagt 10 euro meer.</a:t>
            </a:r>
          </a:p>
          <a:p xmlns:a="http://schemas.openxmlformats.org/drawingml/2006/main">
            <a:r>
              <a:rPr sz="1400"/>
              <a:t/>
            </a:r>
          </a:p>
          <a:p xmlns:a="http://schemas.openxmlformats.org/drawingml/2006/main">
            <a:r>
              <a:rPr sz="1400"/>
              <a:t>Misvatting: Verander de kostenfunctie niet bij de vergelijking.</a:t>
            </a:r>
          </a:p>
          <a:p xmlns:a="http://schemas.openxmlformats.org/drawingml/2006/main">
            <a:r>
              <a:rPr sz="1400"/>
              <a:t/>
            </a:r>
          </a:p>
          <a:p xmlns:a="http://schemas.openxmlformats.org/drawingml/2006/main">
            <a:r>
              <a:rPr sz="1400"/>
              <a:t>Overgang: Arceer het CS bij de feitelijke monopolieverkopen.</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Tot welke hoeveelheid mag je arceren?</a:t>
            </a:r>
          </a:p>
          <a:p xmlns:a="http://schemas.openxmlformats.org/drawingml/2006/main">
            <a:r>
              <a:rPr sz="1400"/>
              <a:t/>
            </a:r>
          </a:p>
          <a:p xmlns:a="http://schemas.openxmlformats.org/drawingml/2006/main">
            <a:r>
              <a:rPr sz="1400"/>
              <a:t>Uitleg: CS ligt onder de vraaglijn en boven P = 60 tot Q = 40. Beide uitkomsten zijn gemarkeerd, maar de arcering gaat alleen over het monopolie. Benoem de eenheden van basis en hoogte.</a:t>
            </a:r>
          </a:p>
          <a:p xmlns:a="http://schemas.openxmlformats.org/drawingml/2006/main">
            <a:r>
              <a:rPr sz="1400"/>
              <a:t/>
            </a:r>
          </a:p>
          <a:p xmlns:a="http://schemas.openxmlformats.org/drawingml/2006/main">
            <a:r>
              <a:rPr sz="1400"/>
              <a:t>Misvatting: Gebruik niet Qe = 60 als basis van CSm.</a:t>
            </a:r>
          </a:p>
          <a:p xmlns:a="http://schemas.openxmlformats.org/drawingml/2006/main">
            <a:r>
              <a:rPr sz="1400"/>
              <a:t/>
            </a:r>
          </a:p>
          <a:p xmlns:a="http://schemas.openxmlformats.org/drawingml/2006/main">
            <a:r>
              <a:rPr sz="1400"/>
              <a:t>Overgang: Arceer en bereken nu PS.</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ondergrens heeft de driehoek bij Q = 0?</a:t>
            </a:r>
          </a:p>
          <a:p xmlns:a="http://schemas.openxmlformats.org/drawingml/2006/main">
            <a:r>
              <a:rPr sz="1400"/>
              <a:t/>
            </a:r>
          </a:p>
          <a:p xmlns:a="http://schemas.openxmlformats.org/drawingml/2006/main">
            <a:r>
              <a:rPr sz="1400"/>
              <a:t>Uitleg: Arceer tussen prijs 60 en MK tot Q = 40. De bovenste rechthoek is 800 euro, de onderste driehoek 400 euro. Samen 1200. De oppervlakte onder MK vertegenwoordigt variabele kosten en hoort niet bij PS.</a:t>
            </a:r>
          </a:p>
          <a:p xmlns:a="http://schemas.openxmlformats.org/drawingml/2006/main">
            <a:r>
              <a:rPr sz="1400"/>
              <a:t/>
            </a:r>
          </a:p>
          <a:p xmlns:a="http://schemas.openxmlformats.org/drawingml/2006/main">
            <a:r>
              <a:rPr sz="1400"/>
              <a:t>Misvatting: PS is hier een trapezium, geen enkele driehoek onder de prijs.</a:t>
            </a:r>
          </a:p>
          <a:p xmlns:a="http://schemas.openxmlformats.org/drawingml/2006/main">
            <a:r>
              <a:rPr sz="1400"/>
              <a:t/>
            </a:r>
          </a:p>
          <a:p xmlns:a="http://schemas.openxmlformats.org/drawingml/2006/main">
            <a:r>
              <a:rPr sz="1400"/>
              <a:t>Overgang: Bereken uit PS de gevraagde winst.</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moeten er nog af als je begint met PS?</a:t>
            </a:r>
          </a:p>
          <a:p xmlns:a="http://schemas.openxmlformats.org/drawingml/2006/main">
            <a:r>
              <a:rPr sz="1400"/>
              <a:t/>
            </a:r>
          </a:p>
          <a:p xmlns:a="http://schemas.openxmlformats.org/drawingml/2006/main">
            <a:r>
              <a:rPr sz="1400"/>
              <a:t>Uitleg: PS minus de onvermijdbare constante kosten levert winst 1000 euro per week. Controle via de totale kosten: 200 + 800 + 400 = 1400. TO = 2400. Het verschil is weer 1000.</a:t>
            </a:r>
          </a:p>
          <a:p xmlns:a="http://schemas.openxmlformats.org/drawingml/2006/main">
            <a:r>
              <a:rPr sz="1400"/>
              <a:t/>
            </a:r>
          </a:p>
          <a:p xmlns:a="http://schemas.openxmlformats.org/drawingml/2006/main">
            <a:r>
              <a:rPr sz="1400"/>
              <a:t>Misvatting: Trek niet ook opnieuw TVK van PS af.</a:t>
            </a:r>
          </a:p>
          <a:p xmlns:a="http://schemas.openxmlformats.org/drawingml/2006/main">
            <a:r>
              <a:rPr sz="1400"/>
              <a:t/>
            </a:r>
          </a:p>
          <a:p xmlns:a="http://schemas.openxmlformats.org/drawingml/2006/main">
            <a:r>
              <a:rPr sz="1400"/>
              <a:t>Overgang: Vergelijk nu het totale surplus in beide situaties.</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prijzen en hoeveelheden horen bij de rechterkolom?</a:t>
            </a:r>
          </a:p>
          <a:p xmlns:a="http://schemas.openxmlformats.org/drawingml/2006/main">
            <a:r>
              <a:rPr sz="1400"/>
              <a:t/>
            </a:r>
          </a:p>
          <a:p xmlns:a="http://schemas.openxmlformats.org/drawingml/2006/main">
            <a:r>
              <a:rPr sz="1400"/>
              <a:t>Uitleg: Bereken CS en PS bij E met Q = 60 en P = 50. Beide driehoeken zijn 900 euro. Het totale surplus bij monopolie is 1600, efficiënt 1800. TCK blijft gelijk, dus het verschil in gezamenlijk voordeel na constante kosten is ook 200.</a:t>
            </a:r>
          </a:p>
          <a:p xmlns:a="http://schemas.openxmlformats.org/drawingml/2006/main">
            <a:r>
              <a:rPr sz="1400"/>
              <a:t/>
            </a:r>
          </a:p>
          <a:p xmlns:a="http://schemas.openxmlformats.org/drawingml/2006/main">
            <a:r>
              <a:rPr sz="1400"/>
              <a:t>Misvatting: Trek TCK niet af bij de definitie TS = CS + PS.</a:t>
            </a:r>
          </a:p>
          <a:p xmlns:a="http://schemas.openxmlformats.org/drawingml/2006/main">
            <a:r>
              <a:rPr sz="1400"/>
              <a:t/>
            </a:r>
          </a:p>
          <a:p xmlns:a="http://schemas.openxmlformats.org/drawingml/2006/main">
            <a:r>
              <a:rPr sz="1400"/>
              <a:t>Overgang: Controleer het bedrag met de verliesdriehoek.</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niet 60 − 50?</a:t>
            </a:r>
          </a:p>
          <a:p xmlns:a="http://schemas.openxmlformats.org/drawingml/2006/main">
            <a:r>
              <a:rPr sz="1400"/>
              <a:t/>
            </a:r>
          </a:p>
          <a:p xmlns:a="http://schemas.openxmlformats.org/drawingml/2006/main">
            <a:r>
              <a:rPr sz="1400"/>
              <a:t>Uitleg: De driehoek wordt begrensd door vraag, MK en de verticale lijn bij 40. De basis is 20 sessies per week. De hoogte is 20 euro per sessie. Welvaartsverlies is 200 euro per week. Van Q 40 tot 60 was betalingsbereidheid hoger dan MK, maar die sessies vinden niet plaats.</a:t>
            </a:r>
          </a:p>
          <a:p xmlns:a="http://schemas.openxmlformats.org/drawingml/2006/main">
            <a:r>
              <a:rPr sz="1400"/>
              <a:t/>
            </a:r>
          </a:p>
          <a:p xmlns:a="http://schemas.openxmlformats.org/drawingml/2006/main">
            <a:r>
              <a:rPr sz="1400"/>
              <a:t>Misvatting: Het prijsverschil tussen M en E hoort bij de overdracht, niet bij de volle hoogte van B.</a:t>
            </a:r>
          </a:p>
          <a:p xmlns:a="http://schemas.openxmlformats.org/drawingml/2006/main">
            <a:r>
              <a:rPr sz="1400"/>
              <a:t/>
            </a:r>
          </a:p>
          <a:p xmlns:a="http://schemas.openxmlformats.org/drawingml/2006/main">
            <a:r>
              <a:rPr sz="1400"/>
              <a:t>Overgang: Scheid daarvan de rechthoek van de overdracht.</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is A gebleven als je CS en PS optelt?</a:t>
            </a:r>
          </a:p>
          <a:p xmlns:a="http://schemas.openxmlformats.org/drawingml/2006/main">
            <a:r>
              <a:rPr sz="1400"/>
              <a:t/>
            </a:r>
          </a:p>
          <a:p xmlns:a="http://schemas.openxmlformats.org/drawingml/2006/main">
            <a:r>
              <a:rPr sz="1400"/>
              <a:t>Uitleg: De 40 blijvende sessies worden 10 euro duurder. Die 400 euro gaat van kopers naar de aanbieder en is geen verdwenen surplus. Verloren sessies kosten daarnaast kopers 100 en de aanbieder 100 euro surplus. Daardoor daalt CS 500, stijgt PS 300 en daalt TS 200.</a:t>
            </a:r>
          </a:p>
          <a:p xmlns:a="http://schemas.openxmlformats.org/drawingml/2006/main">
            <a:r>
              <a:rPr sz="1400"/>
              <a:t/>
            </a:r>
          </a:p>
          <a:p xmlns:a="http://schemas.openxmlformats.org/drawingml/2006/main">
            <a:r>
              <a:rPr sz="1400"/>
              <a:t>Misvatting: PS stijgt niet met de hele overdracht: 100 producentenvoordeel op gemiste sessies vervalt.</a:t>
            </a:r>
          </a:p>
          <a:p xmlns:a="http://schemas.openxmlformats.org/drawingml/2006/main">
            <a:r>
              <a:rPr sz="1400"/>
              <a:t/>
            </a:r>
          </a:p>
          <a:p xmlns:a="http://schemas.openxmlformats.org/drawingml/2006/main">
            <a:r>
              <a:rPr sz="1400"/>
              <a:t>Overgang: Beoordeel nu de uitspraak over beter en eerlijker.</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cijfers weerleggen het eerste deel, en wat ontbreekt voor het tweede deel?</a:t>
            </a:r>
          </a:p>
          <a:p xmlns:a="http://schemas.openxmlformats.org/drawingml/2006/main">
            <a:r>
              <a:rPr sz="1400"/>
              <a:t/>
            </a:r>
          </a:p>
          <a:p xmlns:a="http://schemas.openxmlformats.org/drawingml/2006/main">
            <a:r>
              <a:rPr sz="1400"/>
              <a:t>Uitleg: De uitspraak is onjuist. De aanbieder ontvangt meer PS, maar het verlies bij kopers is groter. TS daalt 200 euro per week. Een oordeel over eerlijkheid vraagt een afzonderlijk verdelingsoordeel; de surplusberekening geeft daarvoor geen norm en omvat niet alle aspecten van welzijn. Laat leerlingen de combinatie van cijferbewijs en redenering in hun eigen antwoord verbeteren.</a:t>
            </a:r>
          </a:p>
          <a:p xmlns:a="http://schemas.openxmlformats.org/drawingml/2006/main">
            <a:r>
              <a:rPr sz="1400"/>
              <a:t/>
            </a:r>
          </a:p>
          <a:p xmlns:a="http://schemas.openxmlformats.org/drawingml/2006/main">
            <a:r>
              <a:rPr sz="1400"/>
              <a:t>Misvatting: Stel een verandering in verdeling niet gelijk aan een objectief oordeel over rechtvaardigheid.</a:t>
            </a:r>
          </a:p>
          <a:p xmlns:a="http://schemas.openxmlformats.org/drawingml/2006/main">
            <a:r>
              <a:rPr sz="1400"/>
              <a:t/>
            </a:r>
          </a:p>
          <a:p xmlns:a="http://schemas.openxmlformats.org/drawingml/2006/main">
            <a:r>
              <a:rPr sz="1400"/>
              <a:t>Overgang: Rond af met huiswerk en één verbeterpunt in het eigen werk.</a:t>
            </a:r>
          </a:p>
          <a:p xmlns:a="http://schemas.openxmlformats.org/drawingml/2006/main">
            <a:r>
              <a:rPr sz="1400"/>
              <a:t/>
            </a:r>
          </a:p>
          <a:p xmlns:a="http://schemas.openxmlformats.org/drawingml/2006/main">
            <a:r>
              <a:rPr sz="1400"/>
              <a:t>Bron: Boek 4 v3, gedrukte pagina 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redenering moet je nog afmaken?</a:t>
            </a:r>
          </a:p>
          <a:p xmlns:a="http://schemas.openxmlformats.org/drawingml/2006/main">
            <a:r>
              <a:rPr sz="1400"/>
              <a:t/>
            </a:r>
          </a:p>
          <a:p xmlns:a="http://schemas.openxmlformats.org/drawingml/2006/main">
            <a:r>
              <a:rPr sz="1400"/>
              <a:t>Uitleg: Laat deze dia staan tijdens afsluiting / huiswerk. Start 1–2 en basis 3 staan op p. 59, basis 4 en zelfstandig 5–6 op p. 60, doel 7 op p. 61. Huiswerk is 3, 4, 5, 6 en 7 maken en nakijken. Bonus 8 en herhaling 9 zijn extra. Opgave 1 haalt de monopolieprocedure uit §4.1.4, p. 36–40, terug. In opgave 2 is overdracht versus verdwenen surplus de nieuwe bewerking: laat leerlingen de definities op p. 55 en de uitleg op p. 57 raadplegen, onzekerheden noteren en dit als verkenning proberen. Vóór het basiswerk keren leerlingen na de uitleg terug naar opgave 2. Bespreek dan: ΔTS = −120 + 80 = −40 euro per week. Niet het hele verlies van kopers verdwijnt. Start 1: MO = 30 − Q, MK = 10, Qm = 20, Pm = 20, winst = 160 euro per dag. Gebruik deze antwoorden pas als feedback na de poging. De docentengids reserveert voorlopig twee lessen van 55 minuten voor deze volledige route; dat is geen gemeten tijdsfit. Rond de route zo nodig later af.</a:t>
            </a:r>
          </a:p>
          <a:p xmlns:a="http://schemas.openxmlformats.org/drawingml/2006/main">
            <a:r>
              <a:rPr sz="1400"/>
              <a:t/>
            </a:r>
          </a:p>
          <a:p xmlns:a="http://schemas.openxmlformats.org/drawingml/2006/main">
            <a:r>
              <a:rPr sz="1400"/>
              <a:t>Misvatting: Het hoofdstuk noemt p. 7 en 9; het complete boek heeft hier gedrukte pagina 59 en 61.</a:t>
            </a:r>
          </a:p>
          <a:p xmlns:a="http://schemas.openxmlformats.org/drawingml/2006/main">
            <a:r>
              <a:rPr sz="1400"/>
              <a:t/>
            </a:r>
          </a:p>
          <a:p xmlns:a="http://schemas.openxmlformats.org/drawingml/2006/main">
            <a:r>
              <a:rPr sz="1400"/>
              <a:t>Overgang: Zet opgaven 3–7 maken en nakijken in de agenda.</a:t>
            </a:r>
          </a:p>
          <a:p xmlns:a="http://schemas.openxmlformats.org/drawingml/2006/main">
            <a:r>
              <a:rPr sz="1400"/>
              <a:t/>
            </a:r>
          </a:p>
          <a:p xmlns:a="http://schemas.openxmlformats.org/drawingml/2006/main">
            <a:r>
              <a:rPr sz="1400"/>
              <a:t>Bron: Boek 4 v3, gedrukte pagina 55–61 van het complete leerlingenboek.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https://github.com/meijer1973/4veco-lessen/blob/e734532a42b27732ac25ce990fc9448b12309d28/edities/books34-v3/books/book-4/chapters/4.2/4.2.1%20manuscript.md</a:t>
            </a:r>
          </a:p>
          <a:p xmlns:a="http://schemas.openxmlformats.org/drawingml/2006/main">
            <a:r>
              <a:rPr sz="1400"/>
              <a:t>Antwoordmodel: https://github.com/meijer1973/4veco-lessen/blob/e734532a42b27732ac25ce990fc9448b12309d28/edities/books34-v3/books/book-4/chapters/4.2/Antwoorden.md#antwoord7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5b746b621d4b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acf119add64b03" /><Relationship Type="http://schemas.openxmlformats.org/officeDocument/2006/relationships/slideLayout" Target="/ppt/slideLayouts/slideLayout1.xml" Id="R4fc34a14839741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c34a14839741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f2f24e2cd6427f" /><Relationship Type="http://schemas.openxmlformats.org/officeDocument/2006/relationships/notesSlide" Target="/ppt/notesSlides/notesSlide1.xml" Id="R9bfeb537ee174e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c075b665534e88" /><Relationship Type="http://schemas.openxmlformats.org/officeDocument/2006/relationships/notesSlide" Target="/ppt/notesSlides/notesSlide2.xml" Id="R11ea8dbe5d0547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b23dc31c9e4091" /><Relationship Type="http://schemas.openxmlformats.org/officeDocument/2006/relationships/notesSlide" Target="/ppt/notesSlides/notesSlide3.xml" Id="Rb32bddd7e8904b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4dd648f9314cd1" /><Relationship Type="http://schemas.openxmlformats.org/officeDocument/2006/relationships/notesSlide" Target="/ppt/notesSlides/notesSlide4.xml" Id="Re33573c266fe48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9ad5271ce0419a" /><Relationship Type="http://schemas.openxmlformats.org/officeDocument/2006/relationships/chart" Target="/ppt/slides/charts/chart1.xml" Id="Rac417c4857f64ce8" /><Relationship Type="http://schemas.openxmlformats.org/officeDocument/2006/relationships/notesSlide" Target="/ppt/notesSlides/notesSlide5.xml" Id="Re99cc5b362c54c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34692cfdb64f9c" /><Relationship Type="http://schemas.openxmlformats.org/officeDocument/2006/relationships/chart" Target="/ppt/slides/charts/chart2.xml" Id="Rf7d9c8239e884bc3" /><Relationship Type="http://schemas.openxmlformats.org/officeDocument/2006/relationships/notesSlide" Target="/ppt/notesSlides/notesSlide6.xml" Id="R03eba834b3514c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be4cff9ca54cc1" /><Relationship Type="http://schemas.openxmlformats.org/officeDocument/2006/relationships/chart" Target="/ppt/slides/charts/chart3.xml" Id="R30ed0ec4b54b403b" /><Relationship Type="http://schemas.openxmlformats.org/officeDocument/2006/relationships/notesSlide" Target="/ppt/notesSlides/notesSlide7.xml" Id="R83aacf9d12c74c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2da43eaeef40cb" /><Relationship Type="http://schemas.openxmlformats.org/officeDocument/2006/relationships/chart" Target="/ppt/slides/charts/chart4.xml" Id="Rb7b1b717b89a4cb9" /><Relationship Type="http://schemas.openxmlformats.org/officeDocument/2006/relationships/notesSlide" Target="/ppt/notesSlides/notesSlide8.xml" Id="Ra4557594713d4c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28a1a0d42b4f46" /><Relationship Type="http://schemas.openxmlformats.org/officeDocument/2006/relationships/chart" Target="/ppt/slides/charts/chart5.xml" Id="R1433e4159bd34830" /><Relationship Type="http://schemas.openxmlformats.org/officeDocument/2006/relationships/notesSlide" Target="/ppt/notesSlides/notesSlide9.xml" Id="R423cf7135de64e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f11e201d304714" /><Relationship Type="http://schemas.openxmlformats.org/officeDocument/2006/relationships/notesSlide" Target="/ppt/notesSlides/notesSlide10.xml" Id="R32184523071140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f6465076f54ae3" /><Relationship Type="http://schemas.openxmlformats.org/officeDocument/2006/relationships/chart" Target="/ppt/slides/charts/chart6.xml" Id="Re7a5ec6deebb41a8" /><Relationship Type="http://schemas.openxmlformats.org/officeDocument/2006/relationships/notesSlide" Target="/ppt/notesSlides/notesSlide11.xml" Id="Redd85120f9224c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dccd357ffe487e" /><Relationship Type="http://schemas.openxmlformats.org/officeDocument/2006/relationships/notesSlide" Target="/ppt/notesSlides/notesSlide12.xml" Id="Rea61b070d8044f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7dd6e9ff3c4c72" /><Relationship Type="http://schemas.openxmlformats.org/officeDocument/2006/relationships/chart" Target="/ppt/slides/charts/chart7.xml" Id="Rf461e3601c624976" /><Relationship Type="http://schemas.openxmlformats.org/officeDocument/2006/relationships/notesSlide" Target="/ppt/notesSlides/notesSlide13.xml" Id="R39e25730183348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53b2b1d5684f73" /><Relationship Type="http://schemas.openxmlformats.org/officeDocument/2006/relationships/chart" Target="/ppt/slides/charts/chart8.xml" Id="R0443b1d79d554e45" /><Relationship Type="http://schemas.openxmlformats.org/officeDocument/2006/relationships/notesSlide" Target="/ppt/notesSlides/notesSlide14.xml" Id="Rd1eebbc2e54546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52aa56e3a34bc4" /><Relationship Type="http://schemas.openxmlformats.org/officeDocument/2006/relationships/notesSlide" Target="/ppt/notesSlides/notesSlide15.xml" Id="Raa7f0fd57ed94f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5e4569285246f7" /><Relationship Type="http://schemas.openxmlformats.org/officeDocument/2006/relationships/notesSlide" Target="/ppt/notesSlides/notesSlide16.xml" Id="R18563069eca14e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e2d5c96bcd443d" /><Relationship Type="http://schemas.openxmlformats.org/officeDocument/2006/relationships/notesSlide" Target="/ppt/notesSlides/notesSlide17.xml" Id="R4e11d192ba5d4d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588d3e548524360" /><Relationship Type="http://schemas.openxmlformats.org/officeDocument/2006/relationships/notesSlide" Target="/ppt/notesSlides/notesSlide18.xml" Id="R46ef6a1e90b04e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9401b9483154328" /><Relationship Type="http://schemas.openxmlformats.org/officeDocument/2006/relationships/chart" Target="/ppt/slides/charts/chart9.xml" Id="R3a16041830384086" /><Relationship Type="http://schemas.openxmlformats.org/officeDocument/2006/relationships/notesSlide" Target="/ppt/notesSlides/notesSlide19.xml" Id="Rb8fe6cf95d4a4f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06f3f4c69f48e1" /><Relationship Type="http://schemas.openxmlformats.org/officeDocument/2006/relationships/notesSlide" Target="/ppt/notesSlides/notesSlide20.xml" Id="R47a69d97adb84e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07b5f7eb4d8454c" /><Relationship Type="http://schemas.openxmlformats.org/officeDocument/2006/relationships/notesSlide" Target="/ppt/notesSlides/notesSlide21.xml" Id="R10f0304ea56444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b6a4bee439142a1" /><Relationship Type="http://schemas.openxmlformats.org/officeDocument/2006/relationships/chart" Target="/ppt/slides/charts/chart10.xml" Id="R7bad0510c2974515" /><Relationship Type="http://schemas.openxmlformats.org/officeDocument/2006/relationships/notesSlide" Target="/ppt/notesSlides/notesSlide22.xml" Id="R422101dd75d547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f1b180d9b6c42ee" /><Relationship Type="http://schemas.openxmlformats.org/officeDocument/2006/relationships/chart" Target="/ppt/slides/charts/chart11.xml" Id="R0be06e4e15ca41e4" /><Relationship Type="http://schemas.openxmlformats.org/officeDocument/2006/relationships/notesSlide" Target="/ppt/notesSlides/notesSlide23.xml" Id="R49e142087219467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44e10428d3d4e45" /><Relationship Type="http://schemas.openxmlformats.org/officeDocument/2006/relationships/chart" Target="/ppt/slides/charts/chart12.xml" Id="R06bbb5cd4ddb4d4e" /><Relationship Type="http://schemas.openxmlformats.org/officeDocument/2006/relationships/notesSlide" Target="/ppt/notesSlides/notesSlide24.xml" Id="R81320139bef940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ecc2167b7634329" /><Relationship Type="http://schemas.openxmlformats.org/officeDocument/2006/relationships/chart" Target="/ppt/slides/charts/chart13.xml" Id="Rebb5001d7021487c" /><Relationship Type="http://schemas.openxmlformats.org/officeDocument/2006/relationships/notesSlide" Target="/ppt/notesSlides/notesSlide25.xml" Id="R5ac35009263841a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8efe1bec76f4d63" /><Relationship Type="http://schemas.openxmlformats.org/officeDocument/2006/relationships/notesSlide" Target="/ppt/notesSlides/notesSlide26.xml" Id="Rdbdcce2ad3c64f4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a25e73898284900" /><Relationship Type="http://schemas.openxmlformats.org/officeDocument/2006/relationships/notesSlide" Target="/ppt/notesSlides/notesSlide27.xml" Id="R63dbb4c0446941f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6c37ab7f6b24363" /><Relationship Type="http://schemas.openxmlformats.org/officeDocument/2006/relationships/chart" Target="/ppt/slides/charts/chart14.xml" Id="R75b310fbad7941d8" /><Relationship Type="http://schemas.openxmlformats.org/officeDocument/2006/relationships/notesSlide" Target="/ppt/notesSlides/notesSlide28.xml" Id="R3d5c6d0ee9984a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63430091ef34b1a" /><Relationship Type="http://schemas.openxmlformats.org/officeDocument/2006/relationships/chart" Target="/ppt/slides/charts/chart15.xml" Id="R8888bac9d8824f96" /><Relationship Type="http://schemas.openxmlformats.org/officeDocument/2006/relationships/notesSlide" Target="/ppt/notesSlides/notesSlide29.xml" Id="Re34e5f60905e43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d12137baaf145ec" /><Relationship Type="http://schemas.openxmlformats.org/officeDocument/2006/relationships/notesSlide" Target="/ppt/notesSlides/notesSlide30.xml" Id="Ra3cd9d97bd5942e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86d5ed4f5d44c2e" /><Relationship Type="http://schemas.openxmlformats.org/officeDocument/2006/relationships/notesSlide" Target="/ppt/notesSlides/notesSlide31.xml" Id="R1c822cde652c4a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Qm</c:v>
          </c:tx>
          <c:spPr>
            <a:ln xmlns:a="http://schemas.openxmlformats.org/drawingml/2006/main" w="12383">
              <a:solidFill>
                <a:srgbClr val="445B6B"/>
              </a:solidFill>
            </a:ln>
          </c:spPr>
          <c:marker>
            <c:symbol val="none"/>
          </c:marker>
          <c:xVal>
            <c:numRef>
              <c:f>'Chart Data'!$A$2:$A$3</c:f>
              <c:numCache>
                <c:formatCode>General</c:formatCode>
                <c:ptCount val="2"/>
                <c:pt idx="0">
                  <c:v>24</c:v>
                </c:pt>
                <c:pt idx="1">
                  <c:v>24</c:v>
                </c:pt>
              </c:numCache>
            </c:numRef>
          </c:xVal>
          <c:yVal>
            <c:numRef>
              <c:f>'Chart Data'!$B$2:$B$3</c:f>
              <c:numCache>
                <c:formatCode>0</c:formatCode>
                <c:ptCount val="2"/>
                <c:pt idx="0">
                  <c:v>0</c:v>
                </c:pt>
                <c:pt idx="1">
                  <c:v>72</c:v>
                </c:pt>
              </c:numCache>
            </c:numRef>
          </c:yVal>
          <c:smooth val="0"/>
        </c:ser>
        <c:ser>
          <c:idx val="1"/>
          <c:order val="1"/>
          <c:tx>
            <c:v>MK at Qm</c:v>
          </c:tx>
          <c:spPr>
            <a:ln xmlns:a="http://schemas.openxmlformats.org/drawingml/2006/main" w="12383">
              <a:solidFill>
                <a:srgbClr val="445B6B"/>
              </a:solidFill>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48</c:v>
                </c:pt>
                <c:pt idx="1">
                  <c:v>48</c:v>
                </c:pt>
              </c:numCache>
            </c:numRef>
          </c:yVal>
          <c:smooth val="0"/>
        </c:ser>
        <c:ser>
          <c:idx val="2"/>
          <c:order val="2"/>
          <c:tx>
            <c:v>Vraag = GO</c:v>
          </c:tx>
          <c:spPr>
            <a:ln xmlns:a="http://schemas.openxmlformats.org/drawingml/2006/main" w="38100">
              <a:solidFill>
                <a:srgbClr val="17658A"/>
              </a:solidFill>
            </a:ln>
          </c:spPr>
          <c:marker>
            <c:symbol val="none"/>
          </c:marker>
          <c:xVal>
            <c:numRef>
              <c:f>'Chart Data'!$E$2:$E$3</c:f>
              <c:numCache>
                <c:formatCode>General</c:formatCode>
                <c:ptCount val="2"/>
                <c:pt idx="0">
                  <c:v>0</c:v>
                </c:pt>
                <c:pt idx="1">
                  <c:v>60</c:v>
                </c:pt>
              </c:numCache>
            </c:numRef>
          </c:xVal>
          <c:yVal>
            <c:numRef>
              <c:f>'Chart Data'!$F$2:$F$3</c:f>
              <c:numCache>
                <c:formatCode>0</c:formatCode>
                <c:ptCount val="2"/>
                <c:pt idx="0">
                  <c:v>96</c:v>
                </c:pt>
                <c:pt idx="1">
                  <c:v>36</c:v>
                </c:pt>
              </c:numCache>
            </c:numRef>
          </c:yVal>
          <c:smooth val="0"/>
        </c:ser>
        <c:ser>
          <c:idx val="3"/>
          <c:order val="3"/>
          <c:tx>
            <c:v>MK</c:v>
          </c:tx>
          <c:spPr>
            <a:ln xmlns:a="http://schemas.openxmlformats.org/drawingml/2006/main" w="38100">
              <a:solidFill>
                <a:srgbClr val="A94D16"/>
              </a:solidFill>
            </a:ln>
          </c:spPr>
          <c:marker>
            <c:symbol val="none"/>
          </c:marker>
          <c:xVal>
            <c:numRef>
              <c:f>'Chart Data'!$G$2:$G$3</c:f>
              <c:numCache>
                <c:formatCode>General</c:formatCode>
                <c:ptCount val="2"/>
                <c:pt idx="0">
                  <c:v>0</c:v>
                </c:pt>
                <c:pt idx="1">
                  <c:v>60</c:v>
                </c:pt>
              </c:numCache>
            </c:numRef>
          </c:xVal>
          <c:yVal>
            <c:numRef>
              <c:f>'Chart Data'!$H$2:$H$3</c:f>
              <c:numCache>
                <c:formatCode>0</c:formatCode>
                <c:ptCount val="2"/>
                <c:pt idx="0">
                  <c:v>24</c:v>
                </c:pt>
                <c:pt idx="1">
                  <c:v>84</c:v>
                </c:pt>
              </c:numCache>
            </c:numRef>
          </c:yVal>
          <c:smooth val="0"/>
        </c:ser>
        <c:ser>
          <c:idx val="4"/>
          <c:order val="4"/>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46.8</c:v>
                </c:pt>
              </c:numCache>
            </c:numRef>
          </c:xVal>
          <c:yVal>
            <c:numRef>
              <c:f>'Chart Data'!$J$2:$J$2</c:f>
              <c:numCache>
                <c:formatCode>0</c:formatCode>
                <c:ptCount val="1"/>
                <c:pt idx="0">
                  <c:v>31.2</c:v>
                </c:pt>
              </c:numCache>
            </c:numRef>
          </c:yVal>
          <c:smooth val="0"/>
        </c:ser>
        <c:ser>
          <c:idx val="5"/>
          <c:order val="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53.4</c:v>
                </c:pt>
              </c:numCache>
            </c:numRef>
          </c:xVal>
          <c:yVal>
            <c:numRef>
              <c:f>'Chart Data'!$L$2:$L$2</c:f>
              <c:numCache>
                <c:formatCode>0</c:formatCode>
                <c:ptCount val="1"/>
                <c:pt idx="0">
                  <c:v>84.9</c:v>
                </c:pt>
              </c:numCache>
            </c:numRef>
          </c:yVal>
          <c:smooth val="0"/>
        </c:ser>
        <c:ser>
          <c:idx val="6"/>
          <c:order val="6"/>
          <c:tx>
            <c:v>MO</c:v>
          </c:tx>
          <c:spPr>
            <a:ln xmlns:a="http://schemas.openxmlformats.org/drawingml/2006/main" w="28575">
              <a:solidFill>
                <a:srgbClr val="7B2D8E"/>
              </a:solidFill>
              <a:prstDash val="dash"/>
            </a:ln>
          </c:spPr>
          <c:marker>
            <c:symbol val="none"/>
          </c:marker>
          <c:xVal>
            <c:numRef>
              <c:f>'Chart Data'!$M$2:$M$3</c:f>
              <c:numCache>
                <c:formatCode>General</c:formatCode>
                <c:ptCount val="2"/>
                <c:pt idx="0">
                  <c:v>0</c:v>
                </c:pt>
                <c:pt idx="1">
                  <c:v>48</c:v>
                </c:pt>
              </c:numCache>
            </c:numRef>
          </c:xVal>
          <c:yVal>
            <c:numRef>
              <c:f>'Chart Data'!$N$2:$N$3</c:f>
              <c:numCache>
                <c:formatCode>0</c:formatCode>
                <c:ptCount val="2"/>
                <c:pt idx="0">
                  <c:v>96</c:v>
                </c:pt>
                <c:pt idx="1">
                  <c:v>0</c:v>
                </c:pt>
              </c:numCache>
            </c:numRef>
          </c:yVal>
          <c:smooth val="0"/>
        </c:ser>
        <c:ser>
          <c:idx val="7"/>
          <c:order val="7"/>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950"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18.6</c:v>
                </c:pt>
              </c:numCache>
            </c:numRef>
          </c:xVal>
          <c:yVal>
            <c:numRef>
              <c:f>'Chart Data'!$P$2:$P$2</c:f>
              <c:numCache>
                <c:formatCode>0</c:formatCode>
                <c:ptCount val="1"/>
                <c:pt idx="0">
                  <c:v>63.8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Qm</c:v>
          </c:tx>
          <c:spPr>
            <a:ln xmlns:a="http://schemas.openxmlformats.org/drawingml/2006/main" w="12383">
              <a:solidFill>
                <a:srgbClr val="445B6B"/>
              </a:solidFill>
            </a:ln>
          </c:spPr>
          <c:marker>
            <c:symbol val="none"/>
          </c:marker>
          <c:xVal>
            <c:numRef>
              <c:f>'Chart Data'!$A$2:$A$3</c:f>
              <c:numCache>
                <c:formatCode>General</c:formatCode>
                <c:ptCount val="2"/>
                <c:pt idx="0">
                  <c:v>24</c:v>
                </c:pt>
                <c:pt idx="1">
                  <c:v>24</c:v>
                </c:pt>
              </c:numCache>
            </c:numRef>
          </c:xVal>
          <c:yVal>
            <c:numRef>
              <c:f>'Chart Data'!$B$2:$B$3</c:f>
              <c:numCache>
                <c:formatCode>0</c:formatCode>
                <c:ptCount val="2"/>
                <c:pt idx="0">
                  <c:v>0</c:v>
                </c:pt>
                <c:pt idx="1">
                  <c:v>72</c:v>
                </c:pt>
              </c:numCache>
            </c:numRef>
          </c:yVal>
          <c:smooth val="0"/>
        </c:ser>
        <c:ser>
          <c:idx val="1"/>
          <c:order val="1"/>
          <c:tx>
            <c:v>Pm</c:v>
          </c:tx>
          <c:spPr>
            <a:ln xmlns:a="http://schemas.openxmlformats.org/drawingml/2006/main" w="12383">
              <a:solidFill>
                <a:srgbClr val="445B6B"/>
              </a:solidFill>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72</c:v>
                </c:pt>
                <c:pt idx="1">
                  <c:v>72</c:v>
                </c:pt>
              </c:numCache>
            </c:numRef>
          </c:yVal>
          <c:smooth val="0"/>
        </c:ser>
        <c:ser>
          <c:idx val="2"/>
          <c:order val="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24.9</c:v>
                </c:pt>
              </c:numCache>
            </c:numRef>
          </c:xVal>
          <c:yVal>
            <c:numRef>
              <c:f>'Chart Data'!$F$2:$F$2</c:f>
              <c:numCache>
                <c:formatCode>0</c:formatCode>
                <c:ptCount val="1"/>
                <c:pt idx="0">
                  <c:v>78.5</c:v>
                </c:pt>
              </c:numCache>
            </c:numRef>
          </c:yVal>
          <c:smooth val="0"/>
        </c:ser>
        <c:ser>
          <c:idx val="3"/>
          <c:order val="3"/>
          <c:tx>
            <c:v>Vraag = GO</c:v>
          </c:tx>
          <c:spPr>
            <a:ln xmlns:a="http://schemas.openxmlformats.org/drawingml/2006/main" w="38100">
              <a:solidFill>
                <a:srgbClr val="17658A"/>
              </a:solidFill>
            </a:ln>
          </c:spPr>
          <c:marker>
            <c:symbol val="none"/>
          </c:marker>
          <c:xVal>
            <c:numRef>
              <c:f>'Chart Data'!$G$2:$G$3</c:f>
              <c:numCache>
                <c:formatCode>General</c:formatCode>
                <c:ptCount val="2"/>
                <c:pt idx="0">
                  <c:v>0</c:v>
                </c:pt>
                <c:pt idx="1">
                  <c:v>60</c:v>
                </c:pt>
              </c:numCache>
            </c:numRef>
          </c:xVal>
          <c:yVal>
            <c:numRef>
              <c:f>'Chart Data'!$H$2:$H$3</c:f>
              <c:numCache>
                <c:formatCode>0</c:formatCode>
                <c:ptCount val="2"/>
                <c:pt idx="0">
                  <c:v>96</c:v>
                </c:pt>
                <c:pt idx="1">
                  <c:v>36</c:v>
                </c:pt>
              </c:numCache>
            </c:numRef>
          </c:yVal>
          <c:smooth val="0"/>
        </c:ser>
        <c:ser>
          <c:idx val="4"/>
          <c:order val="4"/>
          <c:tx>
            <c:v>MK</c:v>
          </c:tx>
          <c:spPr>
            <a:ln xmlns:a="http://schemas.openxmlformats.org/drawingml/2006/main" w="38100">
              <a:solidFill>
                <a:srgbClr val="A94D16"/>
              </a:solidFill>
            </a:ln>
          </c:spPr>
          <c:marker>
            <c:symbol val="none"/>
          </c:marker>
          <c:xVal>
            <c:numRef>
              <c:f>'Chart Data'!$I$2:$I$3</c:f>
              <c:numCache>
                <c:formatCode>General</c:formatCode>
                <c:ptCount val="2"/>
                <c:pt idx="0">
                  <c:v>0</c:v>
                </c:pt>
                <c:pt idx="1">
                  <c:v>60</c:v>
                </c:pt>
              </c:numCache>
            </c:numRef>
          </c:xVal>
          <c:yVal>
            <c:numRef>
              <c:f>'Chart Data'!$J$2:$J$3</c:f>
              <c:numCache>
                <c:formatCode>0</c:formatCode>
                <c:ptCount val="2"/>
                <c:pt idx="0">
                  <c:v>24</c:v>
                </c:pt>
                <c:pt idx="1">
                  <c:v>84</c:v>
                </c:pt>
              </c:numCache>
            </c:numRef>
          </c:yVal>
          <c:smooth val="0"/>
        </c:ser>
        <c:ser>
          <c:idx val="5"/>
          <c:order val="5"/>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46.8</c:v>
                </c:pt>
              </c:numCache>
            </c:numRef>
          </c:xVal>
          <c:yVal>
            <c:numRef>
              <c:f>'Chart Data'!$L$2:$L$2</c:f>
              <c:numCache>
                <c:formatCode>0</c:formatCode>
                <c:ptCount val="1"/>
                <c:pt idx="0">
                  <c:v>31.2</c:v>
                </c:pt>
              </c:numCache>
            </c:numRef>
          </c:yVal>
          <c:smooth val="0"/>
        </c:ser>
        <c:ser>
          <c:idx val="6"/>
          <c:order val="6"/>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53.4</c:v>
                </c:pt>
              </c:numCache>
            </c:numRef>
          </c:xVal>
          <c:yVal>
            <c:numRef>
              <c:f>'Chart Data'!$N$2:$N$2</c:f>
              <c:numCache>
                <c:formatCode>0</c:formatCode>
                <c:ptCount val="1"/>
                <c:pt idx="0">
                  <c:v>84.9</c:v>
                </c:pt>
              </c:numCache>
            </c:numRef>
          </c:yVal>
          <c:smooth val="0"/>
        </c:ser>
        <c:ser>
          <c:idx val="7"/>
          <c:order val="7"/>
          <c:tx>
            <c:v>MO</c:v>
          </c:tx>
          <c:spPr>
            <a:ln xmlns:a="http://schemas.openxmlformats.org/drawingml/2006/main" w="28575">
              <a:solidFill>
                <a:srgbClr val="7B2D8E"/>
              </a:solidFill>
              <a:prstDash val="dash"/>
            </a:ln>
          </c:spPr>
          <c:marker>
            <c:symbol val="none"/>
          </c:marker>
          <c:xVal>
            <c:numRef>
              <c:f>'Chart Data'!$O$2:$O$3</c:f>
              <c:numCache>
                <c:formatCode>General</c:formatCode>
                <c:ptCount val="2"/>
                <c:pt idx="0">
                  <c:v>0</c:v>
                </c:pt>
                <c:pt idx="1">
                  <c:v>48</c:v>
                </c:pt>
              </c:numCache>
            </c:numRef>
          </c:xVal>
          <c:yVal>
            <c:numRef>
              <c:f>'Chart Data'!$P$2:$P$3</c:f>
              <c:numCache>
                <c:formatCode>0</c:formatCode>
                <c:ptCount val="2"/>
                <c:pt idx="0">
                  <c:v>96</c:v>
                </c:pt>
                <c:pt idx="1">
                  <c:v>0</c:v>
                </c:pt>
              </c:numCache>
            </c:numRef>
          </c:yVal>
          <c:smooth val="0"/>
        </c:ser>
        <c:ser>
          <c:idx val="8"/>
          <c:order val="8"/>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950"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18.6</c:v>
                </c:pt>
              </c:numCache>
            </c:numRef>
          </c:xVal>
          <c:yVal>
            <c:numRef>
              <c:f>'Chart Data'!$R$2:$R$2</c:f>
              <c:numCache>
                <c:formatCode>0</c:formatCode>
                <c:ptCount val="1"/>
                <c:pt idx="0">
                  <c:v>63.8</c:v>
                </c:pt>
              </c:numCache>
            </c:numRef>
          </c:yVal>
          <c:smooth val="0"/>
        </c:ser>
        <c:ser>
          <c:idx val="9"/>
          <c:order val="9"/>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Data'!$S$2:$S$2</c:f>
              <c:numCache>
                <c:formatCode>General</c:formatCode>
                <c:ptCount val="1"/>
                <c:pt idx="0">
                  <c:v>24</c:v>
                </c:pt>
              </c:numCache>
            </c:numRef>
          </c:xVal>
          <c:yVal>
            <c:numRef>
              <c:f>'Chart Data'!$T$2:$T$2</c:f>
              <c:numCache>
                <c:formatCode>0</c:formatCode>
                <c:ptCount val="1"/>
                <c:pt idx="0">
                  <c:v>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Qm</c:v>
          </c:tx>
          <c:spPr>
            <a:ln xmlns:a="http://schemas.openxmlformats.org/drawingml/2006/main" w="12383">
              <a:solidFill>
                <a:srgbClr val="445B6B"/>
              </a:solidFill>
            </a:ln>
          </c:spPr>
          <c:marker>
            <c:symbol val="none"/>
          </c:marker>
          <c:xVal>
            <c:numRef>
              <c:f>'Chart Data'!$A$2:$A$3</c:f>
              <c:numCache>
                <c:formatCode>General</c:formatCode>
                <c:ptCount val="2"/>
                <c:pt idx="0">
                  <c:v>24</c:v>
                </c:pt>
                <c:pt idx="1">
                  <c:v>24</c:v>
                </c:pt>
              </c:numCache>
            </c:numRef>
          </c:xVal>
          <c:yVal>
            <c:numRef>
              <c:f>'Chart Data'!$B$2:$B$3</c:f>
              <c:numCache>
                <c:formatCode>0</c:formatCode>
                <c:ptCount val="2"/>
                <c:pt idx="0">
                  <c:v>0</c:v>
                </c:pt>
                <c:pt idx="1">
                  <c:v>72</c:v>
                </c:pt>
              </c:numCache>
            </c:numRef>
          </c:yVal>
          <c:smooth val="0"/>
        </c:ser>
        <c:ser>
          <c:idx val="1"/>
          <c:order val="1"/>
          <c:tx>
            <c:v>Pm</c:v>
          </c:tx>
          <c:spPr>
            <a:ln xmlns:a="http://schemas.openxmlformats.org/drawingml/2006/main" w="12383">
              <a:solidFill>
                <a:srgbClr val="445B6B"/>
              </a:solidFill>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72</c:v>
                </c:pt>
                <c:pt idx="1">
                  <c:v>72</c:v>
                </c:pt>
              </c:numCache>
            </c:numRef>
          </c:yVal>
          <c:smooth val="0"/>
        </c:ser>
        <c:ser>
          <c:idx val="2"/>
          <c:order val="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24.9</c:v>
                </c:pt>
              </c:numCache>
            </c:numRef>
          </c:xVal>
          <c:yVal>
            <c:numRef>
              <c:f>'Chart Data'!$F$2:$F$2</c:f>
              <c:numCache>
                <c:formatCode>0</c:formatCode>
                <c:ptCount val="1"/>
                <c:pt idx="0">
                  <c:v>78.5</c:v>
                </c:pt>
              </c:numCache>
            </c:numRef>
          </c:yVal>
          <c:smooth val="0"/>
        </c:ser>
        <c:ser>
          <c:idx val="3"/>
          <c:order val="3"/>
          <c:tx>
            <c:v>Qe</c:v>
          </c:tx>
          <c:spPr>
            <a:ln xmlns:a="http://schemas.openxmlformats.org/drawingml/2006/main" w="12383">
              <a:solidFill>
                <a:srgbClr val="445B6B"/>
              </a:solidFill>
            </a:ln>
          </c:spPr>
          <c:marker>
            <c:symbol val="none"/>
          </c:marker>
          <c:xVal>
            <c:numRef>
              <c:f>'Chart Data'!$G$2:$G$3</c:f>
              <c:numCache>
                <c:formatCode>General</c:formatCode>
                <c:ptCount val="2"/>
                <c:pt idx="0">
                  <c:v>36</c:v>
                </c:pt>
                <c:pt idx="1">
                  <c:v>36</c:v>
                </c:pt>
              </c:numCache>
            </c:numRef>
          </c:xVal>
          <c:yVal>
            <c:numRef>
              <c:f>'Chart Data'!$H$2:$H$3</c:f>
              <c:numCache>
                <c:formatCode>0</c:formatCode>
                <c:ptCount val="2"/>
                <c:pt idx="0">
                  <c:v>0</c:v>
                </c:pt>
                <c:pt idx="1">
                  <c:v>60</c:v>
                </c:pt>
              </c:numCache>
            </c:numRef>
          </c:yVal>
          <c:smooth val="0"/>
        </c:ser>
        <c:ser>
          <c:idx val="4"/>
          <c:order val="4"/>
          <c:tx>
            <c:v>Pe</c:v>
          </c:tx>
          <c:spPr>
            <a:ln xmlns:a="http://schemas.openxmlformats.org/drawingml/2006/main" w="12383">
              <a:solidFill>
                <a:srgbClr val="445B6B"/>
              </a:solidFill>
            </a:ln>
          </c:spPr>
          <c:marker>
            <c:symbol val="none"/>
          </c:marker>
          <c:xVal>
            <c:numRef>
              <c:f>'Chart Data'!$I$2:$I$3</c:f>
              <c:numCache>
                <c:formatCode>General</c:formatCode>
                <c:ptCount val="2"/>
                <c:pt idx="0">
                  <c:v>0</c:v>
                </c:pt>
                <c:pt idx="1">
                  <c:v>36</c:v>
                </c:pt>
              </c:numCache>
            </c:numRef>
          </c:xVal>
          <c:yVal>
            <c:numRef>
              <c:f>'Chart Data'!$J$2:$J$3</c:f>
              <c:numCache>
                <c:formatCode>0</c:formatCode>
                <c:ptCount val="2"/>
                <c:pt idx="0">
                  <c:v>60</c:v>
                </c:pt>
                <c:pt idx="1">
                  <c:v>60</c:v>
                </c:pt>
              </c:numCache>
            </c:numRef>
          </c:yVal>
          <c:smooth val="0"/>
        </c:ser>
        <c:ser>
          <c:idx val="5"/>
          <c:order val="5"/>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38.1</c:v>
                </c:pt>
              </c:numCache>
            </c:numRef>
          </c:xVal>
          <c:yVal>
            <c:numRef>
              <c:f>'Chart Data'!$L$2:$L$2</c:f>
              <c:numCache>
                <c:formatCode>0</c:formatCode>
                <c:ptCount val="1"/>
                <c:pt idx="0">
                  <c:v>72</c:v>
                </c:pt>
              </c:numCache>
            </c:numRef>
          </c:yVal>
          <c:smooth val="0"/>
        </c:ser>
        <c:ser>
          <c:idx val="6"/>
          <c:order val="6"/>
          <c:tx>
            <c:v>Vraag = GO</c:v>
          </c:tx>
          <c:spPr>
            <a:ln xmlns:a="http://schemas.openxmlformats.org/drawingml/2006/main" w="38100">
              <a:solidFill>
                <a:srgbClr val="17658A"/>
              </a:solidFill>
            </a:ln>
          </c:spPr>
          <c:marker>
            <c:symbol val="none"/>
          </c:marker>
          <c:xVal>
            <c:numRef>
              <c:f>'Chart Data'!$M$2:$M$3</c:f>
              <c:numCache>
                <c:formatCode>General</c:formatCode>
                <c:ptCount val="2"/>
                <c:pt idx="0">
                  <c:v>0</c:v>
                </c:pt>
                <c:pt idx="1">
                  <c:v>60</c:v>
                </c:pt>
              </c:numCache>
            </c:numRef>
          </c:xVal>
          <c:yVal>
            <c:numRef>
              <c:f>'Chart Data'!$N$2:$N$3</c:f>
              <c:numCache>
                <c:formatCode>0</c:formatCode>
                <c:ptCount val="2"/>
                <c:pt idx="0">
                  <c:v>96</c:v>
                </c:pt>
                <c:pt idx="1">
                  <c:v>36</c:v>
                </c:pt>
              </c:numCache>
            </c:numRef>
          </c:yVal>
          <c:smooth val="0"/>
        </c:ser>
        <c:ser>
          <c:idx val="7"/>
          <c:order val="7"/>
          <c:tx>
            <c:v>MK</c:v>
          </c:tx>
          <c:spPr>
            <a:ln xmlns:a="http://schemas.openxmlformats.org/drawingml/2006/main" w="38100">
              <a:solidFill>
                <a:srgbClr val="A94D16"/>
              </a:solidFill>
            </a:ln>
          </c:spPr>
          <c:marker>
            <c:symbol val="none"/>
          </c:marker>
          <c:xVal>
            <c:numRef>
              <c:f>'Chart Data'!$O$2:$O$3</c:f>
              <c:numCache>
                <c:formatCode>General</c:formatCode>
                <c:ptCount val="2"/>
                <c:pt idx="0">
                  <c:v>0</c:v>
                </c:pt>
                <c:pt idx="1">
                  <c:v>60</c:v>
                </c:pt>
              </c:numCache>
            </c:numRef>
          </c:xVal>
          <c:yVal>
            <c:numRef>
              <c:f>'Chart Data'!$P$2:$P$3</c:f>
              <c:numCache>
                <c:formatCode>0</c:formatCode>
                <c:ptCount val="2"/>
                <c:pt idx="0">
                  <c:v>24</c:v>
                </c:pt>
                <c:pt idx="1">
                  <c:v>84</c:v>
                </c:pt>
              </c:numCache>
            </c:numRef>
          </c:yVal>
          <c:smooth val="0"/>
        </c:ser>
        <c:ser>
          <c:idx val="8"/>
          <c:order val="8"/>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46.8</c:v>
                </c:pt>
              </c:numCache>
            </c:numRef>
          </c:xVal>
          <c:yVal>
            <c:numRef>
              <c:f>'Chart Data'!$R$2:$R$2</c:f>
              <c:numCache>
                <c:formatCode>0</c:formatCode>
                <c:ptCount val="1"/>
                <c:pt idx="0">
                  <c:v>31.2</c:v>
                </c:pt>
              </c:numCache>
            </c:numRef>
          </c:yVal>
          <c:smooth val="0"/>
        </c:ser>
        <c:ser>
          <c:idx val="9"/>
          <c:order val="9"/>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53.4</c:v>
                </c:pt>
              </c:numCache>
            </c:numRef>
          </c:xVal>
          <c:yVal>
            <c:numRef>
              <c:f>'Chart Data'!$T$2:$T$2</c:f>
              <c:numCache>
                <c:formatCode>0</c:formatCode>
                <c:ptCount val="1"/>
                <c:pt idx="0">
                  <c:v>84.9</c:v>
                </c:pt>
              </c:numCache>
            </c:numRef>
          </c:yVal>
          <c:smooth val="0"/>
        </c:ser>
        <c:ser>
          <c:idx val="10"/>
          <c:order val="10"/>
          <c:tx>
            <c:v>MO</c:v>
          </c:tx>
          <c:spPr>
            <a:ln xmlns:a="http://schemas.openxmlformats.org/drawingml/2006/main" w="28575">
              <a:solidFill>
                <a:srgbClr val="7B2D8E"/>
              </a:solidFill>
              <a:prstDash val="dash"/>
            </a:ln>
          </c:spPr>
          <c:marker>
            <c:symbol val="none"/>
          </c:marker>
          <c:xVal>
            <c:numRef>
              <c:f>'Chart Data'!$U$2:$U$3</c:f>
              <c:numCache>
                <c:formatCode>General</c:formatCode>
                <c:ptCount val="2"/>
                <c:pt idx="0">
                  <c:v>0</c:v>
                </c:pt>
                <c:pt idx="1">
                  <c:v>48</c:v>
                </c:pt>
              </c:numCache>
            </c:numRef>
          </c:xVal>
          <c:yVal>
            <c:numRef>
              <c:f>'Chart Data'!$V$2:$V$3</c:f>
              <c:numCache>
                <c:formatCode>0</c:formatCode>
                <c:ptCount val="2"/>
                <c:pt idx="0">
                  <c:v>96</c:v>
                </c:pt>
                <c:pt idx="1">
                  <c:v>0</c:v>
                </c:pt>
              </c:numCache>
            </c:numRef>
          </c:yVal>
          <c:smooth val="0"/>
        </c:ser>
        <c:ser>
          <c:idx val="11"/>
          <c:order val="11"/>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950"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18.6</c:v>
                </c:pt>
              </c:numCache>
            </c:numRef>
          </c:xVal>
          <c:yVal>
            <c:numRef>
              <c:f>'Chart Data'!$X$2:$X$2</c:f>
              <c:numCache>
                <c:formatCode>0</c:formatCode>
                <c:ptCount val="1"/>
                <c:pt idx="0">
                  <c:v>63.8</c:v>
                </c:pt>
              </c:numCache>
            </c:numRef>
          </c:yVal>
          <c:smooth val="0"/>
        </c:ser>
        <c:ser>
          <c:idx val="12"/>
          <c:order val="12"/>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Data'!$Y$2:$Y$2</c:f>
              <c:numCache>
                <c:formatCode>General</c:formatCode>
                <c:ptCount val="1"/>
                <c:pt idx="0">
                  <c:v>24</c:v>
                </c:pt>
              </c:numCache>
            </c:numRef>
          </c:xVal>
          <c:yVal>
            <c:numRef>
              <c:f>'Chart Data'!$Z$2:$Z$2</c:f>
              <c:numCache>
                <c:formatCode>0</c:formatCode>
                <c:ptCount val="1"/>
                <c:pt idx="0">
                  <c:v>72</c:v>
                </c:pt>
              </c:numCache>
            </c:numRef>
          </c:yVal>
          <c:smooth val="0"/>
        </c:ser>
        <c:ser>
          <c:idx val="13"/>
          <c:order val="13"/>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Data'!$AA$2:$AA$2</c:f>
              <c:numCache>
                <c:formatCode>General</c:formatCode>
                <c:ptCount val="1"/>
                <c:pt idx="0">
                  <c:v>36</c:v>
                </c:pt>
              </c:numCache>
            </c:numRef>
          </c:xVal>
          <c:yVal>
            <c:numRef>
              <c:f>'Chart Data'!$AB$2:$AB$2</c:f>
              <c:numCache>
                <c:formatCode>0</c:formatCode>
                <c:ptCount val="1"/>
                <c:pt idx="0">
                  <c:v>60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CS boundary</c:v>
          </c:tx>
          <c:spPr>
            <a:ln xmlns:a="http://schemas.openxmlformats.org/drawingml/2006/main" w="21908">
              <a:solidFill>
                <a:srgbClr val="85B8D6"/>
              </a:solidFill>
            </a:ln>
          </c:spPr>
          <c:marker>
            <c:symbol val="none"/>
          </c:marker>
          <c:xVal>
            <c:numRef>
              <c:f>'Chart Data'!$A$2:$A$5</c:f>
              <c:numCache>
                <c:formatCode>General</c:formatCode>
                <c:ptCount val="4"/>
                <c:pt idx="0">
                  <c:v>0</c:v>
                </c:pt>
                <c:pt idx="1">
                  <c:v>24</c:v>
                </c:pt>
                <c:pt idx="2">
                  <c:v>0</c:v>
                </c:pt>
                <c:pt idx="3">
                  <c:v>0</c:v>
                </c:pt>
              </c:numCache>
            </c:numRef>
          </c:xVal>
          <c:yVal>
            <c:numRef>
              <c:f>'Chart Data'!$B$2:$B$5</c:f>
              <c:numCache>
                <c:formatCode>0</c:formatCode>
                <c:ptCount val="4"/>
                <c:pt idx="0">
                  <c:v>72</c:v>
                </c:pt>
                <c:pt idx="1">
                  <c:v>72</c:v>
                </c:pt>
                <c:pt idx="2">
                  <c:v>96</c:v>
                </c:pt>
                <c:pt idx="3">
                  <c:v>72</c:v>
                </c:pt>
              </c:numCache>
            </c:numRef>
          </c:yVal>
          <c:smooth val="0"/>
        </c:ser>
        <c:ser>
          <c:idx val="1"/>
          <c:order val="1"/>
          <c:tx>
            <c:v>CS hatch</c:v>
          </c:tx>
          <c:spPr>
            <a:ln xmlns:a="http://schemas.openxmlformats.org/drawingml/2006/main" w="11430">
              <a:solidFill>
                <a:srgbClr val="85B8D6"/>
              </a:solidFill>
            </a:ln>
          </c:spPr>
          <c:marker>
            <c:symbol val="none"/>
          </c:marker>
          <c:xVal>
            <c:numRef>
              <c:f>'Chart Data'!$C$2:$C$3</c:f>
              <c:numCache>
                <c:formatCode>General</c:formatCode>
                <c:ptCount val="2"/>
                <c:pt idx="0">
                  <c:v>1.25</c:v>
                </c:pt>
                <c:pt idx="1">
                  <c:v>1.25</c:v>
                </c:pt>
              </c:numCache>
            </c:numRef>
          </c:xVal>
          <c:yVal>
            <c:numRef>
              <c:f>'Chart Data'!$D$2:$D$3</c:f>
              <c:numCache>
                <c:formatCode>0</c:formatCode>
                <c:ptCount val="2"/>
                <c:pt idx="0">
                  <c:v>72</c:v>
                </c:pt>
                <c:pt idx="1">
                  <c:v>94.75</c:v>
                </c:pt>
              </c:numCache>
            </c:numRef>
          </c:yVal>
          <c:smooth val="0"/>
        </c:ser>
        <c:ser>
          <c:idx val="2"/>
          <c:order val="2"/>
          <c:tx>
            <c:v>CS hatch</c:v>
          </c:tx>
          <c:spPr>
            <a:ln xmlns:a="http://schemas.openxmlformats.org/drawingml/2006/main" w="11430">
              <a:solidFill>
                <a:srgbClr val="85B8D6"/>
              </a:solidFill>
            </a:ln>
          </c:spPr>
          <c:marker>
            <c:symbol val="none"/>
          </c:marker>
          <c:xVal>
            <c:numRef>
              <c:f>'Chart Data'!$E$2:$E$3</c:f>
              <c:numCache>
                <c:formatCode>General</c:formatCode>
                <c:ptCount val="2"/>
                <c:pt idx="0">
                  <c:v>2.5</c:v>
                </c:pt>
                <c:pt idx="1">
                  <c:v>2.5</c:v>
                </c:pt>
              </c:numCache>
            </c:numRef>
          </c:xVal>
          <c:yVal>
            <c:numRef>
              <c:f>'Chart Data'!$F$2:$F$3</c:f>
              <c:numCache>
                <c:formatCode>0</c:formatCode>
                <c:ptCount val="2"/>
                <c:pt idx="0">
                  <c:v>72</c:v>
                </c:pt>
                <c:pt idx="1">
                  <c:v>93.5</c:v>
                </c:pt>
              </c:numCache>
            </c:numRef>
          </c:yVal>
          <c:smooth val="0"/>
        </c:ser>
        <c:ser>
          <c:idx val="3"/>
          <c:order val="3"/>
          <c:tx>
            <c:v>CS hatch</c:v>
          </c:tx>
          <c:spPr>
            <a:ln xmlns:a="http://schemas.openxmlformats.org/drawingml/2006/main" w="11430">
              <a:solidFill>
                <a:srgbClr val="85B8D6"/>
              </a:solidFill>
            </a:ln>
          </c:spPr>
          <c:marker>
            <c:symbol val="none"/>
          </c:marker>
          <c:xVal>
            <c:numRef>
              <c:f>'Chart Data'!$G$2:$G$3</c:f>
              <c:numCache>
                <c:formatCode>General</c:formatCode>
                <c:ptCount val="2"/>
                <c:pt idx="0">
                  <c:v>3.75</c:v>
                </c:pt>
                <c:pt idx="1">
                  <c:v>3.75</c:v>
                </c:pt>
              </c:numCache>
            </c:numRef>
          </c:xVal>
          <c:yVal>
            <c:numRef>
              <c:f>'Chart Data'!$H$2:$H$3</c:f>
              <c:numCache>
                <c:formatCode>0</c:formatCode>
                <c:ptCount val="2"/>
                <c:pt idx="0">
                  <c:v>72</c:v>
                </c:pt>
                <c:pt idx="1">
                  <c:v>92.25</c:v>
                </c:pt>
              </c:numCache>
            </c:numRef>
          </c:yVal>
          <c:smooth val="0"/>
        </c:ser>
        <c:ser>
          <c:idx val="4"/>
          <c:order val="4"/>
          <c:tx>
            <c:v>CS hatch</c:v>
          </c:tx>
          <c:spPr>
            <a:ln xmlns:a="http://schemas.openxmlformats.org/drawingml/2006/main" w="11430">
              <a:solidFill>
                <a:srgbClr val="85B8D6"/>
              </a:solidFill>
            </a:ln>
          </c:spPr>
          <c:marker>
            <c:symbol val="none"/>
          </c:marker>
          <c:xVal>
            <c:numRef>
              <c:f>'Chart Data'!$I$2:$I$3</c:f>
              <c:numCache>
                <c:formatCode>General</c:formatCode>
                <c:ptCount val="2"/>
                <c:pt idx="0">
                  <c:v>5</c:v>
                </c:pt>
                <c:pt idx="1">
                  <c:v>5</c:v>
                </c:pt>
              </c:numCache>
            </c:numRef>
          </c:xVal>
          <c:yVal>
            <c:numRef>
              <c:f>'Chart Data'!$J$2:$J$3</c:f>
              <c:numCache>
                <c:formatCode>0</c:formatCode>
                <c:ptCount val="2"/>
                <c:pt idx="0">
                  <c:v>72</c:v>
                </c:pt>
                <c:pt idx="1">
                  <c:v>91</c:v>
                </c:pt>
              </c:numCache>
            </c:numRef>
          </c:yVal>
          <c:smooth val="0"/>
        </c:ser>
        <c:ser>
          <c:idx val="5"/>
          <c:order val="5"/>
          <c:tx>
            <c:v>CS hatch</c:v>
          </c:tx>
          <c:spPr>
            <a:ln xmlns:a="http://schemas.openxmlformats.org/drawingml/2006/main" w="11430">
              <a:solidFill>
                <a:srgbClr val="85B8D6"/>
              </a:solidFill>
            </a:ln>
          </c:spPr>
          <c:marker>
            <c:symbol val="none"/>
          </c:marker>
          <c:xVal>
            <c:numRef>
              <c:f>'Chart Data'!$K$2:$K$3</c:f>
              <c:numCache>
                <c:formatCode>General</c:formatCode>
                <c:ptCount val="2"/>
                <c:pt idx="0">
                  <c:v>6.25</c:v>
                </c:pt>
                <c:pt idx="1">
                  <c:v>6.25</c:v>
                </c:pt>
              </c:numCache>
            </c:numRef>
          </c:xVal>
          <c:yVal>
            <c:numRef>
              <c:f>'Chart Data'!$L$2:$L$3</c:f>
              <c:numCache>
                <c:formatCode>0</c:formatCode>
                <c:ptCount val="2"/>
                <c:pt idx="0">
                  <c:v>72</c:v>
                </c:pt>
                <c:pt idx="1">
                  <c:v>89.75</c:v>
                </c:pt>
              </c:numCache>
            </c:numRef>
          </c:yVal>
          <c:smooth val="0"/>
        </c:ser>
        <c:ser>
          <c:idx val="6"/>
          <c:order val="6"/>
          <c:tx>
            <c:v>CS hatch</c:v>
          </c:tx>
          <c:spPr>
            <a:ln xmlns:a="http://schemas.openxmlformats.org/drawingml/2006/main" w="11430">
              <a:solidFill>
                <a:srgbClr val="85B8D6"/>
              </a:solidFill>
            </a:ln>
          </c:spPr>
          <c:marker>
            <c:symbol val="none"/>
          </c:marker>
          <c:xVal>
            <c:numRef>
              <c:f>'Chart Data'!$M$2:$M$3</c:f>
              <c:numCache>
                <c:formatCode>General</c:formatCode>
                <c:ptCount val="2"/>
                <c:pt idx="0">
                  <c:v>7.5</c:v>
                </c:pt>
                <c:pt idx="1">
                  <c:v>7.5</c:v>
                </c:pt>
              </c:numCache>
            </c:numRef>
          </c:xVal>
          <c:yVal>
            <c:numRef>
              <c:f>'Chart Data'!$N$2:$N$3</c:f>
              <c:numCache>
                <c:formatCode>0</c:formatCode>
                <c:ptCount val="2"/>
                <c:pt idx="0">
                  <c:v>72</c:v>
                </c:pt>
                <c:pt idx="1">
                  <c:v>88.5</c:v>
                </c:pt>
              </c:numCache>
            </c:numRef>
          </c:yVal>
          <c:smooth val="0"/>
        </c:ser>
        <c:ser>
          <c:idx val="7"/>
          <c:order val="7"/>
          <c:tx>
            <c:v>CS hatch</c:v>
          </c:tx>
          <c:spPr>
            <a:ln xmlns:a="http://schemas.openxmlformats.org/drawingml/2006/main" w="11430">
              <a:solidFill>
                <a:srgbClr val="85B8D6"/>
              </a:solidFill>
            </a:ln>
          </c:spPr>
          <c:marker>
            <c:symbol val="none"/>
          </c:marker>
          <c:xVal>
            <c:numRef>
              <c:f>'Chart Data'!$O$2:$O$3</c:f>
              <c:numCache>
                <c:formatCode>General</c:formatCode>
                <c:ptCount val="2"/>
                <c:pt idx="0">
                  <c:v>8.75</c:v>
                </c:pt>
                <c:pt idx="1">
                  <c:v>8.75</c:v>
                </c:pt>
              </c:numCache>
            </c:numRef>
          </c:xVal>
          <c:yVal>
            <c:numRef>
              <c:f>'Chart Data'!$P$2:$P$3</c:f>
              <c:numCache>
                <c:formatCode>0</c:formatCode>
                <c:ptCount val="2"/>
                <c:pt idx="0">
                  <c:v>72</c:v>
                </c:pt>
                <c:pt idx="1">
                  <c:v>87.25</c:v>
                </c:pt>
              </c:numCache>
            </c:numRef>
          </c:yVal>
          <c:smooth val="0"/>
        </c:ser>
        <c:ser>
          <c:idx val="8"/>
          <c:order val="8"/>
          <c:tx>
            <c:v>CS hatch</c:v>
          </c:tx>
          <c:spPr>
            <a:ln xmlns:a="http://schemas.openxmlformats.org/drawingml/2006/main" w="11430">
              <a:solidFill>
                <a:srgbClr val="85B8D6"/>
              </a:solidFill>
            </a:ln>
          </c:spPr>
          <c:marker>
            <c:symbol val="none"/>
          </c:marker>
          <c:xVal>
            <c:numRef>
              <c:f>'Chart Data'!$Q$2:$Q$3</c:f>
              <c:numCache>
                <c:formatCode>General</c:formatCode>
                <c:ptCount val="2"/>
                <c:pt idx="0">
                  <c:v>10</c:v>
                </c:pt>
                <c:pt idx="1">
                  <c:v>10</c:v>
                </c:pt>
              </c:numCache>
            </c:numRef>
          </c:xVal>
          <c:yVal>
            <c:numRef>
              <c:f>'Chart Data'!$R$2:$R$3</c:f>
              <c:numCache>
                <c:formatCode>0</c:formatCode>
                <c:ptCount val="2"/>
                <c:pt idx="0">
                  <c:v>72</c:v>
                </c:pt>
                <c:pt idx="1">
                  <c:v>86</c:v>
                </c:pt>
              </c:numCache>
            </c:numRef>
          </c:yVal>
          <c:smooth val="0"/>
        </c:ser>
        <c:ser>
          <c:idx val="9"/>
          <c:order val="9"/>
          <c:tx>
            <c:v>CS hatch</c:v>
          </c:tx>
          <c:spPr>
            <a:ln xmlns:a="http://schemas.openxmlformats.org/drawingml/2006/main" w="11430">
              <a:solidFill>
                <a:srgbClr val="85B8D6"/>
              </a:solidFill>
            </a:ln>
          </c:spPr>
          <c:marker>
            <c:symbol val="none"/>
          </c:marker>
          <c:xVal>
            <c:numRef>
              <c:f>'Chart Data'!$S$2:$S$3</c:f>
              <c:numCache>
                <c:formatCode>General</c:formatCode>
                <c:ptCount val="2"/>
                <c:pt idx="0">
                  <c:v>11.25</c:v>
                </c:pt>
                <c:pt idx="1">
                  <c:v>11.25</c:v>
                </c:pt>
              </c:numCache>
            </c:numRef>
          </c:xVal>
          <c:yVal>
            <c:numRef>
              <c:f>'Chart Data'!$T$2:$T$3</c:f>
              <c:numCache>
                <c:formatCode>0</c:formatCode>
                <c:ptCount val="2"/>
                <c:pt idx="0">
                  <c:v>72</c:v>
                </c:pt>
                <c:pt idx="1">
                  <c:v>84.75</c:v>
                </c:pt>
              </c:numCache>
            </c:numRef>
          </c:yVal>
          <c:smooth val="0"/>
        </c:ser>
        <c:ser>
          <c:idx val="10"/>
          <c:order val="10"/>
          <c:tx>
            <c:v>CS hatch</c:v>
          </c:tx>
          <c:spPr>
            <a:ln xmlns:a="http://schemas.openxmlformats.org/drawingml/2006/main" w="11430">
              <a:solidFill>
                <a:srgbClr val="85B8D6"/>
              </a:solidFill>
            </a:ln>
          </c:spPr>
          <c:marker>
            <c:symbol val="none"/>
          </c:marker>
          <c:xVal>
            <c:numRef>
              <c:f>'Chart Data'!$U$2:$U$3</c:f>
              <c:numCache>
                <c:formatCode>General</c:formatCode>
                <c:ptCount val="2"/>
                <c:pt idx="0">
                  <c:v>12.5</c:v>
                </c:pt>
                <c:pt idx="1">
                  <c:v>12.5</c:v>
                </c:pt>
              </c:numCache>
            </c:numRef>
          </c:xVal>
          <c:yVal>
            <c:numRef>
              <c:f>'Chart Data'!$V$2:$V$3</c:f>
              <c:numCache>
                <c:formatCode>0</c:formatCode>
                <c:ptCount val="2"/>
                <c:pt idx="0">
                  <c:v>72</c:v>
                </c:pt>
                <c:pt idx="1">
                  <c:v>83.5</c:v>
                </c:pt>
              </c:numCache>
            </c:numRef>
          </c:yVal>
          <c:smooth val="0"/>
        </c:ser>
        <c:ser>
          <c:idx val="11"/>
          <c:order val="11"/>
          <c:tx>
            <c:v>CS hatch</c:v>
          </c:tx>
          <c:spPr>
            <a:ln xmlns:a="http://schemas.openxmlformats.org/drawingml/2006/main" w="11430">
              <a:solidFill>
                <a:srgbClr val="85B8D6"/>
              </a:solidFill>
            </a:ln>
          </c:spPr>
          <c:marker>
            <c:symbol val="none"/>
          </c:marker>
          <c:xVal>
            <c:numRef>
              <c:f>'Chart Data'!$W$2:$W$3</c:f>
              <c:numCache>
                <c:formatCode>General</c:formatCode>
                <c:ptCount val="2"/>
                <c:pt idx="0">
                  <c:v>13.75</c:v>
                </c:pt>
                <c:pt idx="1">
                  <c:v>13.75</c:v>
                </c:pt>
              </c:numCache>
            </c:numRef>
          </c:xVal>
          <c:yVal>
            <c:numRef>
              <c:f>'Chart Data'!$X$2:$X$3</c:f>
              <c:numCache>
                <c:formatCode>0</c:formatCode>
                <c:ptCount val="2"/>
                <c:pt idx="0">
                  <c:v>72</c:v>
                </c:pt>
                <c:pt idx="1">
                  <c:v>82.25</c:v>
                </c:pt>
              </c:numCache>
            </c:numRef>
          </c:yVal>
          <c:smooth val="0"/>
        </c:ser>
        <c:ser>
          <c:idx val="12"/>
          <c:order val="12"/>
          <c:tx>
            <c:v>CS hatch</c:v>
          </c:tx>
          <c:spPr>
            <a:ln xmlns:a="http://schemas.openxmlformats.org/drawingml/2006/main" w="11430">
              <a:solidFill>
                <a:srgbClr val="85B8D6"/>
              </a:solidFill>
            </a:ln>
          </c:spPr>
          <c:marker>
            <c:symbol val="none"/>
          </c:marker>
          <c:xVal>
            <c:numRef>
              <c:f>'Chart Data'!$Y$2:$Y$3</c:f>
              <c:numCache>
                <c:formatCode>General</c:formatCode>
                <c:ptCount val="2"/>
                <c:pt idx="0">
                  <c:v>15</c:v>
                </c:pt>
                <c:pt idx="1">
                  <c:v>15</c:v>
                </c:pt>
              </c:numCache>
            </c:numRef>
          </c:xVal>
          <c:yVal>
            <c:numRef>
              <c:f>'Chart Data'!$Z$2:$Z$3</c:f>
              <c:numCache>
                <c:formatCode>0</c:formatCode>
                <c:ptCount val="2"/>
                <c:pt idx="0">
                  <c:v>72</c:v>
                </c:pt>
                <c:pt idx="1">
                  <c:v>81</c:v>
                </c:pt>
              </c:numCache>
            </c:numRef>
          </c:yVal>
          <c:smooth val="0"/>
        </c:ser>
        <c:ser>
          <c:idx val="13"/>
          <c:order val="13"/>
          <c:tx>
            <c:v>CS hatch</c:v>
          </c:tx>
          <c:spPr>
            <a:ln xmlns:a="http://schemas.openxmlformats.org/drawingml/2006/main" w="11430">
              <a:solidFill>
                <a:srgbClr val="85B8D6"/>
              </a:solidFill>
            </a:ln>
          </c:spPr>
          <c:marker>
            <c:symbol val="none"/>
          </c:marker>
          <c:xVal>
            <c:numRef>
              <c:f>'Chart Data'!$AA$2:$AA$3</c:f>
              <c:numCache>
                <c:formatCode>General</c:formatCode>
                <c:ptCount val="2"/>
                <c:pt idx="0">
                  <c:v>16.25</c:v>
                </c:pt>
                <c:pt idx="1">
                  <c:v>16.25</c:v>
                </c:pt>
              </c:numCache>
            </c:numRef>
          </c:xVal>
          <c:yVal>
            <c:numRef>
              <c:f>'Chart Data'!$AB$2:$AB$3</c:f>
              <c:numCache>
                <c:formatCode>0</c:formatCode>
                <c:ptCount val="2"/>
                <c:pt idx="0">
                  <c:v>72</c:v>
                </c:pt>
                <c:pt idx="1">
                  <c:v>79.75</c:v>
                </c:pt>
              </c:numCache>
            </c:numRef>
          </c:yVal>
          <c:smooth val="0"/>
        </c:ser>
        <c:ser>
          <c:idx val="14"/>
          <c:order val="14"/>
          <c:tx>
            <c:v>CS hatch</c:v>
          </c:tx>
          <c:spPr>
            <a:ln xmlns:a="http://schemas.openxmlformats.org/drawingml/2006/main" w="11430">
              <a:solidFill>
                <a:srgbClr val="85B8D6"/>
              </a:solidFill>
            </a:ln>
          </c:spPr>
          <c:marker>
            <c:symbol val="none"/>
          </c:marker>
          <c:xVal>
            <c:numRef>
              <c:f>'Chart Data'!$AC$2:$AC$3</c:f>
              <c:numCache>
                <c:formatCode>General</c:formatCode>
                <c:ptCount val="2"/>
                <c:pt idx="0">
                  <c:v>17.5</c:v>
                </c:pt>
                <c:pt idx="1">
                  <c:v>17.5</c:v>
                </c:pt>
              </c:numCache>
            </c:numRef>
          </c:xVal>
          <c:yVal>
            <c:numRef>
              <c:f>'Chart Data'!$AD$2:$AD$3</c:f>
              <c:numCache>
                <c:formatCode>0</c:formatCode>
                <c:ptCount val="2"/>
                <c:pt idx="0">
                  <c:v>72</c:v>
                </c:pt>
                <c:pt idx="1">
                  <c:v>78.5</c:v>
                </c:pt>
              </c:numCache>
            </c:numRef>
          </c:yVal>
          <c:smooth val="0"/>
        </c:ser>
        <c:ser>
          <c:idx val="15"/>
          <c:order val="15"/>
          <c:tx>
            <c:v>CS hatch</c:v>
          </c:tx>
          <c:spPr>
            <a:ln xmlns:a="http://schemas.openxmlformats.org/drawingml/2006/main" w="11430">
              <a:solidFill>
                <a:srgbClr val="85B8D6"/>
              </a:solidFill>
            </a:ln>
          </c:spPr>
          <c:marker>
            <c:symbol val="none"/>
          </c:marker>
          <c:xVal>
            <c:numRef>
              <c:f>'Chart Data'!$AE$2:$AE$3</c:f>
              <c:numCache>
                <c:formatCode>General</c:formatCode>
                <c:ptCount val="2"/>
                <c:pt idx="0">
                  <c:v>18.75</c:v>
                </c:pt>
                <c:pt idx="1">
                  <c:v>18.75</c:v>
                </c:pt>
              </c:numCache>
            </c:numRef>
          </c:xVal>
          <c:yVal>
            <c:numRef>
              <c:f>'Chart Data'!$AF$2:$AF$3</c:f>
              <c:numCache>
                <c:formatCode>0</c:formatCode>
                <c:ptCount val="2"/>
                <c:pt idx="0">
                  <c:v>72</c:v>
                </c:pt>
                <c:pt idx="1">
                  <c:v>77.25</c:v>
                </c:pt>
              </c:numCache>
            </c:numRef>
          </c:yVal>
          <c:smooth val="0"/>
        </c:ser>
        <c:ser>
          <c:idx val="16"/>
          <c:order val="16"/>
          <c:tx>
            <c:v>CS hatch</c:v>
          </c:tx>
          <c:spPr>
            <a:ln xmlns:a="http://schemas.openxmlformats.org/drawingml/2006/main" w="11430">
              <a:solidFill>
                <a:srgbClr val="85B8D6"/>
              </a:solidFill>
            </a:ln>
          </c:spPr>
          <c:marker>
            <c:symbol val="none"/>
          </c:marker>
          <c:xVal>
            <c:numRef>
              <c:f>'Chart Data'!$AG$2:$AG$3</c:f>
              <c:numCache>
                <c:formatCode>General</c:formatCode>
                <c:ptCount val="2"/>
                <c:pt idx="0">
                  <c:v>20</c:v>
                </c:pt>
                <c:pt idx="1">
                  <c:v>20</c:v>
                </c:pt>
              </c:numCache>
            </c:numRef>
          </c:xVal>
          <c:yVal>
            <c:numRef>
              <c:f>'Chart Data'!$AH$2:$AH$3</c:f>
              <c:numCache>
                <c:formatCode>0</c:formatCode>
                <c:ptCount val="2"/>
                <c:pt idx="0">
                  <c:v>72</c:v>
                </c:pt>
                <c:pt idx="1">
                  <c:v>76</c:v>
                </c:pt>
              </c:numCache>
            </c:numRef>
          </c:yVal>
          <c:smooth val="0"/>
        </c:ser>
        <c:ser>
          <c:idx val="17"/>
          <c:order val="17"/>
          <c:tx>
            <c:v>CS hatch</c:v>
          </c:tx>
          <c:spPr>
            <a:ln xmlns:a="http://schemas.openxmlformats.org/drawingml/2006/main" w="11430">
              <a:solidFill>
                <a:srgbClr val="85B8D6"/>
              </a:solidFill>
            </a:ln>
          </c:spPr>
          <c:marker>
            <c:symbol val="none"/>
          </c:marker>
          <c:xVal>
            <c:numRef>
              <c:f>'Chart Data'!$AI$2:$AI$3</c:f>
              <c:numCache>
                <c:formatCode>General</c:formatCode>
                <c:ptCount val="2"/>
                <c:pt idx="0">
                  <c:v>21.25</c:v>
                </c:pt>
                <c:pt idx="1">
                  <c:v>21.25</c:v>
                </c:pt>
              </c:numCache>
            </c:numRef>
          </c:xVal>
          <c:yVal>
            <c:numRef>
              <c:f>'Chart Data'!$AJ$2:$AJ$3</c:f>
              <c:numCache>
                <c:formatCode>0</c:formatCode>
                <c:ptCount val="2"/>
                <c:pt idx="0">
                  <c:v>72</c:v>
                </c:pt>
                <c:pt idx="1">
                  <c:v>74.75</c:v>
                </c:pt>
              </c:numCache>
            </c:numRef>
          </c:yVal>
          <c:smooth val="0"/>
        </c:ser>
        <c:ser>
          <c:idx val="18"/>
          <c:order val="18"/>
          <c:tx>
            <c:v>CS hatch</c:v>
          </c:tx>
          <c:spPr>
            <a:ln xmlns:a="http://schemas.openxmlformats.org/drawingml/2006/main" w="11430">
              <a:solidFill>
                <a:srgbClr val="85B8D6"/>
              </a:solidFill>
            </a:ln>
          </c:spPr>
          <c:marker>
            <c:symbol val="none"/>
          </c:marker>
          <c:xVal>
            <c:numRef>
              <c:f>'Chart Data'!$AK$2:$AK$3</c:f>
              <c:numCache>
                <c:formatCode>General</c:formatCode>
                <c:ptCount val="2"/>
                <c:pt idx="0">
                  <c:v>22.5</c:v>
                </c:pt>
                <c:pt idx="1">
                  <c:v>22.5</c:v>
                </c:pt>
              </c:numCache>
            </c:numRef>
          </c:xVal>
          <c:yVal>
            <c:numRef>
              <c:f>'Chart Data'!$AL$2:$AL$3</c:f>
              <c:numCache>
                <c:formatCode>0</c:formatCode>
                <c:ptCount val="2"/>
                <c:pt idx="0">
                  <c:v>72</c:v>
                </c:pt>
                <c:pt idx="1">
                  <c:v>73.5</c:v>
                </c:pt>
              </c:numCache>
            </c:numRef>
          </c:yVal>
          <c:smooth val="0"/>
        </c:ser>
        <c:ser>
          <c:idx val="19"/>
          <c:order val="19"/>
          <c:tx>
            <c:v>CS hatch</c:v>
          </c:tx>
          <c:spPr>
            <a:ln xmlns:a="http://schemas.openxmlformats.org/drawingml/2006/main" w="11430">
              <a:solidFill>
                <a:srgbClr val="85B8D6"/>
              </a:solidFill>
            </a:ln>
          </c:spPr>
          <c:marker>
            <c:symbol val="none"/>
          </c:marker>
          <c:xVal>
            <c:numRef>
              <c:f>'Chart Data'!$AM$2:$AM$3</c:f>
              <c:numCache>
                <c:formatCode>General</c:formatCode>
                <c:ptCount val="2"/>
                <c:pt idx="0">
                  <c:v>23.75</c:v>
                </c:pt>
                <c:pt idx="1">
                  <c:v>23.75</c:v>
                </c:pt>
              </c:numCache>
            </c:numRef>
          </c:xVal>
          <c:yVal>
            <c:numRef>
              <c:f>'Chart Data'!$AN$2:$AN$3</c:f>
              <c:numCache>
                <c:formatCode>0</c:formatCode>
                <c:ptCount val="2"/>
                <c:pt idx="0">
                  <c:v>72</c:v>
                </c:pt>
                <c:pt idx="1">
                  <c:v>72.25</c:v>
                </c:pt>
              </c:numCache>
            </c:numRef>
          </c:yVal>
          <c:smooth val="0"/>
        </c:ser>
        <c:ser>
          <c:idx val="20"/>
          <c:order val="20"/>
          <c:tx>
            <c:v>Qm</c:v>
          </c:tx>
          <c:spPr>
            <a:ln xmlns:a="http://schemas.openxmlformats.org/drawingml/2006/main" w="12383">
              <a:solidFill>
                <a:srgbClr val="445B6B"/>
              </a:solidFill>
            </a:ln>
          </c:spPr>
          <c:marker>
            <c:symbol val="none"/>
          </c:marker>
          <c:xVal>
            <c:numRef>
              <c:f>'Chart Data'!$AO$2:$AO$3</c:f>
              <c:numCache>
                <c:formatCode>General</c:formatCode>
                <c:ptCount val="2"/>
                <c:pt idx="0">
                  <c:v>24</c:v>
                </c:pt>
                <c:pt idx="1">
                  <c:v>24</c:v>
                </c:pt>
              </c:numCache>
            </c:numRef>
          </c:xVal>
          <c:yVal>
            <c:numRef>
              <c:f>'Chart Data'!$AP$2:$AP$3</c:f>
              <c:numCache>
                <c:formatCode>0</c:formatCode>
                <c:ptCount val="2"/>
                <c:pt idx="0">
                  <c:v>0</c:v>
                </c:pt>
                <c:pt idx="1">
                  <c:v>72</c:v>
                </c:pt>
              </c:numCache>
            </c:numRef>
          </c:yVal>
          <c:smooth val="0"/>
        </c:ser>
        <c:ser>
          <c:idx val="21"/>
          <c:order val="21"/>
          <c:tx>
            <c:v>Pm</c:v>
          </c:tx>
          <c:spPr>
            <a:ln xmlns:a="http://schemas.openxmlformats.org/drawingml/2006/main" w="12383">
              <a:solidFill>
                <a:srgbClr val="445B6B"/>
              </a:solidFill>
            </a:ln>
          </c:spPr>
          <c:marker>
            <c:symbol val="none"/>
          </c:marker>
          <c:xVal>
            <c:numRef>
              <c:f>'Chart Data'!$AQ$2:$AQ$3</c:f>
              <c:numCache>
                <c:formatCode>General</c:formatCode>
                <c:ptCount val="2"/>
                <c:pt idx="0">
                  <c:v>0</c:v>
                </c:pt>
                <c:pt idx="1">
                  <c:v>24</c:v>
                </c:pt>
              </c:numCache>
            </c:numRef>
          </c:xVal>
          <c:yVal>
            <c:numRef>
              <c:f>'Chart Data'!$AR$2:$AR$3</c:f>
              <c:numCache>
                <c:formatCode>0</c:formatCode>
                <c:ptCount val="2"/>
                <c:pt idx="0">
                  <c:v>72</c:v>
                </c:pt>
                <c:pt idx="1">
                  <c:v>72</c:v>
                </c:pt>
              </c:numCache>
            </c:numRef>
          </c:yVal>
          <c:smooth val="0"/>
        </c:ser>
        <c:ser>
          <c:idx val="22"/>
          <c:order val="2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24.9</c:v>
                </c:pt>
              </c:numCache>
            </c:numRef>
          </c:xVal>
          <c:yVal>
            <c:numRef>
              <c:f>'Chart Data'!$AT$2:$AT$2</c:f>
              <c:numCache>
                <c:formatCode>0</c:formatCode>
                <c:ptCount val="1"/>
                <c:pt idx="0">
                  <c:v>78.5</c:v>
                </c:pt>
              </c:numCache>
            </c:numRef>
          </c:yVal>
          <c:smooth val="0"/>
        </c:ser>
        <c:ser>
          <c:idx val="23"/>
          <c:order val="23"/>
          <c:tx>
            <c:v>Vraag = GO</c:v>
          </c:tx>
          <c:spPr>
            <a:ln xmlns:a="http://schemas.openxmlformats.org/drawingml/2006/main" w="38100">
              <a:solidFill>
                <a:srgbClr val="17658A"/>
              </a:solidFill>
            </a:ln>
          </c:spPr>
          <c:marker>
            <c:symbol val="none"/>
          </c:marker>
          <c:xVal>
            <c:numRef>
              <c:f>'Chart Data'!$AU$2:$AU$3</c:f>
              <c:numCache>
                <c:formatCode>General</c:formatCode>
                <c:ptCount val="2"/>
                <c:pt idx="0">
                  <c:v>0</c:v>
                </c:pt>
                <c:pt idx="1">
                  <c:v>60</c:v>
                </c:pt>
              </c:numCache>
            </c:numRef>
          </c:xVal>
          <c:yVal>
            <c:numRef>
              <c:f>'Chart Data'!$AV$2:$AV$3</c:f>
              <c:numCache>
                <c:formatCode>0</c:formatCode>
                <c:ptCount val="2"/>
                <c:pt idx="0">
                  <c:v>96</c:v>
                </c:pt>
                <c:pt idx="1">
                  <c:v>36</c:v>
                </c:pt>
              </c:numCache>
            </c:numRef>
          </c:yVal>
          <c:smooth val="0"/>
        </c:ser>
        <c:ser>
          <c:idx val="24"/>
          <c:order val="24"/>
          <c:tx>
            <c:v>MK</c:v>
          </c:tx>
          <c:spPr>
            <a:ln xmlns:a="http://schemas.openxmlformats.org/drawingml/2006/main" w="38100">
              <a:solidFill>
                <a:srgbClr val="A94D16"/>
              </a:solidFill>
            </a:ln>
          </c:spPr>
          <c:marker>
            <c:symbol val="none"/>
          </c:marker>
          <c:xVal>
            <c:numRef>
              <c:f>'Chart Data'!$AW$2:$AW$3</c:f>
              <c:numCache>
                <c:formatCode>General</c:formatCode>
                <c:ptCount val="2"/>
                <c:pt idx="0">
                  <c:v>0</c:v>
                </c:pt>
                <c:pt idx="1">
                  <c:v>60</c:v>
                </c:pt>
              </c:numCache>
            </c:numRef>
          </c:xVal>
          <c:yVal>
            <c:numRef>
              <c:f>'Chart Data'!$AX$2:$AX$3</c:f>
              <c:numCache>
                <c:formatCode>0</c:formatCode>
                <c:ptCount val="2"/>
                <c:pt idx="0">
                  <c:v>24</c:v>
                </c:pt>
                <c:pt idx="1">
                  <c:v>84</c:v>
                </c:pt>
              </c:numCache>
            </c:numRef>
          </c:yVal>
          <c:smooth val="0"/>
        </c:ser>
        <c:ser>
          <c:idx val="25"/>
          <c:order val="25"/>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Data'!$AY$2:$AY$2</c:f>
              <c:numCache>
                <c:formatCode>General</c:formatCode>
                <c:ptCount val="1"/>
                <c:pt idx="0">
                  <c:v>46.8</c:v>
                </c:pt>
              </c:numCache>
            </c:numRef>
          </c:xVal>
          <c:yVal>
            <c:numRef>
              <c:f>'Chart Data'!$AZ$2:$AZ$2</c:f>
              <c:numCache>
                <c:formatCode>0</c:formatCode>
                <c:ptCount val="1"/>
                <c:pt idx="0">
                  <c:v>31.2</c:v>
                </c:pt>
              </c:numCache>
            </c:numRef>
          </c:yVal>
          <c:smooth val="0"/>
        </c:ser>
        <c:ser>
          <c:idx val="26"/>
          <c:order val="26"/>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Data'!$BA$2:$BA$2</c:f>
              <c:numCache>
                <c:formatCode>General</c:formatCode>
                <c:ptCount val="1"/>
                <c:pt idx="0">
                  <c:v>53.4</c:v>
                </c:pt>
              </c:numCache>
            </c:numRef>
          </c:xVal>
          <c:yVal>
            <c:numRef>
              <c:f>'Chart Data'!$BB$2:$BB$2</c:f>
              <c:numCache>
                <c:formatCode>0</c:formatCode>
                <c:ptCount val="1"/>
                <c:pt idx="0">
                  <c:v>84.9</c:v>
                </c:pt>
              </c:numCache>
            </c:numRef>
          </c:yVal>
          <c:smooth val="0"/>
        </c:ser>
        <c:ser>
          <c:idx val="27"/>
          <c:order val="27"/>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Data'!$BC$2:$BC$2</c:f>
              <c:numCache>
                <c:formatCode>General</c:formatCode>
                <c:ptCount val="1"/>
                <c:pt idx="0">
                  <c:v>24</c:v>
                </c:pt>
              </c:numCache>
            </c:numRef>
          </c:xVal>
          <c:yVal>
            <c:numRef>
              <c:f>'Chart Data'!$BD$2:$BD$2</c:f>
              <c:numCache>
                <c:formatCode>0</c:formatCode>
                <c:ptCount val="1"/>
                <c:pt idx="0">
                  <c:v>72</c:v>
                </c:pt>
              </c:numCache>
            </c:numRef>
          </c:yVal>
          <c:smooth val="0"/>
        </c:ser>
        <c:ser>
          <c:idx val="28"/>
          <c:order val="28"/>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Data'!$BE$2:$BE$2</c:f>
              <c:numCache>
                <c:formatCode>General</c:formatCode>
                <c:ptCount val="1"/>
                <c:pt idx="0">
                  <c:v>7.2</c:v>
                </c:pt>
              </c:numCache>
            </c:numRef>
          </c:xVal>
          <c:yVal>
            <c:numRef>
              <c:f>'Chart Data'!$BF$2:$BF$2</c:f>
              <c:numCache>
                <c:formatCode>0</c:formatCode>
                <c:ptCount val="1"/>
                <c:pt idx="0">
                  <c:v>78.24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PS boundary</c:v>
          </c:tx>
          <c:spPr>
            <a:ln xmlns:a="http://schemas.openxmlformats.org/drawingml/2006/main" w="21908">
              <a:solidFill>
                <a:srgbClr val="68B39A"/>
              </a:solidFill>
            </a:ln>
          </c:spPr>
          <c:marker>
            <c:symbol val="none"/>
          </c:marker>
          <c:xVal>
            <c:numRef>
              <c:f>'Chart Data'!$A$2:$A$6</c:f>
              <c:numCache>
                <c:formatCode>General</c:formatCode>
                <c:ptCount val="5"/>
                <c:pt idx="0">
                  <c:v>0</c:v>
                </c:pt>
                <c:pt idx="1">
                  <c:v>24</c:v>
                </c:pt>
                <c:pt idx="2">
                  <c:v>24</c:v>
                </c:pt>
                <c:pt idx="3">
                  <c:v>0</c:v>
                </c:pt>
                <c:pt idx="4">
                  <c:v>0</c:v>
                </c:pt>
              </c:numCache>
            </c:numRef>
          </c:xVal>
          <c:yVal>
            <c:numRef>
              <c:f>'Chart Data'!$B$2:$B$6</c:f>
              <c:numCache>
                <c:formatCode>0</c:formatCode>
                <c:ptCount val="5"/>
                <c:pt idx="0">
                  <c:v>24</c:v>
                </c:pt>
                <c:pt idx="1">
                  <c:v>48</c:v>
                </c:pt>
                <c:pt idx="2">
                  <c:v>72</c:v>
                </c:pt>
                <c:pt idx="3">
                  <c:v>72</c:v>
                </c:pt>
                <c:pt idx="4">
                  <c:v>24</c:v>
                </c:pt>
              </c:numCache>
            </c:numRef>
          </c:yVal>
          <c:smooth val="0"/>
        </c:ser>
        <c:ser>
          <c:idx val="1"/>
          <c:order val="1"/>
          <c:tx>
            <c:v>PS hatch</c:v>
          </c:tx>
          <c:spPr>
            <a:ln xmlns:a="http://schemas.openxmlformats.org/drawingml/2006/main" w="11430">
              <a:solidFill>
                <a:srgbClr val="68B39A"/>
              </a:solidFill>
            </a:ln>
          </c:spPr>
          <c:marker>
            <c:symbol val="none"/>
          </c:marker>
          <c:xVal>
            <c:numRef>
              <c:f>'Chart Data'!$C$2:$C$3</c:f>
              <c:numCache>
                <c:formatCode>General</c:formatCode>
                <c:ptCount val="2"/>
                <c:pt idx="0">
                  <c:v>1.25</c:v>
                </c:pt>
                <c:pt idx="1">
                  <c:v>1.25</c:v>
                </c:pt>
              </c:numCache>
            </c:numRef>
          </c:xVal>
          <c:yVal>
            <c:numRef>
              <c:f>'Chart Data'!$D$2:$D$3</c:f>
              <c:numCache>
                <c:formatCode>0</c:formatCode>
                <c:ptCount val="2"/>
                <c:pt idx="0">
                  <c:v>25.25</c:v>
                </c:pt>
                <c:pt idx="1">
                  <c:v>72</c:v>
                </c:pt>
              </c:numCache>
            </c:numRef>
          </c:yVal>
          <c:smooth val="0"/>
        </c:ser>
        <c:ser>
          <c:idx val="2"/>
          <c:order val="2"/>
          <c:tx>
            <c:v>PS hatch</c:v>
          </c:tx>
          <c:spPr>
            <a:ln xmlns:a="http://schemas.openxmlformats.org/drawingml/2006/main" w="11430">
              <a:solidFill>
                <a:srgbClr val="68B39A"/>
              </a:solidFill>
            </a:ln>
          </c:spPr>
          <c:marker>
            <c:symbol val="none"/>
          </c:marker>
          <c:xVal>
            <c:numRef>
              <c:f>'Chart Data'!$E$2:$E$3</c:f>
              <c:numCache>
                <c:formatCode>General</c:formatCode>
                <c:ptCount val="2"/>
                <c:pt idx="0">
                  <c:v>2.5</c:v>
                </c:pt>
                <c:pt idx="1">
                  <c:v>2.5</c:v>
                </c:pt>
              </c:numCache>
            </c:numRef>
          </c:xVal>
          <c:yVal>
            <c:numRef>
              <c:f>'Chart Data'!$F$2:$F$3</c:f>
              <c:numCache>
                <c:formatCode>0</c:formatCode>
                <c:ptCount val="2"/>
                <c:pt idx="0">
                  <c:v>26.5</c:v>
                </c:pt>
                <c:pt idx="1">
                  <c:v>72</c:v>
                </c:pt>
              </c:numCache>
            </c:numRef>
          </c:yVal>
          <c:smooth val="0"/>
        </c:ser>
        <c:ser>
          <c:idx val="3"/>
          <c:order val="3"/>
          <c:tx>
            <c:v>PS hatch</c:v>
          </c:tx>
          <c:spPr>
            <a:ln xmlns:a="http://schemas.openxmlformats.org/drawingml/2006/main" w="11430">
              <a:solidFill>
                <a:srgbClr val="68B39A"/>
              </a:solidFill>
            </a:ln>
          </c:spPr>
          <c:marker>
            <c:symbol val="none"/>
          </c:marker>
          <c:xVal>
            <c:numRef>
              <c:f>'Chart Data'!$G$2:$G$3</c:f>
              <c:numCache>
                <c:formatCode>General</c:formatCode>
                <c:ptCount val="2"/>
                <c:pt idx="0">
                  <c:v>3.75</c:v>
                </c:pt>
                <c:pt idx="1">
                  <c:v>3.75</c:v>
                </c:pt>
              </c:numCache>
            </c:numRef>
          </c:xVal>
          <c:yVal>
            <c:numRef>
              <c:f>'Chart Data'!$H$2:$H$3</c:f>
              <c:numCache>
                <c:formatCode>0</c:formatCode>
                <c:ptCount val="2"/>
                <c:pt idx="0">
                  <c:v>27.75</c:v>
                </c:pt>
                <c:pt idx="1">
                  <c:v>72</c:v>
                </c:pt>
              </c:numCache>
            </c:numRef>
          </c:yVal>
          <c:smooth val="0"/>
        </c:ser>
        <c:ser>
          <c:idx val="4"/>
          <c:order val="4"/>
          <c:tx>
            <c:v>PS hatch</c:v>
          </c:tx>
          <c:spPr>
            <a:ln xmlns:a="http://schemas.openxmlformats.org/drawingml/2006/main" w="11430">
              <a:solidFill>
                <a:srgbClr val="68B39A"/>
              </a:solidFill>
            </a:ln>
          </c:spPr>
          <c:marker>
            <c:symbol val="none"/>
          </c:marker>
          <c:xVal>
            <c:numRef>
              <c:f>'Chart Data'!$I$2:$I$3</c:f>
              <c:numCache>
                <c:formatCode>General</c:formatCode>
                <c:ptCount val="2"/>
                <c:pt idx="0">
                  <c:v>5</c:v>
                </c:pt>
                <c:pt idx="1">
                  <c:v>5</c:v>
                </c:pt>
              </c:numCache>
            </c:numRef>
          </c:xVal>
          <c:yVal>
            <c:numRef>
              <c:f>'Chart Data'!$J$2:$J$3</c:f>
              <c:numCache>
                <c:formatCode>0</c:formatCode>
                <c:ptCount val="2"/>
                <c:pt idx="0">
                  <c:v>29</c:v>
                </c:pt>
                <c:pt idx="1">
                  <c:v>72</c:v>
                </c:pt>
              </c:numCache>
            </c:numRef>
          </c:yVal>
          <c:smooth val="0"/>
        </c:ser>
        <c:ser>
          <c:idx val="5"/>
          <c:order val="5"/>
          <c:tx>
            <c:v>PS hatch</c:v>
          </c:tx>
          <c:spPr>
            <a:ln xmlns:a="http://schemas.openxmlformats.org/drawingml/2006/main" w="11430">
              <a:solidFill>
                <a:srgbClr val="68B39A"/>
              </a:solidFill>
            </a:ln>
          </c:spPr>
          <c:marker>
            <c:symbol val="none"/>
          </c:marker>
          <c:xVal>
            <c:numRef>
              <c:f>'Chart Data'!$K$2:$K$3</c:f>
              <c:numCache>
                <c:formatCode>General</c:formatCode>
                <c:ptCount val="2"/>
                <c:pt idx="0">
                  <c:v>6.25</c:v>
                </c:pt>
                <c:pt idx="1">
                  <c:v>6.25</c:v>
                </c:pt>
              </c:numCache>
            </c:numRef>
          </c:xVal>
          <c:yVal>
            <c:numRef>
              <c:f>'Chart Data'!$L$2:$L$3</c:f>
              <c:numCache>
                <c:formatCode>0</c:formatCode>
                <c:ptCount val="2"/>
                <c:pt idx="0">
                  <c:v>30.25</c:v>
                </c:pt>
                <c:pt idx="1">
                  <c:v>72</c:v>
                </c:pt>
              </c:numCache>
            </c:numRef>
          </c:yVal>
          <c:smooth val="0"/>
        </c:ser>
        <c:ser>
          <c:idx val="6"/>
          <c:order val="6"/>
          <c:tx>
            <c:v>PS hatch</c:v>
          </c:tx>
          <c:spPr>
            <a:ln xmlns:a="http://schemas.openxmlformats.org/drawingml/2006/main" w="11430">
              <a:solidFill>
                <a:srgbClr val="68B39A"/>
              </a:solidFill>
            </a:ln>
          </c:spPr>
          <c:marker>
            <c:symbol val="none"/>
          </c:marker>
          <c:xVal>
            <c:numRef>
              <c:f>'Chart Data'!$M$2:$M$3</c:f>
              <c:numCache>
                <c:formatCode>General</c:formatCode>
                <c:ptCount val="2"/>
                <c:pt idx="0">
                  <c:v>7.5</c:v>
                </c:pt>
                <c:pt idx="1">
                  <c:v>7.5</c:v>
                </c:pt>
              </c:numCache>
            </c:numRef>
          </c:xVal>
          <c:yVal>
            <c:numRef>
              <c:f>'Chart Data'!$N$2:$N$3</c:f>
              <c:numCache>
                <c:formatCode>0</c:formatCode>
                <c:ptCount val="2"/>
                <c:pt idx="0">
                  <c:v>31.5</c:v>
                </c:pt>
                <c:pt idx="1">
                  <c:v>72</c:v>
                </c:pt>
              </c:numCache>
            </c:numRef>
          </c:yVal>
          <c:smooth val="0"/>
        </c:ser>
        <c:ser>
          <c:idx val="7"/>
          <c:order val="7"/>
          <c:tx>
            <c:v>PS hatch</c:v>
          </c:tx>
          <c:spPr>
            <a:ln xmlns:a="http://schemas.openxmlformats.org/drawingml/2006/main" w="11430">
              <a:solidFill>
                <a:srgbClr val="68B39A"/>
              </a:solidFill>
            </a:ln>
          </c:spPr>
          <c:marker>
            <c:symbol val="none"/>
          </c:marker>
          <c:xVal>
            <c:numRef>
              <c:f>'Chart Data'!$O$2:$O$3</c:f>
              <c:numCache>
                <c:formatCode>General</c:formatCode>
                <c:ptCount val="2"/>
                <c:pt idx="0">
                  <c:v>8.75</c:v>
                </c:pt>
                <c:pt idx="1">
                  <c:v>8.75</c:v>
                </c:pt>
              </c:numCache>
            </c:numRef>
          </c:xVal>
          <c:yVal>
            <c:numRef>
              <c:f>'Chart Data'!$P$2:$P$3</c:f>
              <c:numCache>
                <c:formatCode>0</c:formatCode>
                <c:ptCount val="2"/>
                <c:pt idx="0">
                  <c:v>32.75</c:v>
                </c:pt>
                <c:pt idx="1">
                  <c:v>72</c:v>
                </c:pt>
              </c:numCache>
            </c:numRef>
          </c:yVal>
          <c:smooth val="0"/>
        </c:ser>
        <c:ser>
          <c:idx val="8"/>
          <c:order val="8"/>
          <c:tx>
            <c:v>PS hatch</c:v>
          </c:tx>
          <c:spPr>
            <a:ln xmlns:a="http://schemas.openxmlformats.org/drawingml/2006/main" w="11430">
              <a:solidFill>
                <a:srgbClr val="68B39A"/>
              </a:solidFill>
            </a:ln>
          </c:spPr>
          <c:marker>
            <c:symbol val="none"/>
          </c:marker>
          <c:xVal>
            <c:numRef>
              <c:f>'Chart Data'!$Q$2:$Q$3</c:f>
              <c:numCache>
                <c:formatCode>General</c:formatCode>
                <c:ptCount val="2"/>
                <c:pt idx="0">
                  <c:v>10</c:v>
                </c:pt>
                <c:pt idx="1">
                  <c:v>10</c:v>
                </c:pt>
              </c:numCache>
            </c:numRef>
          </c:xVal>
          <c:yVal>
            <c:numRef>
              <c:f>'Chart Data'!$R$2:$R$3</c:f>
              <c:numCache>
                <c:formatCode>0</c:formatCode>
                <c:ptCount val="2"/>
                <c:pt idx="0">
                  <c:v>34</c:v>
                </c:pt>
                <c:pt idx="1">
                  <c:v>72</c:v>
                </c:pt>
              </c:numCache>
            </c:numRef>
          </c:yVal>
          <c:smooth val="0"/>
        </c:ser>
        <c:ser>
          <c:idx val="9"/>
          <c:order val="9"/>
          <c:tx>
            <c:v>PS hatch</c:v>
          </c:tx>
          <c:spPr>
            <a:ln xmlns:a="http://schemas.openxmlformats.org/drawingml/2006/main" w="11430">
              <a:solidFill>
                <a:srgbClr val="68B39A"/>
              </a:solidFill>
            </a:ln>
          </c:spPr>
          <c:marker>
            <c:symbol val="none"/>
          </c:marker>
          <c:xVal>
            <c:numRef>
              <c:f>'Chart Data'!$S$2:$S$3</c:f>
              <c:numCache>
                <c:formatCode>General</c:formatCode>
                <c:ptCount val="2"/>
                <c:pt idx="0">
                  <c:v>11.25</c:v>
                </c:pt>
                <c:pt idx="1">
                  <c:v>11.25</c:v>
                </c:pt>
              </c:numCache>
            </c:numRef>
          </c:xVal>
          <c:yVal>
            <c:numRef>
              <c:f>'Chart Data'!$T$2:$T$3</c:f>
              <c:numCache>
                <c:formatCode>0</c:formatCode>
                <c:ptCount val="2"/>
                <c:pt idx="0">
                  <c:v>35.25</c:v>
                </c:pt>
                <c:pt idx="1">
                  <c:v>72</c:v>
                </c:pt>
              </c:numCache>
            </c:numRef>
          </c:yVal>
          <c:smooth val="0"/>
        </c:ser>
        <c:ser>
          <c:idx val="10"/>
          <c:order val="10"/>
          <c:tx>
            <c:v>PS hatch</c:v>
          </c:tx>
          <c:spPr>
            <a:ln xmlns:a="http://schemas.openxmlformats.org/drawingml/2006/main" w="11430">
              <a:solidFill>
                <a:srgbClr val="68B39A"/>
              </a:solidFill>
            </a:ln>
          </c:spPr>
          <c:marker>
            <c:symbol val="none"/>
          </c:marker>
          <c:xVal>
            <c:numRef>
              <c:f>'Chart Data'!$U$2:$U$3</c:f>
              <c:numCache>
                <c:formatCode>General</c:formatCode>
                <c:ptCount val="2"/>
                <c:pt idx="0">
                  <c:v>12.5</c:v>
                </c:pt>
                <c:pt idx="1">
                  <c:v>12.5</c:v>
                </c:pt>
              </c:numCache>
            </c:numRef>
          </c:xVal>
          <c:yVal>
            <c:numRef>
              <c:f>'Chart Data'!$V$2:$V$3</c:f>
              <c:numCache>
                <c:formatCode>0</c:formatCode>
                <c:ptCount val="2"/>
                <c:pt idx="0">
                  <c:v>36.5</c:v>
                </c:pt>
                <c:pt idx="1">
                  <c:v>72</c:v>
                </c:pt>
              </c:numCache>
            </c:numRef>
          </c:yVal>
          <c:smooth val="0"/>
        </c:ser>
        <c:ser>
          <c:idx val="11"/>
          <c:order val="11"/>
          <c:tx>
            <c:v>PS hatch</c:v>
          </c:tx>
          <c:spPr>
            <a:ln xmlns:a="http://schemas.openxmlformats.org/drawingml/2006/main" w="11430">
              <a:solidFill>
                <a:srgbClr val="68B39A"/>
              </a:solidFill>
            </a:ln>
          </c:spPr>
          <c:marker>
            <c:symbol val="none"/>
          </c:marker>
          <c:xVal>
            <c:numRef>
              <c:f>'Chart Data'!$W$2:$W$3</c:f>
              <c:numCache>
                <c:formatCode>General</c:formatCode>
                <c:ptCount val="2"/>
                <c:pt idx="0">
                  <c:v>13.75</c:v>
                </c:pt>
                <c:pt idx="1">
                  <c:v>13.75</c:v>
                </c:pt>
              </c:numCache>
            </c:numRef>
          </c:xVal>
          <c:yVal>
            <c:numRef>
              <c:f>'Chart Data'!$X$2:$X$3</c:f>
              <c:numCache>
                <c:formatCode>0</c:formatCode>
                <c:ptCount val="2"/>
                <c:pt idx="0">
                  <c:v>37.75</c:v>
                </c:pt>
                <c:pt idx="1">
                  <c:v>72</c:v>
                </c:pt>
              </c:numCache>
            </c:numRef>
          </c:yVal>
          <c:smooth val="0"/>
        </c:ser>
        <c:ser>
          <c:idx val="12"/>
          <c:order val="12"/>
          <c:tx>
            <c:v>PS hatch</c:v>
          </c:tx>
          <c:spPr>
            <a:ln xmlns:a="http://schemas.openxmlformats.org/drawingml/2006/main" w="11430">
              <a:solidFill>
                <a:srgbClr val="68B39A"/>
              </a:solidFill>
            </a:ln>
          </c:spPr>
          <c:marker>
            <c:symbol val="none"/>
          </c:marker>
          <c:xVal>
            <c:numRef>
              <c:f>'Chart Data'!$Y$2:$Y$3</c:f>
              <c:numCache>
                <c:formatCode>General</c:formatCode>
                <c:ptCount val="2"/>
                <c:pt idx="0">
                  <c:v>15</c:v>
                </c:pt>
                <c:pt idx="1">
                  <c:v>15</c:v>
                </c:pt>
              </c:numCache>
            </c:numRef>
          </c:xVal>
          <c:yVal>
            <c:numRef>
              <c:f>'Chart Data'!$Z$2:$Z$3</c:f>
              <c:numCache>
                <c:formatCode>0</c:formatCode>
                <c:ptCount val="2"/>
                <c:pt idx="0">
                  <c:v>39</c:v>
                </c:pt>
                <c:pt idx="1">
                  <c:v>72</c:v>
                </c:pt>
              </c:numCache>
            </c:numRef>
          </c:yVal>
          <c:smooth val="0"/>
        </c:ser>
        <c:ser>
          <c:idx val="13"/>
          <c:order val="13"/>
          <c:tx>
            <c:v>PS hatch</c:v>
          </c:tx>
          <c:spPr>
            <a:ln xmlns:a="http://schemas.openxmlformats.org/drawingml/2006/main" w="11430">
              <a:solidFill>
                <a:srgbClr val="68B39A"/>
              </a:solidFill>
            </a:ln>
          </c:spPr>
          <c:marker>
            <c:symbol val="none"/>
          </c:marker>
          <c:xVal>
            <c:numRef>
              <c:f>'Chart Data'!$AA$2:$AA$3</c:f>
              <c:numCache>
                <c:formatCode>General</c:formatCode>
                <c:ptCount val="2"/>
                <c:pt idx="0">
                  <c:v>16.25</c:v>
                </c:pt>
                <c:pt idx="1">
                  <c:v>16.25</c:v>
                </c:pt>
              </c:numCache>
            </c:numRef>
          </c:xVal>
          <c:yVal>
            <c:numRef>
              <c:f>'Chart Data'!$AB$2:$AB$3</c:f>
              <c:numCache>
                <c:formatCode>0</c:formatCode>
                <c:ptCount val="2"/>
                <c:pt idx="0">
                  <c:v>40.25</c:v>
                </c:pt>
                <c:pt idx="1">
                  <c:v>72</c:v>
                </c:pt>
              </c:numCache>
            </c:numRef>
          </c:yVal>
          <c:smooth val="0"/>
        </c:ser>
        <c:ser>
          <c:idx val="14"/>
          <c:order val="14"/>
          <c:tx>
            <c:v>PS hatch</c:v>
          </c:tx>
          <c:spPr>
            <a:ln xmlns:a="http://schemas.openxmlformats.org/drawingml/2006/main" w="11430">
              <a:solidFill>
                <a:srgbClr val="68B39A"/>
              </a:solidFill>
            </a:ln>
          </c:spPr>
          <c:marker>
            <c:symbol val="none"/>
          </c:marker>
          <c:xVal>
            <c:numRef>
              <c:f>'Chart Data'!$AC$2:$AC$3</c:f>
              <c:numCache>
                <c:formatCode>General</c:formatCode>
                <c:ptCount val="2"/>
                <c:pt idx="0">
                  <c:v>17.5</c:v>
                </c:pt>
                <c:pt idx="1">
                  <c:v>17.5</c:v>
                </c:pt>
              </c:numCache>
            </c:numRef>
          </c:xVal>
          <c:yVal>
            <c:numRef>
              <c:f>'Chart Data'!$AD$2:$AD$3</c:f>
              <c:numCache>
                <c:formatCode>0</c:formatCode>
                <c:ptCount val="2"/>
                <c:pt idx="0">
                  <c:v>41.5</c:v>
                </c:pt>
                <c:pt idx="1">
                  <c:v>72</c:v>
                </c:pt>
              </c:numCache>
            </c:numRef>
          </c:yVal>
          <c:smooth val="0"/>
        </c:ser>
        <c:ser>
          <c:idx val="15"/>
          <c:order val="15"/>
          <c:tx>
            <c:v>PS hatch</c:v>
          </c:tx>
          <c:spPr>
            <a:ln xmlns:a="http://schemas.openxmlformats.org/drawingml/2006/main" w="11430">
              <a:solidFill>
                <a:srgbClr val="68B39A"/>
              </a:solidFill>
            </a:ln>
          </c:spPr>
          <c:marker>
            <c:symbol val="none"/>
          </c:marker>
          <c:xVal>
            <c:numRef>
              <c:f>'Chart Data'!$AE$2:$AE$3</c:f>
              <c:numCache>
                <c:formatCode>General</c:formatCode>
                <c:ptCount val="2"/>
                <c:pt idx="0">
                  <c:v>18.75</c:v>
                </c:pt>
                <c:pt idx="1">
                  <c:v>18.75</c:v>
                </c:pt>
              </c:numCache>
            </c:numRef>
          </c:xVal>
          <c:yVal>
            <c:numRef>
              <c:f>'Chart Data'!$AF$2:$AF$3</c:f>
              <c:numCache>
                <c:formatCode>0</c:formatCode>
                <c:ptCount val="2"/>
                <c:pt idx="0">
                  <c:v>42.75</c:v>
                </c:pt>
                <c:pt idx="1">
                  <c:v>72</c:v>
                </c:pt>
              </c:numCache>
            </c:numRef>
          </c:yVal>
          <c:smooth val="0"/>
        </c:ser>
        <c:ser>
          <c:idx val="16"/>
          <c:order val="16"/>
          <c:tx>
            <c:v>PS hatch</c:v>
          </c:tx>
          <c:spPr>
            <a:ln xmlns:a="http://schemas.openxmlformats.org/drawingml/2006/main" w="11430">
              <a:solidFill>
                <a:srgbClr val="68B39A"/>
              </a:solidFill>
            </a:ln>
          </c:spPr>
          <c:marker>
            <c:symbol val="none"/>
          </c:marker>
          <c:xVal>
            <c:numRef>
              <c:f>'Chart Data'!$AG$2:$AG$3</c:f>
              <c:numCache>
                <c:formatCode>General</c:formatCode>
                <c:ptCount val="2"/>
                <c:pt idx="0">
                  <c:v>20</c:v>
                </c:pt>
                <c:pt idx="1">
                  <c:v>20</c:v>
                </c:pt>
              </c:numCache>
            </c:numRef>
          </c:xVal>
          <c:yVal>
            <c:numRef>
              <c:f>'Chart Data'!$AH$2:$AH$3</c:f>
              <c:numCache>
                <c:formatCode>0</c:formatCode>
                <c:ptCount val="2"/>
                <c:pt idx="0">
                  <c:v>44</c:v>
                </c:pt>
                <c:pt idx="1">
                  <c:v>72</c:v>
                </c:pt>
              </c:numCache>
            </c:numRef>
          </c:yVal>
          <c:smooth val="0"/>
        </c:ser>
        <c:ser>
          <c:idx val="17"/>
          <c:order val="17"/>
          <c:tx>
            <c:v>PS hatch</c:v>
          </c:tx>
          <c:spPr>
            <a:ln xmlns:a="http://schemas.openxmlformats.org/drawingml/2006/main" w="11430">
              <a:solidFill>
                <a:srgbClr val="68B39A"/>
              </a:solidFill>
            </a:ln>
          </c:spPr>
          <c:marker>
            <c:symbol val="none"/>
          </c:marker>
          <c:xVal>
            <c:numRef>
              <c:f>'Chart Data'!$AI$2:$AI$3</c:f>
              <c:numCache>
                <c:formatCode>General</c:formatCode>
                <c:ptCount val="2"/>
                <c:pt idx="0">
                  <c:v>21.25</c:v>
                </c:pt>
                <c:pt idx="1">
                  <c:v>21.25</c:v>
                </c:pt>
              </c:numCache>
            </c:numRef>
          </c:xVal>
          <c:yVal>
            <c:numRef>
              <c:f>'Chart Data'!$AJ$2:$AJ$3</c:f>
              <c:numCache>
                <c:formatCode>0</c:formatCode>
                <c:ptCount val="2"/>
                <c:pt idx="0">
                  <c:v>45.25</c:v>
                </c:pt>
                <c:pt idx="1">
                  <c:v>72</c:v>
                </c:pt>
              </c:numCache>
            </c:numRef>
          </c:yVal>
          <c:smooth val="0"/>
        </c:ser>
        <c:ser>
          <c:idx val="18"/>
          <c:order val="18"/>
          <c:tx>
            <c:v>PS hatch</c:v>
          </c:tx>
          <c:spPr>
            <a:ln xmlns:a="http://schemas.openxmlformats.org/drawingml/2006/main" w="11430">
              <a:solidFill>
                <a:srgbClr val="68B39A"/>
              </a:solidFill>
            </a:ln>
          </c:spPr>
          <c:marker>
            <c:symbol val="none"/>
          </c:marker>
          <c:xVal>
            <c:numRef>
              <c:f>'Chart Data'!$AK$2:$AK$3</c:f>
              <c:numCache>
                <c:formatCode>General</c:formatCode>
                <c:ptCount val="2"/>
                <c:pt idx="0">
                  <c:v>22.5</c:v>
                </c:pt>
                <c:pt idx="1">
                  <c:v>22.5</c:v>
                </c:pt>
              </c:numCache>
            </c:numRef>
          </c:xVal>
          <c:yVal>
            <c:numRef>
              <c:f>'Chart Data'!$AL$2:$AL$3</c:f>
              <c:numCache>
                <c:formatCode>0</c:formatCode>
                <c:ptCount val="2"/>
                <c:pt idx="0">
                  <c:v>46.5</c:v>
                </c:pt>
                <c:pt idx="1">
                  <c:v>72</c:v>
                </c:pt>
              </c:numCache>
            </c:numRef>
          </c:yVal>
          <c:smooth val="0"/>
        </c:ser>
        <c:ser>
          <c:idx val="19"/>
          <c:order val="19"/>
          <c:tx>
            <c:v>PS hatch</c:v>
          </c:tx>
          <c:spPr>
            <a:ln xmlns:a="http://schemas.openxmlformats.org/drawingml/2006/main" w="11430">
              <a:solidFill>
                <a:srgbClr val="68B39A"/>
              </a:solidFill>
            </a:ln>
          </c:spPr>
          <c:marker>
            <c:symbol val="none"/>
          </c:marker>
          <c:xVal>
            <c:numRef>
              <c:f>'Chart Data'!$AM$2:$AM$3</c:f>
              <c:numCache>
                <c:formatCode>General</c:formatCode>
                <c:ptCount val="2"/>
                <c:pt idx="0">
                  <c:v>23.75</c:v>
                </c:pt>
                <c:pt idx="1">
                  <c:v>23.75</c:v>
                </c:pt>
              </c:numCache>
            </c:numRef>
          </c:xVal>
          <c:yVal>
            <c:numRef>
              <c:f>'Chart Data'!$AN$2:$AN$3</c:f>
              <c:numCache>
                <c:formatCode>0</c:formatCode>
                <c:ptCount val="2"/>
                <c:pt idx="0">
                  <c:v>47.75</c:v>
                </c:pt>
                <c:pt idx="1">
                  <c:v>72</c:v>
                </c:pt>
              </c:numCache>
            </c:numRef>
          </c:yVal>
          <c:smooth val="0"/>
        </c:ser>
        <c:ser>
          <c:idx val="20"/>
          <c:order val="20"/>
          <c:tx>
            <c:v>Qm</c:v>
          </c:tx>
          <c:spPr>
            <a:ln xmlns:a="http://schemas.openxmlformats.org/drawingml/2006/main" w="12383">
              <a:solidFill>
                <a:srgbClr val="445B6B"/>
              </a:solidFill>
            </a:ln>
          </c:spPr>
          <c:marker>
            <c:symbol val="none"/>
          </c:marker>
          <c:xVal>
            <c:numRef>
              <c:f>'Chart Data'!$AO$2:$AO$3</c:f>
              <c:numCache>
                <c:formatCode>General</c:formatCode>
                <c:ptCount val="2"/>
                <c:pt idx="0">
                  <c:v>24</c:v>
                </c:pt>
                <c:pt idx="1">
                  <c:v>24</c:v>
                </c:pt>
              </c:numCache>
            </c:numRef>
          </c:xVal>
          <c:yVal>
            <c:numRef>
              <c:f>'Chart Data'!$AP$2:$AP$3</c:f>
              <c:numCache>
                <c:formatCode>0</c:formatCode>
                <c:ptCount val="2"/>
                <c:pt idx="0">
                  <c:v>0</c:v>
                </c:pt>
                <c:pt idx="1">
                  <c:v>72</c:v>
                </c:pt>
              </c:numCache>
            </c:numRef>
          </c:yVal>
          <c:smooth val="0"/>
        </c:ser>
        <c:ser>
          <c:idx val="21"/>
          <c:order val="21"/>
          <c:tx>
            <c:v>Pm</c:v>
          </c:tx>
          <c:spPr>
            <a:ln xmlns:a="http://schemas.openxmlformats.org/drawingml/2006/main" w="12383">
              <a:solidFill>
                <a:srgbClr val="445B6B"/>
              </a:solidFill>
            </a:ln>
          </c:spPr>
          <c:marker>
            <c:symbol val="none"/>
          </c:marker>
          <c:xVal>
            <c:numRef>
              <c:f>'Chart Data'!$AQ$2:$AQ$3</c:f>
              <c:numCache>
                <c:formatCode>General</c:formatCode>
                <c:ptCount val="2"/>
                <c:pt idx="0">
                  <c:v>0</c:v>
                </c:pt>
                <c:pt idx="1">
                  <c:v>24</c:v>
                </c:pt>
              </c:numCache>
            </c:numRef>
          </c:xVal>
          <c:yVal>
            <c:numRef>
              <c:f>'Chart Data'!$AR$2:$AR$3</c:f>
              <c:numCache>
                <c:formatCode>0</c:formatCode>
                <c:ptCount val="2"/>
                <c:pt idx="0">
                  <c:v>72</c:v>
                </c:pt>
                <c:pt idx="1">
                  <c:v>72</c:v>
                </c:pt>
              </c:numCache>
            </c:numRef>
          </c:yVal>
          <c:smooth val="0"/>
        </c:ser>
        <c:ser>
          <c:idx val="22"/>
          <c:order val="2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24.9</c:v>
                </c:pt>
              </c:numCache>
            </c:numRef>
          </c:xVal>
          <c:yVal>
            <c:numRef>
              <c:f>'Chart Data'!$AT$2:$AT$2</c:f>
              <c:numCache>
                <c:formatCode>0</c:formatCode>
                <c:ptCount val="1"/>
                <c:pt idx="0">
                  <c:v>78.5</c:v>
                </c:pt>
              </c:numCache>
            </c:numRef>
          </c:yVal>
          <c:smooth val="0"/>
        </c:ser>
        <c:ser>
          <c:idx val="23"/>
          <c:order val="23"/>
          <c:tx>
            <c:v>PS split</c:v>
          </c:tx>
          <c:spPr>
            <a:ln xmlns:a="http://schemas.openxmlformats.org/drawingml/2006/main" w="12383">
              <a:solidFill>
                <a:srgbClr val="445B6B"/>
              </a:solidFill>
            </a:ln>
          </c:spPr>
          <c:marker>
            <c:symbol val="none"/>
          </c:marker>
          <c:xVal>
            <c:numRef>
              <c:f>'Chart Data'!$AU$2:$AU$3</c:f>
              <c:numCache>
                <c:formatCode>General</c:formatCode>
                <c:ptCount val="2"/>
                <c:pt idx="0">
                  <c:v>0</c:v>
                </c:pt>
                <c:pt idx="1">
                  <c:v>24</c:v>
                </c:pt>
              </c:numCache>
            </c:numRef>
          </c:xVal>
          <c:yVal>
            <c:numRef>
              <c:f>'Chart Data'!$AV$2:$AV$3</c:f>
              <c:numCache>
                <c:formatCode>0</c:formatCode>
                <c:ptCount val="2"/>
                <c:pt idx="0">
                  <c:v>48</c:v>
                </c:pt>
                <c:pt idx="1">
                  <c:v>48</c:v>
                </c:pt>
              </c:numCache>
            </c:numRef>
          </c:yVal>
          <c:smooth val="0"/>
        </c:ser>
        <c:ser>
          <c:idx val="24"/>
          <c:order val="24"/>
          <c:tx>
            <c:v>Vraag = GO</c:v>
          </c:tx>
          <c:spPr>
            <a:ln xmlns:a="http://schemas.openxmlformats.org/drawingml/2006/main" w="38100">
              <a:solidFill>
                <a:srgbClr val="17658A"/>
              </a:solidFill>
            </a:ln>
          </c:spPr>
          <c:marker>
            <c:symbol val="none"/>
          </c:marker>
          <c:xVal>
            <c:numRef>
              <c:f>'Chart Data'!$AW$2:$AW$3</c:f>
              <c:numCache>
                <c:formatCode>General</c:formatCode>
                <c:ptCount val="2"/>
                <c:pt idx="0">
                  <c:v>0</c:v>
                </c:pt>
                <c:pt idx="1">
                  <c:v>60</c:v>
                </c:pt>
              </c:numCache>
            </c:numRef>
          </c:xVal>
          <c:yVal>
            <c:numRef>
              <c:f>'Chart Data'!$AX$2:$AX$3</c:f>
              <c:numCache>
                <c:formatCode>0</c:formatCode>
                <c:ptCount val="2"/>
                <c:pt idx="0">
                  <c:v>96</c:v>
                </c:pt>
                <c:pt idx="1">
                  <c:v>36</c:v>
                </c:pt>
              </c:numCache>
            </c:numRef>
          </c:yVal>
          <c:smooth val="0"/>
        </c:ser>
        <c:ser>
          <c:idx val="25"/>
          <c:order val="25"/>
          <c:tx>
            <c:v>MK</c:v>
          </c:tx>
          <c:spPr>
            <a:ln xmlns:a="http://schemas.openxmlformats.org/drawingml/2006/main" w="38100">
              <a:solidFill>
                <a:srgbClr val="A94D16"/>
              </a:solidFill>
            </a:ln>
          </c:spPr>
          <c:marker>
            <c:symbol val="none"/>
          </c:marker>
          <c:xVal>
            <c:numRef>
              <c:f>'Chart Data'!$AY$2:$AY$3</c:f>
              <c:numCache>
                <c:formatCode>General</c:formatCode>
                <c:ptCount val="2"/>
                <c:pt idx="0">
                  <c:v>0</c:v>
                </c:pt>
                <c:pt idx="1">
                  <c:v>60</c:v>
                </c:pt>
              </c:numCache>
            </c:numRef>
          </c:xVal>
          <c:yVal>
            <c:numRef>
              <c:f>'Chart Data'!$AZ$2:$AZ$3</c:f>
              <c:numCache>
                <c:formatCode>0</c:formatCode>
                <c:ptCount val="2"/>
                <c:pt idx="0">
                  <c:v>24</c:v>
                </c:pt>
                <c:pt idx="1">
                  <c:v>84</c:v>
                </c:pt>
              </c:numCache>
            </c:numRef>
          </c:yVal>
          <c:smooth val="0"/>
        </c:ser>
        <c:ser>
          <c:idx val="26"/>
          <c:order val="26"/>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Data'!$BA$2:$BA$2</c:f>
              <c:numCache>
                <c:formatCode>General</c:formatCode>
                <c:ptCount val="1"/>
                <c:pt idx="0">
                  <c:v>46.8</c:v>
                </c:pt>
              </c:numCache>
            </c:numRef>
          </c:xVal>
          <c:yVal>
            <c:numRef>
              <c:f>'Chart Data'!$BB$2:$BB$2</c:f>
              <c:numCache>
                <c:formatCode>0</c:formatCode>
                <c:ptCount val="1"/>
                <c:pt idx="0">
                  <c:v>31.2</c:v>
                </c:pt>
              </c:numCache>
            </c:numRef>
          </c:yVal>
          <c:smooth val="0"/>
        </c:ser>
        <c:ser>
          <c:idx val="27"/>
          <c:order val="27"/>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Data'!$BC$2:$BC$2</c:f>
              <c:numCache>
                <c:formatCode>General</c:formatCode>
                <c:ptCount val="1"/>
                <c:pt idx="0">
                  <c:v>53.4</c:v>
                </c:pt>
              </c:numCache>
            </c:numRef>
          </c:xVal>
          <c:yVal>
            <c:numRef>
              <c:f>'Chart Data'!$BD$2:$BD$2</c:f>
              <c:numCache>
                <c:formatCode>0</c:formatCode>
                <c:ptCount val="1"/>
                <c:pt idx="0">
                  <c:v>84.9</c:v>
                </c:pt>
              </c:numCache>
            </c:numRef>
          </c:yVal>
          <c:smooth val="0"/>
        </c:ser>
        <c:ser>
          <c:idx val="28"/>
          <c:order val="28"/>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Data'!$BE$2:$BE$2</c:f>
              <c:numCache>
                <c:formatCode>General</c:formatCode>
                <c:ptCount val="1"/>
                <c:pt idx="0">
                  <c:v>24</c:v>
                </c:pt>
              </c:numCache>
            </c:numRef>
          </c:xVal>
          <c:yVal>
            <c:numRef>
              <c:f>'Chart Data'!$BF$2:$BF$2</c:f>
              <c:numCache>
                <c:formatCode>0</c:formatCode>
                <c:ptCount val="1"/>
                <c:pt idx="0">
                  <c:v>72</c:v>
                </c:pt>
              </c:numCache>
            </c:numRef>
          </c:yVal>
          <c:smooth val="0"/>
        </c:ser>
        <c:ser>
          <c:idx val="29"/>
          <c:order val="29"/>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Data'!$BG$2:$BG$2</c:f>
              <c:numCache>
                <c:formatCode>General</c:formatCode>
                <c:ptCount val="1"/>
                <c:pt idx="0">
                  <c:v>8.16</c:v>
                </c:pt>
              </c:numCache>
            </c:numRef>
          </c:xVal>
          <c:yVal>
            <c:numRef>
              <c:f>'Chart Data'!$BH$2:$BH$2</c:f>
              <c:numCache>
                <c:formatCode>0</c:formatCode>
                <c:ptCount val="1"/>
                <c:pt idx="0">
                  <c:v>51.36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CSe boundary</c:v>
          </c:tx>
          <c:spPr>
            <a:ln xmlns:a="http://schemas.openxmlformats.org/drawingml/2006/main" w="21908">
              <a:solidFill>
                <a:srgbClr val="85B8D6"/>
              </a:solidFill>
            </a:ln>
          </c:spPr>
          <c:marker>
            <c:symbol val="none"/>
          </c:marker>
          <c:xVal>
            <c:numRef>
              <c:f>'Chart Data'!$A$2:$A$5</c:f>
              <c:numCache>
                <c:formatCode>General</c:formatCode>
                <c:ptCount val="4"/>
                <c:pt idx="0">
                  <c:v>0</c:v>
                </c:pt>
                <c:pt idx="1">
                  <c:v>36</c:v>
                </c:pt>
                <c:pt idx="2">
                  <c:v>0</c:v>
                </c:pt>
                <c:pt idx="3">
                  <c:v>0</c:v>
                </c:pt>
              </c:numCache>
            </c:numRef>
          </c:xVal>
          <c:yVal>
            <c:numRef>
              <c:f>'Chart Data'!$B$2:$B$5</c:f>
              <c:numCache>
                <c:formatCode>0</c:formatCode>
                <c:ptCount val="4"/>
                <c:pt idx="0">
                  <c:v>60</c:v>
                </c:pt>
                <c:pt idx="1">
                  <c:v>60</c:v>
                </c:pt>
                <c:pt idx="2">
                  <c:v>96</c:v>
                </c:pt>
                <c:pt idx="3">
                  <c:v>60</c:v>
                </c:pt>
              </c:numCache>
            </c:numRef>
          </c:yVal>
          <c:smooth val="0"/>
        </c:ser>
        <c:ser>
          <c:idx val="1"/>
          <c:order val="1"/>
          <c:tx>
            <c:v>CSe hatch</c:v>
          </c:tx>
          <c:spPr>
            <a:ln xmlns:a="http://schemas.openxmlformats.org/drawingml/2006/main" w="11430">
              <a:solidFill>
                <a:srgbClr val="85B8D6"/>
              </a:solidFill>
            </a:ln>
          </c:spPr>
          <c:marker>
            <c:symbol val="none"/>
          </c:marker>
          <c:xVal>
            <c:numRef>
              <c:f>'Chart Data'!$C$2:$C$3</c:f>
              <c:numCache>
                <c:formatCode>General</c:formatCode>
                <c:ptCount val="2"/>
                <c:pt idx="0">
                  <c:v>1.25</c:v>
                </c:pt>
                <c:pt idx="1">
                  <c:v>1.25</c:v>
                </c:pt>
              </c:numCache>
            </c:numRef>
          </c:xVal>
          <c:yVal>
            <c:numRef>
              <c:f>'Chart Data'!$D$2:$D$3</c:f>
              <c:numCache>
                <c:formatCode>0</c:formatCode>
                <c:ptCount val="2"/>
                <c:pt idx="0">
                  <c:v>60</c:v>
                </c:pt>
                <c:pt idx="1">
                  <c:v>94.75</c:v>
                </c:pt>
              </c:numCache>
            </c:numRef>
          </c:yVal>
          <c:smooth val="0"/>
        </c:ser>
        <c:ser>
          <c:idx val="2"/>
          <c:order val="2"/>
          <c:tx>
            <c:v>CSe hatch</c:v>
          </c:tx>
          <c:spPr>
            <a:ln xmlns:a="http://schemas.openxmlformats.org/drawingml/2006/main" w="11430">
              <a:solidFill>
                <a:srgbClr val="85B8D6"/>
              </a:solidFill>
            </a:ln>
          </c:spPr>
          <c:marker>
            <c:symbol val="none"/>
          </c:marker>
          <c:xVal>
            <c:numRef>
              <c:f>'Chart Data'!$E$2:$E$3</c:f>
              <c:numCache>
                <c:formatCode>General</c:formatCode>
                <c:ptCount val="2"/>
                <c:pt idx="0">
                  <c:v>2.5</c:v>
                </c:pt>
                <c:pt idx="1">
                  <c:v>2.5</c:v>
                </c:pt>
              </c:numCache>
            </c:numRef>
          </c:xVal>
          <c:yVal>
            <c:numRef>
              <c:f>'Chart Data'!$F$2:$F$3</c:f>
              <c:numCache>
                <c:formatCode>0</c:formatCode>
                <c:ptCount val="2"/>
                <c:pt idx="0">
                  <c:v>60</c:v>
                </c:pt>
                <c:pt idx="1">
                  <c:v>93.5</c:v>
                </c:pt>
              </c:numCache>
            </c:numRef>
          </c:yVal>
          <c:smooth val="0"/>
        </c:ser>
        <c:ser>
          <c:idx val="3"/>
          <c:order val="3"/>
          <c:tx>
            <c:v>CSe hatch</c:v>
          </c:tx>
          <c:spPr>
            <a:ln xmlns:a="http://schemas.openxmlformats.org/drawingml/2006/main" w="11430">
              <a:solidFill>
                <a:srgbClr val="85B8D6"/>
              </a:solidFill>
            </a:ln>
          </c:spPr>
          <c:marker>
            <c:symbol val="none"/>
          </c:marker>
          <c:xVal>
            <c:numRef>
              <c:f>'Chart Data'!$G$2:$G$3</c:f>
              <c:numCache>
                <c:formatCode>General</c:formatCode>
                <c:ptCount val="2"/>
                <c:pt idx="0">
                  <c:v>3.75</c:v>
                </c:pt>
                <c:pt idx="1">
                  <c:v>3.75</c:v>
                </c:pt>
              </c:numCache>
            </c:numRef>
          </c:xVal>
          <c:yVal>
            <c:numRef>
              <c:f>'Chart Data'!$H$2:$H$3</c:f>
              <c:numCache>
                <c:formatCode>0</c:formatCode>
                <c:ptCount val="2"/>
                <c:pt idx="0">
                  <c:v>60</c:v>
                </c:pt>
                <c:pt idx="1">
                  <c:v>92.25</c:v>
                </c:pt>
              </c:numCache>
            </c:numRef>
          </c:yVal>
          <c:smooth val="0"/>
        </c:ser>
        <c:ser>
          <c:idx val="4"/>
          <c:order val="4"/>
          <c:tx>
            <c:v>CSe hatch</c:v>
          </c:tx>
          <c:spPr>
            <a:ln xmlns:a="http://schemas.openxmlformats.org/drawingml/2006/main" w="11430">
              <a:solidFill>
                <a:srgbClr val="85B8D6"/>
              </a:solidFill>
            </a:ln>
          </c:spPr>
          <c:marker>
            <c:symbol val="none"/>
          </c:marker>
          <c:xVal>
            <c:numRef>
              <c:f>'Chart Data'!$I$2:$I$3</c:f>
              <c:numCache>
                <c:formatCode>General</c:formatCode>
                <c:ptCount val="2"/>
                <c:pt idx="0">
                  <c:v>5</c:v>
                </c:pt>
                <c:pt idx="1">
                  <c:v>5</c:v>
                </c:pt>
              </c:numCache>
            </c:numRef>
          </c:xVal>
          <c:yVal>
            <c:numRef>
              <c:f>'Chart Data'!$J$2:$J$3</c:f>
              <c:numCache>
                <c:formatCode>0</c:formatCode>
                <c:ptCount val="2"/>
                <c:pt idx="0">
                  <c:v>60</c:v>
                </c:pt>
                <c:pt idx="1">
                  <c:v>91</c:v>
                </c:pt>
              </c:numCache>
            </c:numRef>
          </c:yVal>
          <c:smooth val="0"/>
        </c:ser>
        <c:ser>
          <c:idx val="5"/>
          <c:order val="5"/>
          <c:tx>
            <c:v>CSe hatch</c:v>
          </c:tx>
          <c:spPr>
            <a:ln xmlns:a="http://schemas.openxmlformats.org/drawingml/2006/main" w="11430">
              <a:solidFill>
                <a:srgbClr val="85B8D6"/>
              </a:solidFill>
            </a:ln>
          </c:spPr>
          <c:marker>
            <c:symbol val="none"/>
          </c:marker>
          <c:xVal>
            <c:numRef>
              <c:f>'Chart Data'!$K$2:$K$3</c:f>
              <c:numCache>
                <c:formatCode>General</c:formatCode>
                <c:ptCount val="2"/>
                <c:pt idx="0">
                  <c:v>6.25</c:v>
                </c:pt>
                <c:pt idx="1">
                  <c:v>6.25</c:v>
                </c:pt>
              </c:numCache>
            </c:numRef>
          </c:xVal>
          <c:yVal>
            <c:numRef>
              <c:f>'Chart Data'!$L$2:$L$3</c:f>
              <c:numCache>
                <c:formatCode>0</c:formatCode>
                <c:ptCount val="2"/>
                <c:pt idx="0">
                  <c:v>60</c:v>
                </c:pt>
                <c:pt idx="1">
                  <c:v>89.75</c:v>
                </c:pt>
              </c:numCache>
            </c:numRef>
          </c:yVal>
          <c:smooth val="0"/>
        </c:ser>
        <c:ser>
          <c:idx val="6"/>
          <c:order val="6"/>
          <c:tx>
            <c:v>CSe hatch</c:v>
          </c:tx>
          <c:spPr>
            <a:ln xmlns:a="http://schemas.openxmlformats.org/drawingml/2006/main" w="11430">
              <a:solidFill>
                <a:srgbClr val="85B8D6"/>
              </a:solidFill>
            </a:ln>
          </c:spPr>
          <c:marker>
            <c:symbol val="none"/>
          </c:marker>
          <c:xVal>
            <c:numRef>
              <c:f>'Chart Data'!$M$2:$M$3</c:f>
              <c:numCache>
                <c:formatCode>General</c:formatCode>
                <c:ptCount val="2"/>
                <c:pt idx="0">
                  <c:v>7.5</c:v>
                </c:pt>
                <c:pt idx="1">
                  <c:v>7.5</c:v>
                </c:pt>
              </c:numCache>
            </c:numRef>
          </c:xVal>
          <c:yVal>
            <c:numRef>
              <c:f>'Chart Data'!$N$2:$N$3</c:f>
              <c:numCache>
                <c:formatCode>0</c:formatCode>
                <c:ptCount val="2"/>
                <c:pt idx="0">
                  <c:v>60</c:v>
                </c:pt>
                <c:pt idx="1">
                  <c:v>88.5</c:v>
                </c:pt>
              </c:numCache>
            </c:numRef>
          </c:yVal>
          <c:smooth val="0"/>
        </c:ser>
        <c:ser>
          <c:idx val="7"/>
          <c:order val="7"/>
          <c:tx>
            <c:v>CSe hatch</c:v>
          </c:tx>
          <c:spPr>
            <a:ln xmlns:a="http://schemas.openxmlformats.org/drawingml/2006/main" w="11430">
              <a:solidFill>
                <a:srgbClr val="85B8D6"/>
              </a:solidFill>
            </a:ln>
          </c:spPr>
          <c:marker>
            <c:symbol val="none"/>
          </c:marker>
          <c:xVal>
            <c:numRef>
              <c:f>'Chart Data'!$O$2:$O$3</c:f>
              <c:numCache>
                <c:formatCode>General</c:formatCode>
                <c:ptCount val="2"/>
                <c:pt idx="0">
                  <c:v>8.75</c:v>
                </c:pt>
                <c:pt idx="1">
                  <c:v>8.75</c:v>
                </c:pt>
              </c:numCache>
            </c:numRef>
          </c:xVal>
          <c:yVal>
            <c:numRef>
              <c:f>'Chart Data'!$P$2:$P$3</c:f>
              <c:numCache>
                <c:formatCode>0</c:formatCode>
                <c:ptCount val="2"/>
                <c:pt idx="0">
                  <c:v>60</c:v>
                </c:pt>
                <c:pt idx="1">
                  <c:v>87.25</c:v>
                </c:pt>
              </c:numCache>
            </c:numRef>
          </c:yVal>
          <c:smooth val="0"/>
        </c:ser>
        <c:ser>
          <c:idx val="8"/>
          <c:order val="8"/>
          <c:tx>
            <c:v>CSe hatch</c:v>
          </c:tx>
          <c:spPr>
            <a:ln xmlns:a="http://schemas.openxmlformats.org/drawingml/2006/main" w="11430">
              <a:solidFill>
                <a:srgbClr val="85B8D6"/>
              </a:solidFill>
            </a:ln>
          </c:spPr>
          <c:marker>
            <c:symbol val="none"/>
          </c:marker>
          <c:xVal>
            <c:numRef>
              <c:f>'Chart Data'!$Q$2:$Q$3</c:f>
              <c:numCache>
                <c:formatCode>General</c:formatCode>
                <c:ptCount val="2"/>
                <c:pt idx="0">
                  <c:v>10</c:v>
                </c:pt>
                <c:pt idx="1">
                  <c:v>10</c:v>
                </c:pt>
              </c:numCache>
            </c:numRef>
          </c:xVal>
          <c:yVal>
            <c:numRef>
              <c:f>'Chart Data'!$R$2:$R$3</c:f>
              <c:numCache>
                <c:formatCode>0</c:formatCode>
                <c:ptCount val="2"/>
                <c:pt idx="0">
                  <c:v>60</c:v>
                </c:pt>
                <c:pt idx="1">
                  <c:v>86</c:v>
                </c:pt>
              </c:numCache>
            </c:numRef>
          </c:yVal>
          <c:smooth val="0"/>
        </c:ser>
        <c:ser>
          <c:idx val="9"/>
          <c:order val="9"/>
          <c:tx>
            <c:v>CSe hatch</c:v>
          </c:tx>
          <c:spPr>
            <a:ln xmlns:a="http://schemas.openxmlformats.org/drawingml/2006/main" w="11430">
              <a:solidFill>
                <a:srgbClr val="85B8D6"/>
              </a:solidFill>
            </a:ln>
          </c:spPr>
          <c:marker>
            <c:symbol val="none"/>
          </c:marker>
          <c:xVal>
            <c:numRef>
              <c:f>'Chart Data'!$S$2:$S$3</c:f>
              <c:numCache>
                <c:formatCode>General</c:formatCode>
                <c:ptCount val="2"/>
                <c:pt idx="0">
                  <c:v>11.25</c:v>
                </c:pt>
                <c:pt idx="1">
                  <c:v>11.25</c:v>
                </c:pt>
              </c:numCache>
            </c:numRef>
          </c:xVal>
          <c:yVal>
            <c:numRef>
              <c:f>'Chart Data'!$T$2:$T$3</c:f>
              <c:numCache>
                <c:formatCode>0</c:formatCode>
                <c:ptCount val="2"/>
                <c:pt idx="0">
                  <c:v>60</c:v>
                </c:pt>
                <c:pt idx="1">
                  <c:v>84.75</c:v>
                </c:pt>
              </c:numCache>
            </c:numRef>
          </c:yVal>
          <c:smooth val="0"/>
        </c:ser>
        <c:ser>
          <c:idx val="10"/>
          <c:order val="10"/>
          <c:tx>
            <c:v>CSe hatch</c:v>
          </c:tx>
          <c:spPr>
            <a:ln xmlns:a="http://schemas.openxmlformats.org/drawingml/2006/main" w="11430">
              <a:solidFill>
                <a:srgbClr val="85B8D6"/>
              </a:solidFill>
            </a:ln>
          </c:spPr>
          <c:marker>
            <c:symbol val="none"/>
          </c:marker>
          <c:xVal>
            <c:numRef>
              <c:f>'Chart Data'!$U$2:$U$3</c:f>
              <c:numCache>
                <c:formatCode>General</c:formatCode>
                <c:ptCount val="2"/>
                <c:pt idx="0">
                  <c:v>12.5</c:v>
                </c:pt>
                <c:pt idx="1">
                  <c:v>12.5</c:v>
                </c:pt>
              </c:numCache>
            </c:numRef>
          </c:xVal>
          <c:yVal>
            <c:numRef>
              <c:f>'Chart Data'!$V$2:$V$3</c:f>
              <c:numCache>
                <c:formatCode>0</c:formatCode>
                <c:ptCount val="2"/>
                <c:pt idx="0">
                  <c:v>60</c:v>
                </c:pt>
                <c:pt idx="1">
                  <c:v>83.5</c:v>
                </c:pt>
              </c:numCache>
            </c:numRef>
          </c:yVal>
          <c:smooth val="0"/>
        </c:ser>
        <c:ser>
          <c:idx val="11"/>
          <c:order val="11"/>
          <c:tx>
            <c:v>CSe hatch</c:v>
          </c:tx>
          <c:spPr>
            <a:ln xmlns:a="http://schemas.openxmlformats.org/drawingml/2006/main" w="11430">
              <a:solidFill>
                <a:srgbClr val="85B8D6"/>
              </a:solidFill>
            </a:ln>
          </c:spPr>
          <c:marker>
            <c:symbol val="none"/>
          </c:marker>
          <c:xVal>
            <c:numRef>
              <c:f>'Chart Data'!$W$2:$W$3</c:f>
              <c:numCache>
                <c:formatCode>General</c:formatCode>
                <c:ptCount val="2"/>
                <c:pt idx="0">
                  <c:v>13.75</c:v>
                </c:pt>
                <c:pt idx="1">
                  <c:v>13.75</c:v>
                </c:pt>
              </c:numCache>
            </c:numRef>
          </c:xVal>
          <c:yVal>
            <c:numRef>
              <c:f>'Chart Data'!$X$2:$X$3</c:f>
              <c:numCache>
                <c:formatCode>0</c:formatCode>
                <c:ptCount val="2"/>
                <c:pt idx="0">
                  <c:v>60</c:v>
                </c:pt>
                <c:pt idx="1">
                  <c:v>82.25</c:v>
                </c:pt>
              </c:numCache>
            </c:numRef>
          </c:yVal>
          <c:smooth val="0"/>
        </c:ser>
        <c:ser>
          <c:idx val="12"/>
          <c:order val="12"/>
          <c:tx>
            <c:v>CSe hatch</c:v>
          </c:tx>
          <c:spPr>
            <a:ln xmlns:a="http://schemas.openxmlformats.org/drawingml/2006/main" w="11430">
              <a:solidFill>
                <a:srgbClr val="85B8D6"/>
              </a:solidFill>
            </a:ln>
          </c:spPr>
          <c:marker>
            <c:symbol val="none"/>
          </c:marker>
          <c:xVal>
            <c:numRef>
              <c:f>'Chart Data'!$Y$2:$Y$3</c:f>
              <c:numCache>
                <c:formatCode>General</c:formatCode>
                <c:ptCount val="2"/>
                <c:pt idx="0">
                  <c:v>15</c:v>
                </c:pt>
                <c:pt idx="1">
                  <c:v>15</c:v>
                </c:pt>
              </c:numCache>
            </c:numRef>
          </c:xVal>
          <c:yVal>
            <c:numRef>
              <c:f>'Chart Data'!$Z$2:$Z$3</c:f>
              <c:numCache>
                <c:formatCode>0</c:formatCode>
                <c:ptCount val="2"/>
                <c:pt idx="0">
                  <c:v>60</c:v>
                </c:pt>
                <c:pt idx="1">
                  <c:v>81</c:v>
                </c:pt>
              </c:numCache>
            </c:numRef>
          </c:yVal>
          <c:smooth val="0"/>
        </c:ser>
        <c:ser>
          <c:idx val="13"/>
          <c:order val="13"/>
          <c:tx>
            <c:v>CSe hatch</c:v>
          </c:tx>
          <c:spPr>
            <a:ln xmlns:a="http://schemas.openxmlformats.org/drawingml/2006/main" w="11430">
              <a:solidFill>
                <a:srgbClr val="85B8D6"/>
              </a:solidFill>
            </a:ln>
          </c:spPr>
          <c:marker>
            <c:symbol val="none"/>
          </c:marker>
          <c:xVal>
            <c:numRef>
              <c:f>'Chart Data'!$AA$2:$AA$3</c:f>
              <c:numCache>
                <c:formatCode>General</c:formatCode>
                <c:ptCount val="2"/>
                <c:pt idx="0">
                  <c:v>16.25</c:v>
                </c:pt>
                <c:pt idx="1">
                  <c:v>16.25</c:v>
                </c:pt>
              </c:numCache>
            </c:numRef>
          </c:xVal>
          <c:yVal>
            <c:numRef>
              <c:f>'Chart Data'!$AB$2:$AB$3</c:f>
              <c:numCache>
                <c:formatCode>0</c:formatCode>
                <c:ptCount val="2"/>
                <c:pt idx="0">
                  <c:v>60</c:v>
                </c:pt>
                <c:pt idx="1">
                  <c:v>79.75</c:v>
                </c:pt>
              </c:numCache>
            </c:numRef>
          </c:yVal>
          <c:smooth val="0"/>
        </c:ser>
        <c:ser>
          <c:idx val="14"/>
          <c:order val="14"/>
          <c:tx>
            <c:v>CSe hatch</c:v>
          </c:tx>
          <c:spPr>
            <a:ln xmlns:a="http://schemas.openxmlformats.org/drawingml/2006/main" w="11430">
              <a:solidFill>
                <a:srgbClr val="85B8D6"/>
              </a:solidFill>
            </a:ln>
          </c:spPr>
          <c:marker>
            <c:symbol val="none"/>
          </c:marker>
          <c:xVal>
            <c:numRef>
              <c:f>'Chart Data'!$AC$2:$AC$3</c:f>
              <c:numCache>
                <c:formatCode>General</c:formatCode>
                <c:ptCount val="2"/>
                <c:pt idx="0">
                  <c:v>17.5</c:v>
                </c:pt>
                <c:pt idx="1">
                  <c:v>17.5</c:v>
                </c:pt>
              </c:numCache>
            </c:numRef>
          </c:xVal>
          <c:yVal>
            <c:numRef>
              <c:f>'Chart Data'!$AD$2:$AD$3</c:f>
              <c:numCache>
                <c:formatCode>0</c:formatCode>
                <c:ptCount val="2"/>
                <c:pt idx="0">
                  <c:v>60</c:v>
                </c:pt>
                <c:pt idx="1">
                  <c:v>78.5</c:v>
                </c:pt>
              </c:numCache>
            </c:numRef>
          </c:yVal>
          <c:smooth val="0"/>
        </c:ser>
        <c:ser>
          <c:idx val="15"/>
          <c:order val="15"/>
          <c:tx>
            <c:v>CSe hatch</c:v>
          </c:tx>
          <c:spPr>
            <a:ln xmlns:a="http://schemas.openxmlformats.org/drawingml/2006/main" w="11430">
              <a:solidFill>
                <a:srgbClr val="85B8D6"/>
              </a:solidFill>
            </a:ln>
          </c:spPr>
          <c:marker>
            <c:symbol val="none"/>
          </c:marker>
          <c:xVal>
            <c:numRef>
              <c:f>'Chart Data'!$AE$2:$AE$3</c:f>
              <c:numCache>
                <c:formatCode>General</c:formatCode>
                <c:ptCount val="2"/>
                <c:pt idx="0">
                  <c:v>18.75</c:v>
                </c:pt>
                <c:pt idx="1">
                  <c:v>18.75</c:v>
                </c:pt>
              </c:numCache>
            </c:numRef>
          </c:xVal>
          <c:yVal>
            <c:numRef>
              <c:f>'Chart Data'!$AF$2:$AF$3</c:f>
              <c:numCache>
                <c:formatCode>0</c:formatCode>
                <c:ptCount val="2"/>
                <c:pt idx="0">
                  <c:v>60</c:v>
                </c:pt>
                <c:pt idx="1">
                  <c:v>77.25</c:v>
                </c:pt>
              </c:numCache>
            </c:numRef>
          </c:yVal>
          <c:smooth val="0"/>
        </c:ser>
        <c:ser>
          <c:idx val="16"/>
          <c:order val="16"/>
          <c:tx>
            <c:v>CSe hatch</c:v>
          </c:tx>
          <c:spPr>
            <a:ln xmlns:a="http://schemas.openxmlformats.org/drawingml/2006/main" w="11430">
              <a:solidFill>
                <a:srgbClr val="85B8D6"/>
              </a:solidFill>
            </a:ln>
          </c:spPr>
          <c:marker>
            <c:symbol val="none"/>
          </c:marker>
          <c:xVal>
            <c:numRef>
              <c:f>'Chart Data'!$AG$2:$AG$3</c:f>
              <c:numCache>
                <c:formatCode>General</c:formatCode>
                <c:ptCount val="2"/>
                <c:pt idx="0">
                  <c:v>20</c:v>
                </c:pt>
                <c:pt idx="1">
                  <c:v>20</c:v>
                </c:pt>
              </c:numCache>
            </c:numRef>
          </c:xVal>
          <c:yVal>
            <c:numRef>
              <c:f>'Chart Data'!$AH$2:$AH$3</c:f>
              <c:numCache>
                <c:formatCode>0</c:formatCode>
                <c:ptCount val="2"/>
                <c:pt idx="0">
                  <c:v>60</c:v>
                </c:pt>
                <c:pt idx="1">
                  <c:v>76</c:v>
                </c:pt>
              </c:numCache>
            </c:numRef>
          </c:yVal>
          <c:smooth val="0"/>
        </c:ser>
        <c:ser>
          <c:idx val="17"/>
          <c:order val="17"/>
          <c:tx>
            <c:v>CSe hatch</c:v>
          </c:tx>
          <c:spPr>
            <a:ln xmlns:a="http://schemas.openxmlformats.org/drawingml/2006/main" w="11430">
              <a:solidFill>
                <a:srgbClr val="85B8D6"/>
              </a:solidFill>
            </a:ln>
          </c:spPr>
          <c:marker>
            <c:symbol val="none"/>
          </c:marker>
          <c:xVal>
            <c:numRef>
              <c:f>'Chart Data'!$AI$2:$AI$3</c:f>
              <c:numCache>
                <c:formatCode>General</c:formatCode>
                <c:ptCount val="2"/>
                <c:pt idx="0">
                  <c:v>21.25</c:v>
                </c:pt>
                <c:pt idx="1">
                  <c:v>21.25</c:v>
                </c:pt>
              </c:numCache>
            </c:numRef>
          </c:xVal>
          <c:yVal>
            <c:numRef>
              <c:f>'Chart Data'!$AJ$2:$AJ$3</c:f>
              <c:numCache>
                <c:formatCode>0</c:formatCode>
                <c:ptCount val="2"/>
                <c:pt idx="0">
                  <c:v>60</c:v>
                </c:pt>
                <c:pt idx="1">
                  <c:v>74.75</c:v>
                </c:pt>
              </c:numCache>
            </c:numRef>
          </c:yVal>
          <c:smooth val="0"/>
        </c:ser>
        <c:ser>
          <c:idx val="18"/>
          <c:order val="18"/>
          <c:tx>
            <c:v>CSe hatch</c:v>
          </c:tx>
          <c:spPr>
            <a:ln xmlns:a="http://schemas.openxmlformats.org/drawingml/2006/main" w="11430">
              <a:solidFill>
                <a:srgbClr val="85B8D6"/>
              </a:solidFill>
            </a:ln>
          </c:spPr>
          <c:marker>
            <c:symbol val="none"/>
          </c:marker>
          <c:xVal>
            <c:numRef>
              <c:f>'Chart Data'!$AK$2:$AK$3</c:f>
              <c:numCache>
                <c:formatCode>General</c:formatCode>
                <c:ptCount val="2"/>
                <c:pt idx="0">
                  <c:v>22.5</c:v>
                </c:pt>
                <c:pt idx="1">
                  <c:v>22.5</c:v>
                </c:pt>
              </c:numCache>
            </c:numRef>
          </c:xVal>
          <c:yVal>
            <c:numRef>
              <c:f>'Chart Data'!$AL$2:$AL$3</c:f>
              <c:numCache>
                <c:formatCode>0</c:formatCode>
                <c:ptCount val="2"/>
                <c:pt idx="0">
                  <c:v>60</c:v>
                </c:pt>
                <c:pt idx="1">
                  <c:v>73.5</c:v>
                </c:pt>
              </c:numCache>
            </c:numRef>
          </c:yVal>
          <c:smooth val="0"/>
        </c:ser>
        <c:ser>
          <c:idx val="19"/>
          <c:order val="19"/>
          <c:tx>
            <c:v>CSe hatch</c:v>
          </c:tx>
          <c:spPr>
            <a:ln xmlns:a="http://schemas.openxmlformats.org/drawingml/2006/main" w="11430">
              <a:solidFill>
                <a:srgbClr val="85B8D6"/>
              </a:solidFill>
            </a:ln>
          </c:spPr>
          <c:marker>
            <c:symbol val="none"/>
          </c:marker>
          <c:xVal>
            <c:numRef>
              <c:f>'Chart Data'!$AM$2:$AM$3</c:f>
              <c:numCache>
                <c:formatCode>General</c:formatCode>
                <c:ptCount val="2"/>
                <c:pt idx="0">
                  <c:v>23.75</c:v>
                </c:pt>
                <c:pt idx="1">
                  <c:v>23.75</c:v>
                </c:pt>
              </c:numCache>
            </c:numRef>
          </c:xVal>
          <c:yVal>
            <c:numRef>
              <c:f>'Chart Data'!$AN$2:$AN$3</c:f>
              <c:numCache>
                <c:formatCode>0</c:formatCode>
                <c:ptCount val="2"/>
                <c:pt idx="0">
                  <c:v>60</c:v>
                </c:pt>
                <c:pt idx="1">
                  <c:v>72.25</c:v>
                </c:pt>
              </c:numCache>
            </c:numRef>
          </c:yVal>
          <c:smooth val="0"/>
        </c:ser>
        <c:ser>
          <c:idx val="20"/>
          <c:order val="20"/>
          <c:tx>
            <c:v>CSe hatch</c:v>
          </c:tx>
          <c:spPr>
            <a:ln xmlns:a="http://schemas.openxmlformats.org/drawingml/2006/main" w="11430">
              <a:solidFill>
                <a:srgbClr val="85B8D6"/>
              </a:solidFill>
            </a:ln>
          </c:spPr>
          <c:marker>
            <c:symbol val="none"/>
          </c:marker>
          <c:xVal>
            <c:numRef>
              <c:f>'Chart Data'!$AO$2:$AO$3</c:f>
              <c:numCache>
                <c:formatCode>General</c:formatCode>
                <c:ptCount val="2"/>
                <c:pt idx="0">
                  <c:v>25</c:v>
                </c:pt>
                <c:pt idx="1">
                  <c:v>25</c:v>
                </c:pt>
              </c:numCache>
            </c:numRef>
          </c:xVal>
          <c:yVal>
            <c:numRef>
              <c:f>'Chart Data'!$AP$2:$AP$3</c:f>
              <c:numCache>
                <c:formatCode>0</c:formatCode>
                <c:ptCount val="2"/>
                <c:pt idx="0">
                  <c:v>60</c:v>
                </c:pt>
                <c:pt idx="1">
                  <c:v>71</c:v>
                </c:pt>
              </c:numCache>
            </c:numRef>
          </c:yVal>
          <c:smooth val="0"/>
        </c:ser>
        <c:ser>
          <c:idx val="21"/>
          <c:order val="21"/>
          <c:tx>
            <c:v>CSe hatch</c:v>
          </c:tx>
          <c:spPr>
            <a:ln xmlns:a="http://schemas.openxmlformats.org/drawingml/2006/main" w="11430">
              <a:solidFill>
                <a:srgbClr val="85B8D6"/>
              </a:solidFill>
            </a:ln>
          </c:spPr>
          <c:marker>
            <c:symbol val="none"/>
          </c:marker>
          <c:xVal>
            <c:numRef>
              <c:f>'Chart Data'!$AQ$2:$AQ$3</c:f>
              <c:numCache>
                <c:formatCode>General</c:formatCode>
                <c:ptCount val="2"/>
                <c:pt idx="0">
                  <c:v>26.25</c:v>
                </c:pt>
                <c:pt idx="1">
                  <c:v>26.25</c:v>
                </c:pt>
              </c:numCache>
            </c:numRef>
          </c:xVal>
          <c:yVal>
            <c:numRef>
              <c:f>'Chart Data'!$AR$2:$AR$3</c:f>
              <c:numCache>
                <c:formatCode>0</c:formatCode>
                <c:ptCount val="2"/>
                <c:pt idx="0">
                  <c:v>60</c:v>
                </c:pt>
                <c:pt idx="1">
                  <c:v>69.75</c:v>
                </c:pt>
              </c:numCache>
            </c:numRef>
          </c:yVal>
          <c:smooth val="0"/>
        </c:ser>
        <c:ser>
          <c:idx val="22"/>
          <c:order val="22"/>
          <c:tx>
            <c:v>CSe hatch</c:v>
          </c:tx>
          <c:spPr>
            <a:ln xmlns:a="http://schemas.openxmlformats.org/drawingml/2006/main" w="11430">
              <a:solidFill>
                <a:srgbClr val="85B8D6"/>
              </a:solidFill>
            </a:ln>
          </c:spPr>
          <c:marker>
            <c:symbol val="none"/>
          </c:marker>
          <c:xVal>
            <c:numRef>
              <c:f>'Chart Data'!$AS$2:$AS$3</c:f>
              <c:numCache>
                <c:formatCode>General</c:formatCode>
                <c:ptCount val="2"/>
                <c:pt idx="0">
                  <c:v>27.5</c:v>
                </c:pt>
                <c:pt idx="1">
                  <c:v>27.5</c:v>
                </c:pt>
              </c:numCache>
            </c:numRef>
          </c:xVal>
          <c:yVal>
            <c:numRef>
              <c:f>'Chart Data'!$AT$2:$AT$3</c:f>
              <c:numCache>
                <c:formatCode>0</c:formatCode>
                <c:ptCount val="2"/>
                <c:pt idx="0">
                  <c:v>60</c:v>
                </c:pt>
                <c:pt idx="1">
                  <c:v>68.5</c:v>
                </c:pt>
              </c:numCache>
            </c:numRef>
          </c:yVal>
          <c:smooth val="0"/>
        </c:ser>
        <c:ser>
          <c:idx val="23"/>
          <c:order val="23"/>
          <c:tx>
            <c:v>CSe hatch</c:v>
          </c:tx>
          <c:spPr>
            <a:ln xmlns:a="http://schemas.openxmlformats.org/drawingml/2006/main" w="11430">
              <a:solidFill>
                <a:srgbClr val="85B8D6"/>
              </a:solidFill>
            </a:ln>
          </c:spPr>
          <c:marker>
            <c:symbol val="none"/>
          </c:marker>
          <c:xVal>
            <c:numRef>
              <c:f>'Chart Data'!$AU$2:$AU$3</c:f>
              <c:numCache>
                <c:formatCode>General</c:formatCode>
                <c:ptCount val="2"/>
                <c:pt idx="0">
                  <c:v>28.75</c:v>
                </c:pt>
                <c:pt idx="1">
                  <c:v>28.75</c:v>
                </c:pt>
              </c:numCache>
            </c:numRef>
          </c:xVal>
          <c:yVal>
            <c:numRef>
              <c:f>'Chart Data'!$AV$2:$AV$3</c:f>
              <c:numCache>
                <c:formatCode>0</c:formatCode>
                <c:ptCount val="2"/>
                <c:pt idx="0">
                  <c:v>60</c:v>
                </c:pt>
                <c:pt idx="1">
                  <c:v>67.25</c:v>
                </c:pt>
              </c:numCache>
            </c:numRef>
          </c:yVal>
          <c:smooth val="0"/>
        </c:ser>
        <c:ser>
          <c:idx val="24"/>
          <c:order val="24"/>
          <c:tx>
            <c:v>CSe hatch</c:v>
          </c:tx>
          <c:spPr>
            <a:ln xmlns:a="http://schemas.openxmlformats.org/drawingml/2006/main" w="11430">
              <a:solidFill>
                <a:srgbClr val="85B8D6"/>
              </a:solidFill>
            </a:ln>
          </c:spPr>
          <c:marker>
            <c:symbol val="none"/>
          </c:marker>
          <c:xVal>
            <c:numRef>
              <c:f>'Chart Data'!$AW$2:$AW$3</c:f>
              <c:numCache>
                <c:formatCode>General</c:formatCode>
                <c:ptCount val="2"/>
                <c:pt idx="0">
                  <c:v>30</c:v>
                </c:pt>
                <c:pt idx="1">
                  <c:v>30</c:v>
                </c:pt>
              </c:numCache>
            </c:numRef>
          </c:xVal>
          <c:yVal>
            <c:numRef>
              <c:f>'Chart Data'!$AX$2:$AX$3</c:f>
              <c:numCache>
                <c:formatCode>0</c:formatCode>
                <c:ptCount val="2"/>
                <c:pt idx="0">
                  <c:v>60</c:v>
                </c:pt>
                <c:pt idx="1">
                  <c:v>66</c:v>
                </c:pt>
              </c:numCache>
            </c:numRef>
          </c:yVal>
          <c:smooth val="0"/>
        </c:ser>
        <c:ser>
          <c:idx val="25"/>
          <c:order val="25"/>
          <c:tx>
            <c:v>CSe hatch</c:v>
          </c:tx>
          <c:spPr>
            <a:ln xmlns:a="http://schemas.openxmlformats.org/drawingml/2006/main" w="11430">
              <a:solidFill>
                <a:srgbClr val="85B8D6"/>
              </a:solidFill>
            </a:ln>
          </c:spPr>
          <c:marker>
            <c:symbol val="none"/>
          </c:marker>
          <c:xVal>
            <c:numRef>
              <c:f>'Chart Data'!$AY$2:$AY$3</c:f>
              <c:numCache>
                <c:formatCode>General</c:formatCode>
                <c:ptCount val="2"/>
                <c:pt idx="0">
                  <c:v>31.25</c:v>
                </c:pt>
                <c:pt idx="1">
                  <c:v>31.25</c:v>
                </c:pt>
              </c:numCache>
            </c:numRef>
          </c:xVal>
          <c:yVal>
            <c:numRef>
              <c:f>'Chart Data'!$AZ$2:$AZ$3</c:f>
              <c:numCache>
                <c:formatCode>0</c:formatCode>
                <c:ptCount val="2"/>
                <c:pt idx="0">
                  <c:v>60</c:v>
                </c:pt>
                <c:pt idx="1">
                  <c:v>64.75</c:v>
                </c:pt>
              </c:numCache>
            </c:numRef>
          </c:yVal>
          <c:smooth val="0"/>
        </c:ser>
        <c:ser>
          <c:idx val="26"/>
          <c:order val="26"/>
          <c:tx>
            <c:v>CSe hatch</c:v>
          </c:tx>
          <c:spPr>
            <a:ln xmlns:a="http://schemas.openxmlformats.org/drawingml/2006/main" w="11430">
              <a:solidFill>
                <a:srgbClr val="85B8D6"/>
              </a:solidFill>
            </a:ln>
          </c:spPr>
          <c:marker>
            <c:symbol val="none"/>
          </c:marker>
          <c:xVal>
            <c:numRef>
              <c:f>'Chart Data'!$BA$2:$BA$3</c:f>
              <c:numCache>
                <c:formatCode>General</c:formatCode>
                <c:ptCount val="2"/>
                <c:pt idx="0">
                  <c:v>32.5</c:v>
                </c:pt>
                <c:pt idx="1">
                  <c:v>32.5</c:v>
                </c:pt>
              </c:numCache>
            </c:numRef>
          </c:xVal>
          <c:yVal>
            <c:numRef>
              <c:f>'Chart Data'!$BB$2:$BB$3</c:f>
              <c:numCache>
                <c:formatCode>0</c:formatCode>
                <c:ptCount val="2"/>
                <c:pt idx="0">
                  <c:v>60</c:v>
                </c:pt>
                <c:pt idx="1">
                  <c:v>63.5</c:v>
                </c:pt>
              </c:numCache>
            </c:numRef>
          </c:yVal>
          <c:smooth val="0"/>
        </c:ser>
        <c:ser>
          <c:idx val="27"/>
          <c:order val="27"/>
          <c:tx>
            <c:v>CSe hatch</c:v>
          </c:tx>
          <c:spPr>
            <a:ln xmlns:a="http://schemas.openxmlformats.org/drawingml/2006/main" w="11430">
              <a:solidFill>
                <a:srgbClr val="85B8D6"/>
              </a:solidFill>
            </a:ln>
          </c:spPr>
          <c:marker>
            <c:symbol val="none"/>
          </c:marker>
          <c:xVal>
            <c:numRef>
              <c:f>'Chart Data'!$BC$2:$BC$3</c:f>
              <c:numCache>
                <c:formatCode>General</c:formatCode>
                <c:ptCount val="2"/>
                <c:pt idx="0">
                  <c:v>33.75</c:v>
                </c:pt>
                <c:pt idx="1">
                  <c:v>33.75</c:v>
                </c:pt>
              </c:numCache>
            </c:numRef>
          </c:xVal>
          <c:yVal>
            <c:numRef>
              <c:f>'Chart Data'!$BD$2:$BD$3</c:f>
              <c:numCache>
                <c:formatCode>0</c:formatCode>
                <c:ptCount val="2"/>
                <c:pt idx="0">
                  <c:v>60</c:v>
                </c:pt>
                <c:pt idx="1">
                  <c:v>62.25</c:v>
                </c:pt>
              </c:numCache>
            </c:numRef>
          </c:yVal>
          <c:smooth val="0"/>
        </c:ser>
        <c:ser>
          <c:idx val="28"/>
          <c:order val="28"/>
          <c:tx>
            <c:v>CSe hatch</c:v>
          </c:tx>
          <c:spPr>
            <a:ln xmlns:a="http://schemas.openxmlformats.org/drawingml/2006/main" w="11430">
              <a:solidFill>
                <a:srgbClr val="85B8D6"/>
              </a:solidFill>
            </a:ln>
          </c:spPr>
          <c:marker>
            <c:symbol val="none"/>
          </c:marker>
          <c:xVal>
            <c:numRef>
              <c:f>'Chart Data'!$BE$2:$BE$3</c:f>
              <c:numCache>
                <c:formatCode>General</c:formatCode>
                <c:ptCount val="2"/>
                <c:pt idx="0">
                  <c:v>35</c:v>
                </c:pt>
                <c:pt idx="1">
                  <c:v>35</c:v>
                </c:pt>
              </c:numCache>
            </c:numRef>
          </c:xVal>
          <c:yVal>
            <c:numRef>
              <c:f>'Chart Data'!$BF$2:$BF$3</c:f>
              <c:numCache>
                <c:formatCode>0</c:formatCode>
                <c:ptCount val="2"/>
                <c:pt idx="0">
                  <c:v>60</c:v>
                </c:pt>
                <c:pt idx="1">
                  <c:v>61</c:v>
                </c:pt>
              </c:numCache>
            </c:numRef>
          </c:yVal>
          <c:smooth val="0"/>
        </c:ser>
        <c:ser>
          <c:idx val="29"/>
          <c:order val="29"/>
          <c:tx>
            <c:v>PSe boundary</c:v>
          </c:tx>
          <c:spPr>
            <a:ln xmlns:a="http://schemas.openxmlformats.org/drawingml/2006/main" w="21908">
              <a:solidFill>
                <a:srgbClr val="68B39A"/>
              </a:solidFill>
            </a:ln>
          </c:spPr>
          <c:marker>
            <c:symbol val="none"/>
          </c:marker>
          <c:xVal>
            <c:numRef>
              <c:f>'Chart Data'!$BG$2:$BG$5</c:f>
              <c:numCache>
                <c:formatCode>General</c:formatCode>
                <c:ptCount val="4"/>
                <c:pt idx="0">
                  <c:v>0</c:v>
                </c:pt>
                <c:pt idx="1">
                  <c:v>36</c:v>
                </c:pt>
                <c:pt idx="2">
                  <c:v>0</c:v>
                </c:pt>
                <c:pt idx="3">
                  <c:v>0</c:v>
                </c:pt>
              </c:numCache>
            </c:numRef>
          </c:xVal>
          <c:yVal>
            <c:numRef>
              <c:f>'Chart Data'!$BH$2:$BH$5</c:f>
              <c:numCache>
                <c:formatCode>0</c:formatCode>
                <c:ptCount val="4"/>
                <c:pt idx="0">
                  <c:v>24</c:v>
                </c:pt>
                <c:pt idx="1">
                  <c:v>60</c:v>
                </c:pt>
                <c:pt idx="2">
                  <c:v>60</c:v>
                </c:pt>
                <c:pt idx="3">
                  <c:v>24</c:v>
                </c:pt>
              </c:numCache>
            </c:numRef>
          </c:yVal>
          <c:smooth val="0"/>
        </c:ser>
        <c:ser>
          <c:idx val="30"/>
          <c:order val="30"/>
          <c:tx>
            <c:v>PSe hatch</c:v>
          </c:tx>
          <c:spPr>
            <a:ln xmlns:a="http://schemas.openxmlformats.org/drawingml/2006/main" w="11430">
              <a:solidFill>
                <a:srgbClr val="68B39A"/>
              </a:solidFill>
            </a:ln>
          </c:spPr>
          <c:marker>
            <c:symbol val="none"/>
          </c:marker>
          <c:xVal>
            <c:numRef>
              <c:f>'Chart Data'!$BI$2:$BI$3</c:f>
              <c:numCache>
                <c:formatCode>General</c:formatCode>
                <c:ptCount val="2"/>
                <c:pt idx="0">
                  <c:v>1.25</c:v>
                </c:pt>
                <c:pt idx="1">
                  <c:v>1.25</c:v>
                </c:pt>
              </c:numCache>
            </c:numRef>
          </c:xVal>
          <c:yVal>
            <c:numRef>
              <c:f>'Chart Data'!$BJ$2:$BJ$3</c:f>
              <c:numCache>
                <c:formatCode>0</c:formatCode>
                <c:ptCount val="2"/>
                <c:pt idx="0">
                  <c:v>25.25</c:v>
                </c:pt>
                <c:pt idx="1">
                  <c:v>60</c:v>
                </c:pt>
              </c:numCache>
            </c:numRef>
          </c:yVal>
          <c:smooth val="0"/>
        </c:ser>
        <c:ser>
          <c:idx val="31"/>
          <c:order val="31"/>
          <c:tx>
            <c:v>PSe hatch</c:v>
          </c:tx>
          <c:spPr>
            <a:ln xmlns:a="http://schemas.openxmlformats.org/drawingml/2006/main" w="11430">
              <a:solidFill>
                <a:srgbClr val="68B39A"/>
              </a:solidFill>
            </a:ln>
          </c:spPr>
          <c:marker>
            <c:symbol val="none"/>
          </c:marker>
          <c:xVal>
            <c:numRef>
              <c:f>'Chart Data'!$BK$2:$BK$3</c:f>
              <c:numCache>
                <c:formatCode>General</c:formatCode>
                <c:ptCount val="2"/>
                <c:pt idx="0">
                  <c:v>2.5</c:v>
                </c:pt>
                <c:pt idx="1">
                  <c:v>2.5</c:v>
                </c:pt>
              </c:numCache>
            </c:numRef>
          </c:xVal>
          <c:yVal>
            <c:numRef>
              <c:f>'Chart Data'!$BL$2:$BL$3</c:f>
              <c:numCache>
                <c:formatCode>0</c:formatCode>
                <c:ptCount val="2"/>
                <c:pt idx="0">
                  <c:v>26.5</c:v>
                </c:pt>
                <c:pt idx="1">
                  <c:v>60</c:v>
                </c:pt>
              </c:numCache>
            </c:numRef>
          </c:yVal>
          <c:smooth val="0"/>
        </c:ser>
        <c:ser>
          <c:idx val="32"/>
          <c:order val="32"/>
          <c:tx>
            <c:v>PSe hatch</c:v>
          </c:tx>
          <c:spPr>
            <a:ln xmlns:a="http://schemas.openxmlformats.org/drawingml/2006/main" w="11430">
              <a:solidFill>
                <a:srgbClr val="68B39A"/>
              </a:solidFill>
            </a:ln>
          </c:spPr>
          <c:marker>
            <c:symbol val="none"/>
          </c:marker>
          <c:xVal>
            <c:numRef>
              <c:f>'Chart Data'!$BM$2:$BM$3</c:f>
              <c:numCache>
                <c:formatCode>General</c:formatCode>
                <c:ptCount val="2"/>
                <c:pt idx="0">
                  <c:v>3.75</c:v>
                </c:pt>
                <c:pt idx="1">
                  <c:v>3.75</c:v>
                </c:pt>
              </c:numCache>
            </c:numRef>
          </c:xVal>
          <c:yVal>
            <c:numRef>
              <c:f>'Chart Data'!$BN$2:$BN$3</c:f>
              <c:numCache>
                <c:formatCode>0</c:formatCode>
                <c:ptCount val="2"/>
                <c:pt idx="0">
                  <c:v>27.75</c:v>
                </c:pt>
                <c:pt idx="1">
                  <c:v>60</c:v>
                </c:pt>
              </c:numCache>
            </c:numRef>
          </c:yVal>
          <c:smooth val="0"/>
        </c:ser>
        <c:ser>
          <c:idx val="33"/>
          <c:order val="33"/>
          <c:tx>
            <c:v>PSe hatch</c:v>
          </c:tx>
          <c:spPr>
            <a:ln xmlns:a="http://schemas.openxmlformats.org/drawingml/2006/main" w="11430">
              <a:solidFill>
                <a:srgbClr val="68B39A"/>
              </a:solidFill>
            </a:ln>
          </c:spPr>
          <c:marker>
            <c:symbol val="none"/>
          </c:marker>
          <c:xVal>
            <c:numRef>
              <c:f>'Chart Data'!$BO$2:$BO$3</c:f>
              <c:numCache>
                <c:formatCode>General</c:formatCode>
                <c:ptCount val="2"/>
                <c:pt idx="0">
                  <c:v>5</c:v>
                </c:pt>
                <c:pt idx="1">
                  <c:v>5</c:v>
                </c:pt>
              </c:numCache>
            </c:numRef>
          </c:xVal>
          <c:yVal>
            <c:numRef>
              <c:f>'Chart Data'!$BP$2:$BP$3</c:f>
              <c:numCache>
                <c:formatCode>0</c:formatCode>
                <c:ptCount val="2"/>
                <c:pt idx="0">
                  <c:v>29</c:v>
                </c:pt>
                <c:pt idx="1">
                  <c:v>60</c:v>
                </c:pt>
              </c:numCache>
            </c:numRef>
          </c:yVal>
          <c:smooth val="0"/>
        </c:ser>
        <c:ser>
          <c:idx val="34"/>
          <c:order val="34"/>
          <c:tx>
            <c:v>PSe hatch</c:v>
          </c:tx>
          <c:spPr>
            <a:ln xmlns:a="http://schemas.openxmlformats.org/drawingml/2006/main" w="11430">
              <a:solidFill>
                <a:srgbClr val="68B39A"/>
              </a:solidFill>
            </a:ln>
          </c:spPr>
          <c:marker>
            <c:symbol val="none"/>
          </c:marker>
          <c:xVal>
            <c:numRef>
              <c:f>'Chart Data'!$BQ$2:$BQ$3</c:f>
              <c:numCache>
                <c:formatCode>General</c:formatCode>
                <c:ptCount val="2"/>
                <c:pt idx="0">
                  <c:v>6.25</c:v>
                </c:pt>
                <c:pt idx="1">
                  <c:v>6.25</c:v>
                </c:pt>
              </c:numCache>
            </c:numRef>
          </c:xVal>
          <c:yVal>
            <c:numRef>
              <c:f>'Chart Data'!$BR$2:$BR$3</c:f>
              <c:numCache>
                <c:formatCode>0</c:formatCode>
                <c:ptCount val="2"/>
                <c:pt idx="0">
                  <c:v>30.25</c:v>
                </c:pt>
                <c:pt idx="1">
                  <c:v>60</c:v>
                </c:pt>
              </c:numCache>
            </c:numRef>
          </c:yVal>
          <c:smooth val="0"/>
        </c:ser>
        <c:ser>
          <c:idx val="35"/>
          <c:order val="35"/>
          <c:tx>
            <c:v>PSe hatch</c:v>
          </c:tx>
          <c:spPr>
            <a:ln xmlns:a="http://schemas.openxmlformats.org/drawingml/2006/main" w="11430">
              <a:solidFill>
                <a:srgbClr val="68B39A"/>
              </a:solidFill>
            </a:ln>
          </c:spPr>
          <c:marker>
            <c:symbol val="none"/>
          </c:marker>
          <c:xVal>
            <c:numRef>
              <c:f>'Chart Data'!$BS$2:$BS$3</c:f>
              <c:numCache>
                <c:formatCode>General</c:formatCode>
                <c:ptCount val="2"/>
                <c:pt idx="0">
                  <c:v>7.5</c:v>
                </c:pt>
                <c:pt idx="1">
                  <c:v>7.5</c:v>
                </c:pt>
              </c:numCache>
            </c:numRef>
          </c:xVal>
          <c:yVal>
            <c:numRef>
              <c:f>'Chart Data'!$BT$2:$BT$3</c:f>
              <c:numCache>
                <c:formatCode>0</c:formatCode>
                <c:ptCount val="2"/>
                <c:pt idx="0">
                  <c:v>31.5</c:v>
                </c:pt>
                <c:pt idx="1">
                  <c:v>60</c:v>
                </c:pt>
              </c:numCache>
            </c:numRef>
          </c:yVal>
          <c:smooth val="0"/>
        </c:ser>
        <c:ser>
          <c:idx val="36"/>
          <c:order val="36"/>
          <c:tx>
            <c:v>PSe hatch</c:v>
          </c:tx>
          <c:spPr>
            <a:ln xmlns:a="http://schemas.openxmlformats.org/drawingml/2006/main" w="11430">
              <a:solidFill>
                <a:srgbClr val="68B39A"/>
              </a:solidFill>
            </a:ln>
          </c:spPr>
          <c:marker>
            <c:symbol val="none"/>
          </c:marker>
          <c:xVal>
            <c:numRef>
              <c:f>'Chart Data'!$BU$2:$BU$3</c:f>
              <c:numCache>
                <c:formatCode>General</c:formatCode>
                <c:ptCount val="2"/>
                <c:pt idx="0">
                  <c:v>8.75</c:v>
                </c:pt>
                <c:pt idx="1">
                  <c:v>8.75</c:v>
                </c:pt>
              </c:numCache>
            </c:numRef>
          </c:xVal>
          <c:yVal>
            <c:numRef>
              <c:f>'Chart Data'!$BV$2:$BV$3</c:f>
              <c:numCache>
                <c:formatCode>0</c:formatCode>
                <c:ptCount val="2"/>
                <c:pt idx="0">
                  <c:v>32.75</c:v>
                </c:pt>
                <c:pt idx="1">
                  <c:v>60</c:v>
                </c:pt>
              </c:numCache>
            </c:numRef>
          </c:yVal>
          <c:smooth val="0"/>
        </c:ser>
        <c:ser>
          <c:idx val="37"/>
          <c:order val="37"/>
          <c:tx>
            <c:v>PSe hatch</c:v>
          </c:tx>
          <c:spPr>
            <a:ln xmlns:a="http://schemas.openxmlformats.org/drawingml/2006/main" w="11430">
              <a:solidFill>
                <a:srgbClr val="68B39A"/>
              </a:solidFill>
            </a:ln>
          </c:spPr>
          <c:marker>
            <c:symbol val="none"/>
          </c:marker>
          <c:xVal>
            <c:numRef>
              <c:f>'Chart Data'!$BW$2:$BW$3</c:f>
              <c:numCache>
                <c:formatCode>General</c:formatCode>
                <c:ptCount val="2"/>
                <c:pt idx="0">
                  <c:v>10</c:v>
                </c:pt>
                <c:pt idx="1">
                  <c:v>10</c:v>
                </c:pt>
              </c:numCache>
            </c:numRef>
          </c:xVal>
          <c:yVal>
            <c:numRef>
              <c:f>'Chart Data'!$BX$2:$BX$3</c:f>
              <c:numCache>
                <c:formatCode>0</c:formatCode>
                <c:ptCount val="2"/>
                <c:pt idx="0">
                  <c:v>34</c:v>
                </c:pt>
                <c:pt idx="1">
                  <c:v>60</c:v>
                </c:pt>
              </c:numCache>
            </c:numRef>
          </c:yVal>
          <c:smooth val="0"/>
        </c:ser>
        <c:ser>
          <c:idx val="38"/>
          <c:order val="38"/>
          <c:tx>
            <c:v>PSe hatch</c:v>
          </c:tx>
          <c:spPr>
            <a:ln xmlns:a="http://schemas.openxmlformats.org/drawingml/2006/main" w="11430">
              <a:solidFill>
                <a:srgbClr val="68B39A"/>
              </a:solidFill>
            </a:ln>
          </c:spPr>
          <c:marker>
            <c:symbol val="none"/>
          </c:marker>
          <c:xVal>
            <c:numRef>
              <c:f>'Chart Data'!$BY$2:$BY$3</c:f>
              <c:numCache>
                <c:formatCode>General</c:formatCode>
                <c:ptCount val="2"/>
                <c:pt idx="0">
                  <c:v>11.25</c:v>
                </c:pt>
                <c:pt idx="1">
                  <c:v>11.25</c:v>
                </c:pt>
              </c:numCache>
            </c:numRef>
          </c:xVal>
          <c:yVal>
            <c:numRef>
              <c:f>'Chart Data'!$BZ$2:$BZ$3</c:f>
              <c:numCache>
                <c:formatCode>0</c:formatCode>
                <c:ptCount val="2"/>
                <c:pt idx="0">
                  <c:v>35.25</c:v>
                </c:pt>
                <c:pt idx="1">
                  <c:v>60</c:v>
                </c:pt>
              </c:numCache>
            </c:numRef>
          </c:yVal>
          <c:smooth val="0"/>
        </c:ser>
        <c:ser>
          <c:idx val="39"/>
          <c:order val="39"/>
          <c:tx>
            <c:v>PSe hatch</c:v>
          </c:tx>
          <c:spPr>
            <a:ln xmlns:a="http://schemas.openxmlformats.org/drawingml/2006/main" w="11430">
              <a:solidFill>
                <a:srgbClr val="68B39A"/>
              </a:solidFill>
            </a:ln>
          </c:spPr>
          <c:marker>
            <c:symbol val="none"/>
          </c:marker>
          <c:xVal>
            <c:numRef>
              <c:f>'Chart Data'!$CA$2:$CA$3</c:f>
              <c:numCache>
                <c:formatCode>General</c:formatCode>
                <c:ptCount val="2"/>
                <c:pt idx="0">
                  <c:v>12.5</c:v>
                </c:pt>
                <c:pt idx="1">
                  <c:v>12.5</c:v>
                </c:pt>
              </c:numCache>
            </c:numRef>
          </c:xVal>
          <c:yVal>
            <c:numRef>
              <c:f>'Chart Data'!$CB$2:$CB$3</c:f>
              <c:numCache>
                <c:formatCode>0</c:formatCode>
                <c:ptCount val="2"/>
                <c:pt idx="0">
                  <c:v>36.5</c:v>
                </c:pt>
                <c:pt idx="1">
                  <c:v>60</c:v>
                </c:pt>
              </c:numCache>
            </c:numRef>
          </c:yVal>
          <c:smooth val="0"/>
        </c:ser>
        <c:ser>
          <c:idx val="40"/>
          <c:order val="40"/>
          <c:tx>
            <c:v>PSe hatch</c:v>
          </c:tx>
          <c:spPr>
            <a:ln xmlns:a="http://schemas.openxmlformats.org/drawingml/2006/main" w="11430">
              <a:solidFill>
                <a:srgbClr val="68B39A"/>
              </a:solidFill>
            </a:ln>
          </c:spPr>
          <c:marker>
            <c:symbol val="none"/>
          </c:marker>
          <c:xVal>
            <c:numRef>
              <c:f>'Chart Data'!$CC$2:$CC$3</c:f>
              <c:numCache>
                <c:formatCode>General</c:formatCode>
                <c:ptCount val="2"/>
                <c:pt idx="0">
                  <c:v>13.75</c:v>
                </c:pt>
                <c:pt idx="1">
                  <c:v>13.75</c:v>
                </c:pt>
              </c:numCache>
            </c:numRef>
          </c:xVal>
          <c:yVal>
            <c:numRef>
              <c:f>'Chart Data'!$CD$2:$CD$3</c:f>
              <c:numCache>
                <c:formatCode>0</c:formatCode>
                <c:ptCount val="2"/>
                <c:pt idx="0">
                  <c:v>37.75</c:v>
                </c:pt>
                <c:pt idx="1">
                  <c:v>60</c:v>
                </c:pt>
              </c:numCache>
            </c:numRef>
          </c:yVal>
          <c:smooth val="0"/>
        </c:ser>
        <c:ser>
          <c:idx val="41"/>
          <c:order val="41"/>
          <c:tx>
            <c:v>PSe hatch</c:v>
          </c:tx>
          <c:spPr>
            <a:ln xmlns:a="http://schemas.openxmlformats.org/drawingml/2006/main" w="11430">
              <a:solidFill>
                <a:srgbClr val="68B39A"/>
              </a:solidFill>
            </a:ln>
          </c:spPr>
          <c:marker>
            <c:symbol val="none"/>
          </c:marker>
          <c:xVal>
            <c:numRef>
              <c:f>'Chart Data'!$CE$2:$CE$3</c:f>
              <c:numCache>
                <c:formatCode>General</c:formatCode>
                <c:ptCount val="2"/>
                <c:pt idx="0">
                  <c:v>15</c:v>
                </c:pt>
                <c:pt idx="1">
                  <c:v>15</c:v>
                </c:pt>
              </c:numCache>
            </c:numRef>
          </c:xVal>
          <c:yVal>
            <c:numRef>
              <c:f>'Chart Data'!$CF$2:$CF$3</c:f>
              <c:numCache>
                <c:formatCode>0</c:formatCode>
                <c:ptCount val="2"/>
                <c:pt idx="0">
                  <c:v>39</c:v>
                </c:pt>
                <c:pt idx="1">
                  <c:v>60</c:v>
                </c:pt>
              </c:numCache>
            </c:numRef>
          </c:yVal>
          <c:smooth val="0"/>
        </c:ser>
        <c:ser>
          <c:idx val="42"/>
          <c:order val="42"/>
          <c:tx>
            <c:v>PSe hatch</c:v>
          </c:tx>
          <c:spPr>
            <a:ln xmlns:a="http://schemas.openxmlformats.org/drawingml/2006/main" w="11430">
              <a:solidFill>
                <a:srgbClr val="68B39A"/>
              </a:solidFill>
            </a:ln>
          </c:spPr>
          <c:marker>
            <c:symbol val="none"/>
          </c:marker>
          <c:xVal>
            <c:numRef>
              <c:f>'Chart Data'!$CG$2:$CG$3</c:f>
              <c:numCache>
                <c:formatCode>General</c:formatCode>
                <c:ptCount val="2"/>
                <c:pt idx="0">
                  <c:v>16.25</c:v>
                </c:pt>
                <c:pt idx="1">
                  <c:v>16.25</c:v>
                </c:pt>
              </c:numCache>
            </c:numRef>
          </c:xVal>
          <c:yVal>
            <c:numRef>
              <c:f>'Chart Data'!$CH$2:$CH$3</c:f>
              <c:numCache>
                <c:formatCode>0</c:formatCode>
                <c:ptCount val="2"/>
                <c:pt idx="0">
                  <c:v>40.25</c:v>
                </c:pt>
                <c:pt idx="1">
                  <c:v>60</c:v>
                </c:pt>
              </c:numCache>
            </c:numRef>
          </c:yVal>
          <c:smooth val="0"/>
        </c:ser>
        <c:ser>
          <c:idx val="43"/>
          <c:order val="43"/>
          <c:tx>
            <c:v>PSe hatch</c:v>
          </c:tx>
          <c:spPr>
            <a:ln xmlns:a="http://schemas.openxmlformats.org/drawingml/2006/main" w="11430">
              <a:solidFill>
                <a:srgbClr val="68B39A"/>
              </a:solidFill>
            </a:ln>
          </c:spPr>
          <c:marker>
            <c:symbol val="none"/>
          </c:marker>
          <c:xVal>
            <c:numRef>
              <c:f>'Chart Data'!$CI$2:$CI$3</c:f>
              <c:numCache>
                <c:formatCode>General</c:formatCode>
                <c:ptCount val="2"/>
                <c:pt idx="0">
                  <c:v>17.5</c:v>
                </c:pt>
                <c:pt idx="1">
                  <c:v>17.5</c:v>
                </c:pt>
              </c:numCache>
            </c:numRef>
          </c:xVal>
          <c:yVal>
            <c:numRef>
              <c:f>'Chart Data'!$CJ$2:$CJ$3</c:f>
              <c:numCache>
                <c:formatCode>0</c:formatCode>
                <c:ptCount val="2"/>
                <c:pt idx="0">
                  <c:v>41.5</c:v>
                </c:pt>
                <c:pt idx="1">
                  <c:v>60</c:v>
                </c:pt>
              </c:numCache>
            </c:numRef>
          </c:yVal>
          <c:smooth val="0"/>
        </c:ser>
        <c:ser>
          <c:idx val="44"/>
          <c:order val="44"/>
          <c:tx>
            <c:v>PSe hatch</c:v>
          </c:tx>
          <c:spPr>
            <a:ln xmlns:a="http://schemas.openxmlformats.org/drawingml/2006/main" w="11430">
              <a:solidFill>
                <a:srgbClr val="68B39A"/>
              </a:solidFill>
            </a:ln>
          </c:spPr>
          <c:marker>
            <c:symbol val="none"/>
          </c:marker>
          <c:xVal>
            <c:numRef>
              <c:f>'Chart Data'!$CK$2:$CK$3</c:f>
              <c:numCache>
                <c:formatCode>General</c:formatCode>
                <c:ptCount val="2"/>
                <c:pt idx="0">
                  <c:v>18.75</c:v>
                </c:pt>
                <c:pt idx="1">
                  <c:v>18.75</c:v>
                </c:pt>
              </c:numCache>
            </c:numRef>
          </c:xVal>
          <c:yVal>
            <c:numRef>
              <c:f>'Chart Data'!$CL$2:$CL$3</c:f>
              <c:numCache>
                <c:formatCode>0</c:formatCode>
                <c:ptCount val="2"/>
                <c:pt idx="0">
                  <c:v>42.75</c:v>
                </c:pt>
                <c:pt idx="1">
                  <c:v>60</c:v>
                </c:pt>
              </c:numCache>
            </c:numRef>
          </c:yVal>
          <c:smooth val="0"/>
        </c:ser>
        <c:ser>
          <c:idx val="45"/>
          <c:order val="45"/>
          <c:tx>
            <c:v>PSe hatch</c:v>
          </c:tx>
          <c:spPr>
            <a:ln xmlns:a="http://schemas.openxmlformats.org/drawingml/2006/main" w="11430">
              <a:solidFill>
                <a:srgbClr val="68B39A"/>
              </a:solidFill>
            </a:ln>
          </c:spPr>
          <c:marker>
            <c:symbol val="none"/>
          </c:marker>
          <c:xVal>
            <c:numRef>
              <c:f>'Chart Data'!$CM$2:$CM$3</c:f>
              <c:numCache>
                <c:formatCode>General</c:formatCode>
                <c:ptCount val="2"/>
                <c:pt idx="0">
                  <c:v>20</c:v>
                </c:pt>
                <c:pt idx="1">
                  <c:v>20</c:v>
                </c:pt>
              </c:numCache>
            </c:numRef>
          </c:xVal>
          <c:yVal>
            <c:numRef>
              <c:f>'Chart Data'!$CN$2:$CN$3</c:f>
              <c:numCache>
                <c:formatCode>0</c:formatCode>
                <c:ptCount val="2"/>
                <c:pt idx="0">
                  <c:v>44</c:v>
                </c:pt>
                <c:pt idx="1">
                  <c:v>60</c:v>
                </c:pt>
              </c:numCache>
            </c:numRef>
          </c:yVal>
          <c:smooth val="0"/>
        </c:ser>
        <c:ser>
          <c:idx val="46"/>
          <c:order val="46"/>
          <c:tx>
            <c:v>PSe hatch</c:v>
          </c:tx>
          <c:spPr>
            <a:ln xmlns:a="http://schemas.openxmlformats.org/drawingml/2006/main" w="11430">
              <a:solidFill>
                <a:srgbClr val="68B39A"/>
              </a:solidFill>
            </a:ln>
          </c:spPr>
          <c:marker>
            <c:symbol val="none"/>
          </c:marker>
          <c:xVal>
            <c:numRef>
              <c:f>'Chart Data'!$CO$2:$CO$3</c:f>
              <c:numCache>
                <c:formatCode>General</c:formatCode>
                <c:ptCount val="2"/>
                <c:pt idx="0">
                  <c:v>21.25</c:v>
                </c:pt>
                <c:pt idx="1">
                  <c:v>21.25</c:v>
                </c:pt>
              </c:numCache>
            </c:numRef>
          </c:xVal>
          <c:yVal>
            <c:numRef>
              <c:f>'Chart Data'!$CP$2:$CP$3</c:f>
              <c:numCache>
                <c:formatCode>0</c:formatCode>
                <c:ptCount val="2"/>
                <c:pt idx="0">
                  <c:v>45.25</c:v>
                </c:pt>
                <c:pt idx="1">
                  <c:v>60</c:v>
                </c:pt>
              </c:numCache>
            </c:numRef>
          </c:yVal>
          <c:smooth val="0"/>
        </c:ser>
        <c:ser>
          <c:idx val="47"/>
          <c:order val="47"/>
          <c:tx>
            <c:v>PSe hatch</c:v>
          </c:tx>
          <c:spPr>
            <a:ln xmlns:a="http://schemas.openxmlformats.org/drawingml/2006/main" w="11430">
              <a:solidFill>
                <a:srgbClr val="68B39A"/>
              </a:solidFill>
            </a:ln>
          </c:spPr>
          <c:marker>
            <c:symbol val="none"/>
          </c:marker>
          <c:xVal>
            <c:numRef>
              <c:f>'Chart Data'!$CQ$2:$CQ$3</c:f>
              <c:numCache>
                <c:formatCode>General</c:formatCode>
                <c:ptCount val="2"/>
                <c:pt idx="0">
                  <c:v>22.5</c:v>
                </c:pt>
                <c:pt idx="1">
                  <c:v>22.5</c:v>
                </c:pt>
              </c:numCache>
            </c:numRef>
          </c:xVal>
          <c:yVal>
            <c:numRef>
              <c:f>'Chart Data'!$CR$2:$CR$3</c:f>
              <c:numCache>
                <c:formatCode>0</c:formatCode>
                <c:ptCount val="2"/>
                <c:pt idx="0">
                  <c:v>46.5</c:v>
                </c:pt>
                <c:pt idx="1">
                  <c:v>60</c:v>
                </c:pt>
              </c:numCache>
            </c:numRef>
          </c:yVal>
          <c:smooth val="0"/>
        </c:ser>
        <c:ser>
          <c:idx val="48"/>
          <c:order val="48"/>
          <c:tx>
            <c:v>PSe hatch</c:v>
          </c:tx>
          <c:spPr>
            <a:ln xmlns:a="http://schemas.openxmlformats.org/drawingml/2006/main" w="11430">
              <a:solidFill>
                <a:srgbClr val="68B39A"/>
              </a:solidFill>
            </a:ln>
          </c:spPr>
          <c:marker>
            <c:symbol val="none"/>
          </c:marker>
          <c:xVal>
            <c:numRef>
              <c:f>'Chart Data'!$CS$2:$CS$3</c:f>
              <c:numCache>
                <c:formatCode>General</c:formatCode>
                <c:ptCount val="2"/>
                <c:pt idx="0">
                  <c:v>23.75</c:v>
                </c:pt>
                <c:pt idx="1">
                  <c:v>23.75</c:v>
                </c:pt>
              </c:numCache>
            </c:numRef>
          </c:xVal>
          <c:yVal>
            <c:numRef>
              <c:f>'Chart Data'!$CT$2:$CT$3</c:f>
              <c:numCache>
                <c:formatCode>0</c:formatCode>
                <c:ptCount val="2"/>
                <c:pt idx="0">
                  <c:v>47.75</c:v>
                </c:pt>
                <c:pt idx="1">
                  <c:v>60</c:v>
                </c:pt>
              </c:numCache>
            </c:numRef>
          </c:yVal>
          <c:smooth val="0"/>
        </c:ser>
        <c:ser>
          <c:idx val="49"/>
          <c:order val="49"/>
          <c:tx>
            <c:v>PSe hatch</c:v>
          </c:tx>
          <c:spPr>
            <a:ln xmlns:a="http://schemas.openxmlformats.org/drawingml/2006/main" w="11430">
              <a:solidFill>
                <a:srgbClr val="68B39A"/>
              </a:solidFill>
            </a:ln>
          </c:spPr>
          <c:marker>
            <c:symbol val="none"/>
          </c:marker>
          <c:xVal>
            <c:numRef>
              <c:f>'Chart Data'!$CU$2:$CU$3</c:f>
              <c:numCache>
                <c:formatCode>General</c:formatCode>
                <c:ptCount val="2"/>
                <c:pt idx="0">
                  <c:v>25</c:v>
                </c:pt>
                <c:pt idx="1">
                  <c:v>25</c:v>
                </c:pt>
              </c:numCache>
            </c:numRef>
          </c:xVal>
          <c:yVal>
            <c:numRef>
              <c:f>'Chart Data'!$CV$2:$CV$3</c:f>
              <c:numCache>
                <c:formatCode>0</c:formatCode>
                <c:ptCount val="2"/>
                <c:pt idx="0">
                  <c:v>49</c:v>
                </c:pt>
                <c:pt idx="1">
                  <c:v>60</c:v>
                </c:pt>
              </c:numCache>
            </c:numRef>
          </c:yVal>
          <c:smooth val="0"/>
        </c:ser>
        <c:ser>
          <c:idx val="50"/>
          <c:order val="50"/>
          <c:tx>
            <c:v>PSe hatch</c:v>
          </c:tx>
          <c:spPr>
            <a:ln xmlns:a="http://schemas.openxmlformats.org/drawingml/2006/main" w="11430">
              <a:solidFill>
                <a:srgbClr val="68B39A"/>
              </a:solidFill>
            </a:ln>
          </c:spPr>
          <c:marker>
            <c:symbol val="none"/>
          </c:marker>
          <c:xVal>
            <c:numRef>
              <c:f>'Chart Data'!$CW$2:$CW$3</c:f>
              <c:numCache>
                <c:formatCode>General</c:formatCode>
                <c:ptCount val="2"/>
                <c:pt idx="0">
                  <c:v>26.25</c:v>
                </c:pt>
                <c:pt idx="1">
                  <c:v>26.25</c:v>
                </c:pt>
              </c:numCache>
            </c:numRef>
          </c:xVal>
          <c:yVal>
            <c:numRef>
              <c:f>'Chart Data'!$CX$2:$CX$3</c:f>
              <c:numCache>
                <c:formatCode>0</c:formatCode>
                <c:ptCount val="2"/>
                <c:pt idx="0">
                  <c:v>50.25</c:v>
                </c:pt>
                <c:pt idx="1">
                  <c:v>60</c:v>
                </c:pt>
              </c:numCache>
            </c:numRef>
          </c:yVal>
          <c:smooth val="0"/>
        </c:ser>
        <c:ser>
          <c:idx val="51"/>
          <c:order val="51"/>
          <c:tx>
            <c:v>PSe hatch</c:v>
          </c:tx>
          <c:spPr>
            <a:ln xmlns:a="http://schemas.openxmlformats.org/drawingml/2006/main" w="11430">
              <a:solidFill>
                <a:srgbClr val="68B39A"/>
              </a:solidFill>
            </a:ln>
          </c:spPr>
          <c:marker>
            <c:symbol val="none"/>
          </c:marker>
          <c:xVal>
            <c:numRef>
              <c:f>'Chart Data'!$CY$2:$CY$3</c:f>
              <c:numCache>
                <c:formatCode>General</c:formatCode>
                <c:ptCount val="2"/>
                <c:pt idx="0">
                  <c:v>27.5</c:v>
                </c:pt>
                <c:pt idx="1">
                  <c:v>27.5</c:v>
                </c:pt>
              </c:numCache>
            </c:numRef>
          </c:xVal>
          <c:yVal>
            <c:numRef>
              <c:f>'Chart Data'!$CZ$2:$CZ$3</c:f>
              <c:numCache>
                <c:formatCode>0</c:formatCode>
                <c:ptCount val="2"/>
                <c:pt idx="0">
                  <c:v>51.5</c:v>
                </c:pt>
                <c:pt idx="1">
                  <c:v>60</c:v>
                </c:pt>
              </c:numCache>
            </c:numRef>
          </c:yVal>
          <c:smooth val="0"/>
        </c:ser>
        <c:ser>
          <c:idx val="52"/>
          <c:order val="52"/>
          <c:tx>
            <c:v>PSe hatch</c:v>
          </c:tx>
          <c:spPr>
            <a:ln xmlns:a="http://schemas.openxmlformats.org/drawingml/2006/main" w="11430">
              <a:solidFill>
                <a:srgbClr val="68B39A"/>
              </a:solidFill>
            </a:ln>
          </c:spPr>
          <c:marker>
            <c:symbol val="none"/>
          </c:marker>
          <c:xVal>
            <c:numRef>
              <c:f>'Chart Data'!$DA$2:$DA$3</c:f>
              <c:numCache>
                <c:formatCode>General</c:formatCode>
                <c:ptCount val="2"/>
                <c:pt idx="0">
                  <c:v>28.75</c:v>
                </c:pt>
                <c:pt idx="1">
                  <c:v>28.75</c:v>
                </c:pt>
              </c:numCache>
            </c:numRef>
          </c:xVal>
          <c:yVal>
            <c:numRef>
              <c:f>'Chart Data'!$DB$2:$DB$3</c:f>
              <c:numCache>
                <c:formatCode>0</c:formatCode>
                <c:ptCount val="2"/>
                <c:pt idx="0">
                  <c:v>52.75</c:v>
                </c:pt>
                <c:pt idx="1">
                  <c:v>60</c:v>
                </c:pt>
              </c:numCache>
            </c:numRef>
          </c:yVal>
          <c:smooth val="0"/>
        </c:ser>
        <c:ser>
          <c:idx val="53"/>
          <c:order val="53"/>
          <c:tx>
            <c:v>PSe hatch</c:v>
          </c:tx>
          <c:spPr>
            <a:ln xmlns:a="http://schemas.openxmlformats.org/drawingml/2006/main" w="11430">
              <a:solidFill>
                <a:srgbClr val="68B39A"/>
              </a:solidFill>
            </a:ln>
          </c:spPr>
          <c:marker>
            <c:symbol val="none"/>
          </c:marker>
          <c:xVal>
            <c:numRef>
              <c:f>'Chart Data'!$DC$2:$DC$3</c:f>
              <c:numCache>
                <c:formatCode>General</c:formatCode>
                <c:ptCount val="2"/>
                <c:pt idx="0">
                  <c:v>30</c:v>
                </c:pt>
                <c:pt idx="1">
                  <c:v>30</c:v>
                </c:pt>
              </c:numCache>
            </c:numRef>
          </c:xVal>
          <c:yVal>
            <c:numRef>
              <c:f>'Chart Data'!$DD$2:$DD$3</c:f>
              <c:numCache>
                <c:formatCode>0</c:formatCode>
                <c:ptCount val="2"/>
                <c:pt idx="0">
                  <c:v>54</c:v>
                </c:pt>
                <c:pt idx="1">
                  <c:v>60</c:v>
                </c:pt>
              </c:numCache>
            </c:numRef>
          </c:yVal>
          <c:smooth val="0"/>
        </c:ser>
        <c:ser>
          <c:idx val="54"/>
          <c:order val="54"/>
          <c:tx>
            <c:v>PSe hatch</c:v>
          </c:tx>
          <c:spPr>
            <a:ln xmlns:a="http://schemas.openxmlformats.org/drawingml/2006/main" w="11430">
              <a:solidFill>
                <a:srgbClr val="68B39A"/>
              </a:solidFill>
            </a:ln>
          </c:spPr>
          <c:marker>
            <c:symbol val="none"/>
          </c:marker>
          <c:xVal>
            <c:numRef>
              <c:f>'Chart Data'!$DE$2:$DE$3</c:f>
              <c:numCache>
                <c:formatCode>General</c:formatCode>
                <c:ptCount val="2"/>
                <c:pt idx="0">
                  <c:v>31.25</c:v>
                </c:pt>
                <c:pt idx="1">
                  <c:v>31.25</c:v>
                </c:pt>
              </c:numCache>
            </c:numRef>
          </c:xVal>
          <c:yVal>
            <c:numRef>
              <c:f>'Chart Data'!$DF$2:$DF$3</c:f>
              <c:numCache>
                <c:formatCode>0</c:formatCode>
                <c:ptCount val="2"/>
                <c:pt idx="0">
                  <c:v>55.25</c:v>
                </c:pt>
                <c:pt idx="1">
                  <c:v>60</c:v>
                </c:pt>
              </c:numCache>
            </c:numRef>
          </c:yVal>
          <c:smooth val="0"/>
        </c:ser>
        <c:ser>
          <c:idx val="55"/>
          <c:order val="55"/>
          <c:tx>
            <c:v>PSe hatch</c:v>
          </c:tx>
          <c:spPr>
            <a:ln xmlns:a="http://schemas.openxmlformats.org/drawingml/2006/main" w="11430">
              <a:solidFill>
                <a:srgbClr val="68B39A"/>
              </a:solidFill>
            </a:ln>
          </c:spPr>
          <c:marker>
            <c:symbol val="none"/>
          </c:marker>
          <c:xVal>
            <c:numRef>
              <c:f>'Chart Data'!$DG$2:$DG$3</c:f>
              <c:numCache>
                <c:formatCode>General</c:formatCode>
                <c:ptCount val="2"/>
                <c:pt idx="0">
                  <c:v>32.5</c:v>
                </c:pt>
                <c:pt idx="1">
                  <c:v>32.5</c:v>
                </c:pt>
              </c:numCache>
            </c:numRef>
          </c:xVal>
          <c:yVal>
            <c:numRef>
              <c:f>'Chart Data'!$DH$2:$DH$3</c:f>
              <c:numCache>
                <c:formatCode>0</c:formatCode>
                <c:ptCount val="2"/>
                <c:pt idx="0">
                  <c:v>56.5</c:v>
                </c:pt>
                <c:pt idx="1">
                  <c:v>60</c:v>
                </c:pt>
              </c:numCache>
            </c:numRef>
          </c:yVal>
          <c:smooth val="0"/>
        </c:ser>
        <c:ser>
          <c:idx val="56"/>
          <c:order val="56"/>
          <c:tx>
            <c:v>PSe hatch</c:v>
          </c:tx>
          <c:spPr>
            <a:ln xmlns:a="http://schemas.openxmlformats.org/drawingml/2006/main" w="11430">
              <a:solidFill>
                <a:srgbClr val="68B39A"/>
              </a:solidFill>
            </a:ln>
          </c:spPr>
          <c:marker>
            <c:symbol val="none"/>
          </c:marker>
          <c:xVal>
            <c:numRef>
              <c:f>'Chart Data'!$DI$2:$DI$3</c:f>
              <c:numCache>
                <c:formatCode>General</c:formatCode>
                <c:ptCount val="2"/>
                <c:pt idx="0">
                  <c:v>33.75</c:v>
                </c:pt>
                <c:pt idx="1">
                  <c:v>33.75</c:v>
                </c:pt>
              </c:numCache>
            </c:numRef>
          </c:xVal>
          <c:yVal>
            <c:numRef>
              <c:f>'Chart Data'!$DJ$2:$DJ$3</c:f>
              <c:numCache>
                <c:formatCode>0</c:formatCode>
                <c:ptCount val="2"/>
                <c:pt idx="0">
                  <c:v>57.75</c:v>
                </c:pt>
                <c:pt idx="1">
                  <c:v>60</c:v>
                </c:pt>
              </c:numCache>
            </c:numRef>
          </c:yVal>
          <c:smooth val="0"/>
        </c:ser>
        <c:ser>
          <c:idx val="57"/>
          <c:order val="57"/>
          <c:tx>
            <c:v>PSe hatch</c:v>
          </c:tx>
          <c:spPr>
            <a:ln xmlns:a="http://schemas.openxmlformats.org/drawingml/2006/main" w="11430">
              <a:solidFill>
                <a:srgbClr val="68B39A"/>
              </a:solidFill>
            </a:ln>
          </c:spPr>
          <c:marker>
            <c:symbol val="none"/>
          </c:marker>
          <c:xVal>
            <c:numRef>
              <c:f>'Chart Data'!$DK$2:$DK$3</c:f>
              <c:numCache>
                <c:formatCode>General</c:formatCode>
                <c:ptCount val="2"/>
                <c:pt idx="0">
                  <c:v>35</c:v>
                </c:pt>
                <c:pt idx="1">
                  <c:v>35</c:v>
                </c:pt>
              </c:numCache>
            </c:numRef>
          </c:xVal>
          <c:yVal>
            <c:numRef>
              <c:f>'Chart Data'!$DL$2:$DL$3</c:f>
              <c:numCache>
                <c:formatCode>0</c:formatCode>
                <c:ptCount val="2"/>
                <c:pt idx="0">
                  <c:v>59</c:v>
                </c:pt>
                <c:pt idx="1">
                  <c:v>60</c:v>
                </c:pt>
              </c:numCache>
            </c:numRef>
          </c:yVal>
          <c:smooth val="0"/>
        </c:ser>
        <c:ser>
          <c:idx val="58"/>
          <c:order val="58"/>
          <c:tx>
            <c:v>Qm</c:v>
          </c:tx>
          <c:spPr>
            <a:ln xmlns:a="http://schemas.openxmlformats.org/drawingml/2006/main" w="12383">
              <a:solidFill>
                <a:srgbClr val="445B6B"/>
              </a:solidFill>
            </a:ln>
          </c:spPr>
          <c:marker>
            <c:symbol val="none"/>
          </c:marker>
          <c:xVal>
            <c:numRef>
              <c:f>'Chart Data'!$DM$2:$DM$3</c:f>
              <c:numCache>
                <c:formatCode>General</c:formatCode>
                <c:ptCount val="2"/>
                <c:pt idx="0">
                  <c:v>24</c:v>
                </c:pt>
                <c:pt idx="1">
                  <c:v>24</c:v>
                </c:pt>
              </c:numCache>
            </c:numRef>
          </c:xVal>
          <c:yVal>
            <c:numRef>
              <c:f>'Chart Data'!$DN$2:$DN$3</c:f>
              <c:numCache>
                <c:formatCode>0</c:formatCode>
                <c:ptCount val="2"/>
                <c:pt idx="0">
                  <c:v>0</c:v>
                </c:pt>
                <c:pt idx="1">
                  <c:v>72</c:v>
                </c:pt>
              </c:numCache>
            </c:numRef>
          </c:yVal>
          <c:smooth val="0"/>
        </c:ser>
        <c:ser>
          <c:idx val="59"/>
          <c:order val="59"/>
          <c:tx>
            <c:v>Pm</c:v>
          </c:tx>
          <c:spPr>
            <a:ln xmlns:a="http://schemas.openxmlformats.org/drawingml/2006/main" w="12383">
              <a:solidFill>
                <a:srgbClr val="445B6B"/>
              </a:solidFill>
            </a:ln>
          </c:spPr>
          <c:marker>
            <c:symbol val="none"/>
          </c:marker>
          <c:xVal>
            <c:numRef>
              <c:f>'Chart Data'!$DO$2:$DO$3</c:f>
              <c:numCache>
                <c:formatCode>General</c:formatCode>
                <c:ptCount val="2"/>
                <c:pt idx="0">
                  <c:v>0</c:v>
                </c:pt>
                <c:pt idx="1">
                  <c:v>24</c:v>
                </c:pt>
              </c:numCache>
            </c:numRef>
          </c:xVal>
          <c:yVal>
            <c:numRef>
              <c:f>'Chart Data'!$DP$2:$DP$3</c:f>
              <c:numCache>
                <c:formatCode>0</c:formatCode>
                <c:ptCount val="2"/>
                <c:pt idx="0">
                  <c:v>72</c:v>
                </c:pt>
                <c:pt idx="1">
                  <c:v>72</c:v>
                </c:pt>
              </c:numCache>
            </c:numRef>
          </c:yVal>
          <c:smooth val="0"/>
        </c:ser>
        <c:ser>
          <c:idx val="60"/>
          <c:order val="60"/>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Data'!$DQ$2:$DQ$2</c:f>
              <c:numCache>
                <c:formatCode>General</c:formatCode>
                <c:ptCount val="1"/>
                <c:pt idx="0">
                  <c:v>24.9</c:v>
                </c:pt>
              </c:numCache>
            </c:numRef>
          </c:xVal>
          <c:yVal>
            <c:numRef>
              <c:f>'Chart Data'!$DR$2:$DR$2</c:f>
              <c:numCache>
                <c:formatCode>0</c:formatCode>
                <c:ptCount val="1"/>
                <c:pt idx="0">
                  <c:v>78.5</c:v>
                </c:pt>
              </c:numCache>
            </c:numRef>
          </c:yVal>
          <c:smooth val="0"/>
        </c:ser>
        <c:ser>
          <c:idx val="61"/>
          <c:order val="61"/>
          <c:tx>
            <c:v>Qe</c:v>
          </c:tx>
          <c:spPr>
            <a:ln xmlns:a="http://schemas.openxmlformats.org/drawingml/2006/main" w="12383">
              <a:solidFill>
                <a:srgbClr val="445B6B"/>
              </a:solidFill>
            </a:ln>
          </c:spPr>
          <c:marker>
            <c:symbol val="none"/>
          </c:marker>
          <c:xVal>
            <c:numRef>
              <c:f>'Chart Data'!$DS$2:$DS$3</c:f>
              <c:numCache>
                <c:formatCode>General</c:formatCode>
                <c:ptCount val="2"/>
                <c:pt idx="0">
                  <c:v>36</c:v>
                </c:pt>
                <c:pt idx="1">
                  <c:v>36</c:v>
                </c:pt>
              </c:numCache>
            </c:numRef>
          </c:xVal>
          <c:yVal>
            <c:numRef>
              <c:f>'Chart Data'!$DT$2:$DT$3</c:f>
              <c:numCache>
                <c:formatCode>0</c:formatCode>
                <c:ptCount val="2"/>
                <c:pt idx="0">
                  <c:v>0</c:v>
                </c:pt>
                <c:pt idx="1">
                  <c:v>60</c:v>
                </c:pt>
              </c:numCache>
            </c:numRef>
          </c:yVal>
          <c:smooth val="0"/>
        </c:ser>
        <c:ser>
          <c:idx val="62"/>
          <c:order val="62"/>
          <c:tx>
            <c:v>Pe</c:v>
          </c:tx>
          <c:spPr>
            <a:ln xmlns:a="http://schemas.openxmlformats.org/drawingml/2006/main" w="12383">
              <a:solidFill>
                <a:srgbClr val="445B6B"/>
              </a:solidFill>
            </a:ln>
          </c:spPr>
          <c:marker>
            <c:symbol val="none"/>
          </c:marker>
          <c:xVal>
            <c:numRef>
              <c:f>'Chart Data'!$DU$2:$DU$3</c:f>
              <c:numCache>
                <c:formatCode>General</c:formatCode>
                <c:ptCount val="2"/>
                <c:pt idx="0">
                  <c:v>0</c:v>
                </c:pt>
                <c:pt idx="1">
                  <c:v>36</c:v>
                </c:pt>
              </c:numCache>
            </c:numRef>
          </c:xVal>
          <c:yVal>
            <c:numRef>
              <c:f>'Chart Data'!$DV$2:$DV$3</c:f>
              <c:numCache>
                <c:formatCode>0</c:formatCode>
                <c:ptCount val="2"/>
                <c:pt idx="0">
                  <c:v>60</c:v>
                </c:pt>
                <c:pt idx="1">
                  <c:v>60</c:v>
                </c:pt>
              </c:numCache>
            </c:numRef>
          </c:yVal>
          <c:smooth val="0"/>
        </c:ser>
        <c:ser>
          <c:idx val="63"/>
          <c:order val="63"/>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Data'!$DW$2:$DW$2</c:f>
              <c:numCache>
                <c:formatCode>General</c:formatCode>
                <c:ptCount val="1"/>
                <c:pt idx="0">
                  <c:v>38.1</c:v>
                </c:pt>
              </c:numCache>
            </c:numRef>
          </c:xVal>
          <c:yVal>
            <c:numRef>
              <c:f>'Chart Data'!$DX$2:$DX$2</c:f>
              <c:numCache>
                <c:formatCode>0</c:formatCode>
                <c:ptCount val="1"/>
                <c:pt idx="0">
                  <c:v>72</c:v>
                </c:pt>
              </c:numCache>
            </c:numRef>
          </c:yVal>
          <c:smooth val="0"/>
        </c:ser>
        <c:ser>
          <c:idx val="64"/>
          <c:order val="64"/>
          <c:tx>
            <c:v>Vraag = GO</c:v>
          </c:tx>
          <c:spPr>
            <a:ln xmlns:a="http://schemas.openxmlformats.org/drawingml/2006/main" w="38100">
              <a:solidFill>
                <a:srgbClr val="17658A"/>
              </a:solidFill>
            </a:ln>
          </c:spPr>
          <c:marker>
            <c:symbol val="none"/>
          </c:marker>
          <c:xVal>
            <c:numRef>
              <c:f>'Chart Data'!$DY$2:$DY$3</c:f>
              <c:numCache>
                <c:formatCode>General</c:formatCode>
                <c:ptCount val="2"/>
                <c:pt idx="0">
                  <c:v>0</c:v>
                </c:pt>
                <c:pt idx="1">
                  <c:v>60</c:v>
                </c:pt>
              </c:numCache>
            </c:numRef>
          </c:xVal>
          <c:yVal>
            <c:numRef>
              <c:f>'Chart Data'!$DZ$2:$DZ$3</c:f>
              <c:numCache>
                <c:formatCode>0</c:formatCode>
                <c:ptCount val="2"/>
                <c:pt idx="0">
                  <c:v>96</c:v>
                </c:pt>
                <c:pt idx="1">
                  <c:v>36</c:v>
                </c:pt>
              </c:numCache>
            </c:numRef>
          </c:yVal>
          <c:smooth val="0"/>
        </c:ser>
        <c:ser>
          <c:idx val="65"/>
          <c:order val="65"/>
          <c:tx>
            <c:v>MK</c:v>
          </c:tx>
          <c:spPr>
            <a:ln xmlns:a="http://schemas.openxmlformats.org/drawingml/2006/main" w="38100">
              <a:solidFill>
                <a:srgbClr val="A94D16"/>
              </a:solidFill>
            </a:ln>
          </c:spPr>
          <c:marker>
            <c:symbol val="none"/>
          </c:marker>
          <c:xVal>
            <c:numRef>
              <c:f>'Chart Data'!$EA$2:$EA$3</c:f>
              <c:numCache>
                <c:formatCode>General</c:formatCode>
                <c:ptCount val="2"/>
                <c:pt idx="0">
                  <c:v>0</c:v>
                </c:pt>
                <c:pt idx="1">
                  <c:v>60</c:v>
                </c:pt>
              </c:numCache>
            </c:numRef>
          </c:xVal>
          <c:yVal>
            <c:numRef>
              <c:f>'Chart Data'!$EB$2:$EB$3</c:f>
              <c:numCache>
                <c:formatCode>0</c:formatCode>
                <c:ptCount val="2"/>
                <c:pt idx="0">
                  <c:v>24</c:v>
                </c:pt>
                <c:pt idx="1">
                  <c:v>84</c:v>
                </c:pt>
              </c:numCache>
            </c:numRef>
          </c:yVal>
          <c:smooth val="0"/>
        </c:ser>
        <c:ser>
          <c:idx val="66"/>
          <c:order val="66"/>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Data'!$EC$2:$EC$2</c:f>
              <c:numCache>
                <c:formatCode>General</c:formatCode>
                <c:ptCount val="1"/>
                <c:pt idx="0">
                  <c:v>46.8</c:v>
                </c:pt>
              </c:numCache>
            </c:numRef>
          </c:xVal>
          <c:yVal>
            <c:numRef>
              <c:f>'Chart Data'!$ED$2:$ED$2</c:f>
              <c:numCache>
                <c:formatCode>0</c:formatCode>
                <c:ptCount val="1"/>
                <c:pt idx="0">
                  <c:v>31.2</c:v>
                </c:pt>
              </c:numCache>
            </c:numRef>
          </c:yVal>
          <c:smooth val="0"/>
        </c:ser>
        <c:ser>
          <c:idx val="67"/>
          <c:order val="67"/>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Data'!$EE$2:$EE$2</c:f>
              <c:numCache>
                <c:formatCode>General</c:formatCode>
                <c:ptCount val="1"/>
                <c:pt idx="0">
                  <c:v>53.4</c:v>
                </c:pt>
              </c:numCache>
            </c:numRef>
          </c:xVal>
          <c:yVal>
            <c:numRef>
              <c:f>'Chart Data'!$EF$2:$EF$2</c:f>
              <c:numCache>
                <c:formatCode>0</c:formatCode>
                <c:ptCount val="1"/>
                <c:pt idx="0">
                  <c:v>84.9</c:v>
                </c:pt>
              </c:numCache>
            </c:numRef>
          </c:yVal>
          <c:smooth val="0"/>
        </c:ser>
        <c:ser>
          <c:idx val="68"/>
          <c:order val="68"/>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Data'!$EG$2:$EG$2</c:f>
              <c:numCache>
                <c:formatCode>General</c:formatCode>
                <c:ptCount val="1"/>
                <c:pt idx="0">
                  <c:v>24</c:v>
                </c:pt>
              </c:numCache>
            </c:numRef>
          </c:xVal>
          <c:yVal>
            <c:numRef>
              <c:f>'Chart Data'!$EH$2:$EH$2</c:f>
              <c:numCache>
                <c:formatCode>0</c:formatCode>
                <c:ptCount val="1"/>
                <c:pt idx="0">
                  <c:v>72</c:v>
                </c:pt>
              </c:numCache>
            </c:numRef>
          </c:yVal>
          <c:smooth val="0"/>
        </c:ser>
        <c:ser>
          <c:idx val="69"/>
          <c:order val="69"/>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Data'!$EI$2:$EI$2</c:f>
              <c:numCache>
                <c:formatCode>General</c:formatCode>
                <c:ptCount val="1"/>
                <c:pt idx="0">
                  <c:v>36</c:v>
                </c:pt>
              </c:numCache>
            </c:numRef>
          </c:xVal>
          <c:yVal>
            <c:numRef>
              <c:f>'Chart Data'!$EJ$2:$EJ$2</c:f>
              <c:numCache>
                <c:formatCode>0</c:formatCode>
                <c:ptCount val="1"/>
                <c:pt idx="0">
                  <c:v>60</c:v>
                </c:pt>
              </c:numCache>
            </c:numRef>
          </c:yVal>
          <c:smooth val="0"/>
        </c:ser>
        <c:ser>
          <c:idx val="70"/>
          <c:order val="70"/>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Data'!$EK$2:$EK$2</c:f>
              <c:numCache>
                <c:formatCode>General</c:formatCode>
                <c:ptCount val="1"/>
                <c:pt idx="0">
                  <c:v>10.08</c:v>
                </c:pt>
              </c:numCache>
            </c:numRef>
          </c:xVal>
          <c:yVal>
            <c:numRef>
              <c:f>'Chart Data'!$EL$2:$EL$2</c:f>
              <c:numCache>
                <c:formatCode>0</c:formatCode>
                <c:ptCount val="1"/>
                <c:pt idx="0">
                  <c:v>70.08</c:v>
                </c:pt>
              </c:numCache>
            </c:numRef>
          </c:yVal>
          <c:smooth val="0"/>
        </c:ser>
        <c:ser>
          <c:idx val="71"/>
          <c:order val="71"/>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Data'!$EM$2:$EM$2</c:f>
              <c:numCache>
                <c:formatCode>General</c:formatCode>
                <c:ptCount val="1"/>
                <c:pt idx="0">
                  <c:v>10.08</c:v>
                </c:pt>
              </c:numCache>
            </c:numRef>
          </c:xVal>
          <c:yVal>
            <c:numRef>
              <c:f>'Chart Data'!$EN$2:$EN$2</c:f>
              <c:numCache>
                <c:formatCode>0</c:formatCode>
                <c:ptCount val="1"/>
                <c:pt idx="0">
                  <c:v>49.2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O boundary</c:v>
          </c:tx>
          <c:spPr>
            <a:ln xmlns:a="http://schemas.openxmlformats.org/drawingml/2006/main" w="21908">
              <a:solidFill>
                <a:srgbClr val="C48D28"/>
              </a:solidFill>
            </a:ln>
          </c:spPr>
          <c:marker>
            <c:symbol val="none"/>
          </c:marker>
          <c:xVal>
            <c:numRef>
              <c:f>'Chart Data'!$A$2:$A$6</c:f>
              <c:numCache>
                <c:formatCode>General</c:formatCode>
                <c:ptCount val="5"/>
                <c:pt idx="0">
                  <c:v>0</c:v>
                </c:pt>
                <c:pt idx="1">
                  <c:v>24</c:v>
                </c:pt>
                <c:pt idx="2">
                  <c:v>24</c:v>
                </c:pt>
                <c:pt idx="3">
                  <c:v>0</c:v>
                </c:pt>
                <c:pt idx="4">
                  <c:v>0</c:v>
                </c:pt>
              </c:numCache>
            </c:numRef>
          </c:xVal>
          <c:yVal>
            <c:numRef>
              <c:f>'Chart Data'!$B$2:$B$6</c:f>
              <c:numCache>
                <c:formatCode>0</c:formatCode>
                <c:ptCount val="5"/>
                <c:pt idx="0">
                  <c:v>60</c:v>
                </c:pt>
                <c:pt idx="1">
                  <c:v>60</c:v>
                </c:pt>
                <c:pt idx="2">
                  <c:v>72</c:v>
                </c:pt>
                <c:pt idx="3">
                  <c:v>72</c:v>
                </c:pt>
                <c:pt idx="4">
                  <c:v>60</c:v>
                </c:pt>
              </c:numCache>
            </c:numRef>
          </c:yVal>
          <c:smooth val="0"/>
        </c:ser>
        <c:ser>
          <c:idx val="1"/>
          <c:order val="1"/>
          <c:tx>
            <c:v>O hatch</c:v>
          </c:tx>
          <c:spPr>
            <a:ln xmlns:a="http://schemas.openxmlformats.org/drawingml/2006/main" w="11430">
              <a:solidFill>
                <a:srgbClr val="C48D28"/>
              </a:solidFill>
            </a:ln>
          </c:spPr>
          <c:marker>
            <c:symbol val="none"/>
          </c:marker>
          <c:xVal>
            <c:numRef>
              <c:f>'Chart Data'!$C$2:$C$3</c:f>
              <c:numCache>
                <c:formatCode>General</c:formatCode>
                <c:ptCount val="2"/>
                <c:pt idx="0">
                  <c:v>1.25</c:v>
                </c:pt>
                <c:pt idx="1">
                  <c:v>1.25</c:v>
                </c:pt>
              </c:numCache>
            </c:numRef>
          </c:xVal>
          <c:yVal>
            <c:numRef>
              <c:f>'Chart Data'!$D$2:$D$3</c:f>
              <c:numCache>
                <c:formatCode>0</c:formatCode>
                <c:ptCount val="2"/>
                <c:pt idx="0">
                  <c:v>60</c:v>
                </c:pt>
                <c:pt idx="1">
                  <c:v>72</c:v>
                </c:pt>
              </c:numCache>
            </c:numRef>
          </c:yVal>
          <c:smooth val="0"/>
        </c:ser>
        <c:ser>
          <c:idx val="2"/>
          <c:order val="2"/>
          <c:tx>
            <c:v>O hatch</c:v>
          </c:tx>
          <c:spPr>
            <a:ln xmlns:a="http://schemas.openxmlformats.org/drawingml/2006/main" w="11430">
              <a:solidFill>
                <a:srgbClr val="C48D28"/>
              </a:solidFill>
            </a:ln>
          </c:spPr>
          <c:marker>
            <c:symbol val="none"/>
          </c:marker>
          <c:xVal>
            <c:numRef>
              <c:f>'Chart Data'!$E$2:$E$3</c:f>
              <c:numCache>
                <c:formatCode>General</c:formatCode>
                <c:ptCount val="2"/>
                <c:pt idx="0">
                  <c:v>2.5</c:v>
                </c:pt>
                <c:pt idx="1">
                  <c:v>2.5</c:v>
                </c:pt>
              </c:numCache>
            </c:numRef>
          </c:xVal>
          <c:yVal>
            <c:numRef>
              <c:f>'Chart Data'!$F$2:$F$3</c:f>
              <c:numCache>
                <c:formatCode>0</c:formatCode>
                <c:ptCount val="2"/>
                <c:pt idx="0">
                  <c:v>60</c:v>
                </c:pt>
                <c:pt idx="1">
                  <c:v>72</c:v>
                </c:pt>
              </c:numCache>
            </c:numRef>
          </c:yVal>
          <c:smooth val="0"/>
        </c:ser>
        <c:ser>
          <c:idx val="3"/>
          <c:order val="3"/>
          <c:tx>
            <c:v>O hatch</c:v>
          </c:tx>
          <c:spPr>
            <a:ln xmlns:a="http://schemas.openxmlformats.org/drawingml/2006/main" w="11430">
              <a:solidFill>
                <a:srgbClr val="C48D28"/>
              </a:solidFill>
            </a:ln>
          </c:spPr>
          <c:marker>
            <c:symbol val="none"/>
          </c:marker>
          <c:xVal>
            <c:numRef>
              <c:f>'Chart Data'!$G$2:$G$3</c:f>
              <c:numCache>
                <c:formatCode>General</c:formatCode>
                <c:ptCount val="2"/>
                <c:pt idx="0">
                  <c:v>3.75</c:v>
                </c:pt>
                <c:pt idx="1">
                  <c:v>3.75</c:v>
                </c:pt>
              </c:numCache>
            </c:numRef>
          </c:xVal>
          <c:yVal>
            <c:numRef>
              <c:f>'Chart Data'!$H$2:$H$3</c:f>
              <c:numCache>
                <c:formatCode>0</c:formatCode>
                <c:ptCount val="2"/>
                <c:pt idx="0">
                  <c:v>60</c:v>
                </c:pt>
                <c:pt idx="1">
                  <c:v>72</c:v>
                </c:pt>
              </c:numCache>
            </c:numRef>
          </c:yVal>
          <c:smooth val="0"/>
        </c:ser>
        <c:ser>
          <c:idx val="4"/>
          <c:order val="4"/>
          <c:tx>
            <c:v>O hatch</c:v>
          </c:tx>
          <c:spPr>
            <a:ln xmlns:a="http://schemas.openxmlformats.org/drawingml/2006/main" w="11430">
              <a:solidFill>
                <a:srgbClr val="C48D28"/>
              </a:solidFill>
            </a:ln>
          </c:spPr>
          <c:marker>
            <c:symbol val="none"/>
          </c:marker>
          <c:xVal>
            <c:numRef>
              <c:f>'Chart Data'!$I$2:$I$3</c:f>
              <c:numCache>
                <c:formatCode>General</c:formatCode>
                <c:ptCount val="2"/>
                <c:pt idx="0">
                  <c:v>5</c:v>
                </c:pt>
                <c:pt idx="1">
                  <c:v>5</c:v>
                </c:pt>
              </c:numCache>
            </c:numRef>
          </c:xVal>
          <c:yVal>
            <c:numRef>
              <c:f>'Chart Data'!$J$2:$J$3</c:f>
              <c:numCache>
                <c:formatCode>0</c:formatCode>
                <c:ptCount val="2"/>
                <c:pt idx="0">
                  <c:v>60</c:v>
                </c:pt>
                <c:pt idx="1">
                  <c:v>72</c:v>
                </c:pt>
              </c:numCache>
            </c:numRef>
          </c:yVal>
          <c:smooth val="0"/>
        </c:ser>
        <c:ser>
          <c:idx val="5"/>
          <c:order val="5"/>
          <c:tx>
            <c:v>O hatch</c:v>
          </c:tx>
          <c:spPr>
            <a:ln xmlns:a="http://schemas.openxmlformats.org/drawingml/2006/main" w="11430">
              <a:solidFill>
                <a:srgbClr val="C48D28"/>
              </a:solidFill>
            </a:ln>
          </c:spPr>
          <c:marker>
            <c:symbol val="none"/>
          </c:marker>
          <c:xVal>
            <c:numRef>
              <c:f>'Chart Data'!$K$2:$K$3</c:f>
              <c:numCache>
                <c:formatCode>General</c:formatCode>
                <c:ptCount val="2"/>
                <c:pt idx="0">
                  <c:v>6.25</c:v>
                </c:pt>
                <c:pt idx="1">
                  <c:v>6.25</c:v>
                </c:pt>
              </c:numCache>
            </c:numRef>
          </c:xVal>
          <c:yVal>
            <c:numRef>
              <c:f>'Chart Data'!$L$2:$L$3</c:f>
              <c:numCache>
                <c:formatCode>0</c:formatCode>
                <c:ptCount val="2"/>
                <c:pt idx="0">
                  <c:v>60</c:v>
                </c:pt>
                <c:pt idx="1">
                  <c:v>72</c:v>
                </c:pt>
              </c:numCache>
            </c:numRef>
          </c:yVal>
          <c:smooth val="0"/>
        </c:ser>
        <c:ser>
          <c:idx val="6"/>
          <c:order val="6"/>
          <c:tx>
            <c:v>O hatch</c:v>
          </c:tx>
          <c:spPr>
            <a:ln xmlns:a="http://schemas.openxmlformats.org/drawingml/2006/main" w="11430">
              <a:solidFill>
                <a:srgbClr val="C48D28"/>
              </a:solidFill>
            </a:ln>
          </c:spPr>
          <c:marker>
            <c:symbol val="none"/>
          </c:marker>
          <c:xVal>
            <c:numRef>
              <c:f>'Chart Data'!$M$2:$M$3</c:f>
              <c:numCache>
                <c:formatCode>General</c:formatCode>
                <c:ptCount val="2"/>
                <c:pt idx="0">
                  <c:v>7.5</c:v>
                </c:pt>
                <c:pt idx="1">
                  <c:v>7.5</c:v>
                </c:pt>
              </c:numCache>
            </c:numRef>
          </c:xVal>
          <c:yVal>
            <c:numRef>
              <c:f>'Chart Data'!$N$2:$N$3</c:f>
              <c:numCache>
                <c:formatCode>0</c:formatCode>
                <c:ptCount val="2"/>
                <c:pt idx="0">
                  <c:v>60</c:v>
                </c:pt>
                <c:pt idx="1">
                  <c:v>72</c:v>
                </c:pt>
              </c:numCache>
            </c:numRef>
          </c:yVal>
          <c:smooth val="0"/>
        </c:ser>
        <c:ser>
          <c:idx val="7"/>
          <c:order val="7"/>
          <c:tx>
            <c:v>O hatch</c:v>
          </c:tx>
          <c:spPr>
            <a:ln xmlns:a="http://schemas.openxmlformats.org/drawingml/2006/main" w="11430">
              <a:solidFill>
                <a:srgbClr val="C48D28"/>
              </a:solidFill>
            </a:ln>
          </c:spPr>
          <c:marker>
            <c:symbol val="none"/>
          </c:marker>
          <c:xVal>
            <c:numRef>
              <c:f>'Chart Data'!$O$2:$O$3</c:f>
              <c:numCache>
                <c:formatCode>General</c:formatCode>
                <c:ptCount val="2"/>
                <c:pt idx="0">
                  <c:v>8.75</c:v>
                </c:pt>
                <c:pt idx="1">
                  <c:v>8.75</c:v>
                </c:pt>
              </c:numCache>
            </c:numRef>
          </c:xVal>
          <c:yVal>
            <c:numRef>
              <c:f>'Chart Data'!$P$2:$P$3</c:f>
              <c:numCache>
                <c:formatCode>0</c:formatCode>
                <c:ptCount val="2"/>
                <c:pt idx="0">
                  <c:v>60</c:v>
                </c:pt>
                <c:pt idx="1">
                  <c:v>72</c:v>
                </c:pt>
              </c:numCache>
            </c:numRef>
          </c:yVal>
          <c:smooth val="0"/>
        </c:ser>
        <c:ser>
          <c:idx val="8"/>
          <c:order val="8"/>
          <c:tx>
            <c:v>O hatch</c:v>
          </c:tx>
          <c:spPr>
            <a:ln xmlns:a="http://schemas.openxmlformats.org/drawingml/2006/main" w="11430">
              <a:solidFill>
                <a:srgbClr val="C48D28"/>
              </a:solidFill>
            </a:ln>
          </c:spPr>
          <c:marker>
            <c:symbol val="none"/>
          </c:marker>
          <c:xVal>
            <c:numRef>
              <c:f>'Chart Data'!$Q$2:$Q$3</c:f>
              <c:numCache>
                <c:formatCode>General</c:formatCode>
                <c:ptCount val="2"/>
                <c:pt idx="0">
                  <c:v>10</c:v>
                </c:pt>
                <c:pt idx="1">
                  <c:v>10</c:v>
                </c:pt>
              </c:numCache>
            </c:numRef>
          </c:xVal>
          <c:yVal>
            <c:numRef>
              <c:f>'Chart Data'!$R$2:$R$3</c:f>
              <c:numCache>
                <c:formatCode>0</c:formatCode>
                <c:ptCount val="2"/>
                <c:pt idx="0">
                  <c:v>60</c:v>
                </c:pt>
                <c:pt idx="1">
                  <c:v>72</c:v>
                </c:pt>
              </c:numCache>
            </c:numRef>
          </c:yVal>
          <c:smooth val="0"/>
        </c:ser>
        <c:ser>
          <c:idx val="9"/>
          <c:order val="9"/>
          <c:tx>
            <c:v>O hatch</c:v>
          </c:tx>
          <c:spPr>
            <a:ln xmlns:a="http://schemas.openxmlformats.org/drawingml/2006/main" w="11430">
              <a:solidFill>
                <a:srgbClr val="C48D28"/>
              </a:solidFill>
            </a:ln>
          </c:spPr>
          <c:marker>
            <c:symbol val="none"/>
          </c:marker>
          <c:xVal>
            <c:numRef>
              <c:f>'Chart Data'!$S$2:$S$3</c:f>
              <c:numCache>
                <c:formatCode>General</c:formatCode>
                <c:ptCount val="2"/>
                <c:pt idx="0">
                  <c:v>11.25</c:v>
                </c:pt>
                <c:pt idx="1">
                  <c:v>11.25</c:v>
                </c:pt>
              </c:numCache>
            </c:numRef>
          </c:xVal>
          <c:yVal>
            <c:numRef>
              <c:f>'Chart Data'!$T$2:$T$3</c:f>
              <c:numCache>
                <c:formatCode>0</c:formatCode>
                <c:ptCount val="2"/>
                <c:pt idx="0">
                  <c:v>60</c:v>
                </c:pt>
                <c:pt idx="1">
                  <c:v>72</c:v>
                </c:pt>
              </c:numCache>
            </c:numRef>
          </c:yVal>
          <c:smooth val="0"/>
        </c:ser>
        <c:ser>
          <c:idx val="10"/>
          <c:order val="10"/>
          <c:tx>
            <c:v>O hatch</c:v>
          </c:tx>
          <c:spPr>
            <a:ln xmlns:a="http://schemas.openxmlformats.org/drawingml/2006/main" w="11430">
              <a:solidFill>
                <a:srgbClr val="C48D28"/>
              </a:solidFill>
            </a:ln>
          </c:spPr>
          <c:marker>
            <c:symbol val="none"/>
          </c:marker>
          <c:xVal>
            <c:numRef>
              <c:f>'Chart Data'!$U$2:$U$3</c:f>
              <c:numCache>
                <c:formatCode>General</c:formatCode>
                <c:ptCount val="2"/>
                <c:pt idx="0">
                  <c:v>12.5</c:v>
                </c:pt>
                <c:pt idx="1">
                  <c:v>12.5</c:v>
                </c:pt>
              </c:numCache>
            </c:numRef>
          </c:xVal>
          <c:yVal>
            <c:numRef>
              <c:f>'Chart Data'!$V$2:$V$3</c:f>
              <c:numCache>
                <c:formatCode>0</c:formatCode>
                <c:ptCount val="2"/>
                <c:pt idx="0">
                  <c:v>60</c:v>
                </c:pt>
                <c:pt idx="1">
                  <c:v>72</c:v>
                </c:pt>
              </c:numCache>
            </c:numRef>
          </c:yVal>
          <c:smooth val="0"/>
        </c:ser>
        <c:ser>
          <c:idx val="11"/>
          <c:order val="11"/>
          <c:tx>
            <c:v>O hatch</c:v>
          </c:tx>
          <c:spPr>
            <a:ln xmlns:a="http://schemas.openxmlformats.org/drawingml/2006/main" w="11430">
              <a:solidFill>
                <a:srgbClr val="C48D28"/>
              </a:solidFill>
            </a:ln>
          </c:spPr>
          <c:marker>
            <c:symbol val="none"/>
          </c:marker>
          <c:xVal>
            <c:numRef>
              <c:f>'Chart Data'!$W$2:$W$3</c:f>
              <c:numCache>
                <c:formatCode>General</c:formatCode>
                <c:ptCount val="2"/>
                <c:pt idx="0">
                  <c:v>13.75</c:v>
                </c:pt>
                <c:pt idx="1">
                  <c:v>13.75</c:v>
                </c:pt>
              </c:numCache>
            </c:numRef>
          </c:xVal>
          <c:yVal>
            <c:numRef>
              <c:f>'Chart Data'!$X$2:$X$3</c:f>
              <c:numCache>
                <c:formatCode>0</c:formatCode>
                <c:ptCount val="2"/>
                <c:pt idx="0">
                  <c:v>60</c:v>
                </c:pt>
                <c:pt idx="1">
                  <c:v>72</c:v>
                </c:pt>
              </c:numCache>
            </c:numRef>
          </c:yVal>
          <c:smooth val="0"/>
        </c:ser>
        <c:ser>
          <c:idx val="12"/>
          <c:order val="12"/>
          <c:tx>
            <c:v>O hatch</c:v>
          </c:tx>
          <c:spPr>
            <a:ln xmlns:a="http://schemas.openxmlformats.org/drawingml/2006/main" w="11430">
              <a:solidFill>
                <a:srgbClr val="C48D28"/>
              </a:solidFill>
            </a:ln>
          </c:spPr>
          <c:marker>
            <c:symbol val="none"/>
          </c:marker>
          <c:xVal>
            <c:numRef>
              <c:f>'Chart Data'!$Y$2:$Y$3</c:f>
              <c:numCache>
                <c:formatCode>General</c:formatCode>
                <c:ptCount val="2"/>
                <c:pt idx="0">
                  <c:v>15</c:v>
                </c:pt>
                <c:pt idx="1">
                  <c:v>15</c:v>
                </c:pt>
              </c:numCache>
            </c:numRef>
          </c:xVal>
          <c:yVal>
            <c:numRef>
              <c:f>'Chart Data'!$Z$2:$Z$3</c:f>
              <c:numCache>
                <c:formatCode>0</c:formatCode>
                <c:ptCount val="2"/>
                <c:pt idx="0">
                  <c:v>60</c:v>
                </c:pt>
                <c:pt idx="1">
                  <c:v>72</c:v>
                </c:pt>
              </c:numCache>
            </c:numRef>
          </c:yVal>
          <c:smooth val="0"/>
        </c:ser>
        <c:ser>
          <c:idx val="13"/>
          <c:order val="13"/>
          <c:tx>
            <c:v>O hatch</c:v>
          </c:tx>
          <c:spPr>
            <a:ln xmlns:a="http://schemas.openxmlformats.org/drawingml/2006/main" w="11430">
              <a:solidFill>
                <a:srgbClr val="C48D28"/>
              </a:solidFill>
            </a:ln>
          </c:spPr>
          <c:marker>
            <c:symbol val="none"/>
          </c:marker>
          <c:xVal>
            <c:numRef>
              <c:f>'Chart Data'!$AA$2:$AA$3</c:f>
              <c:numCache>
                <c:formatCode>General</c:formatCode>
                <c:ptCount val="2"/>
                <c:pt idx="0">
                  <c:v>16.25</c:v>
                </c:pt>
                <c:pt idx="1">
                  <c:v>16.25</c:v>
                </c:pt>
              </c:numCache>
            </c:numRef>
          </c:xVal>
          <c:yVal>
            <c:numRef>
              <c:f>'Chart Data'!$AB$2:$AB$3</c:f>
              <c:numCache>
                <c:formatCode>0</c:formatCode>
                <c:ptCount val="2"/>
                <c:pt idx="0">
                  <c:v>60</c:v>
                </c:pt>
                <c:pt idx="1">
                  <c:v>72</c:v>
                </c:pt>
              </c:numCache>
            </c:numRef>
          </c:yVal>
          <c:smooth val="0"/>
        </c:ser>
        <c:ser>
          <c:idx val="14"/>
          <c:order val="14"/>
          <c:tx>
            <c:v>O hatch</c:v>
          </c:tx>
          <c:spPr>
            <a:ln xmlns:a="http://schemas.openxmlformats.org/drawingml/2006/main" w="11430">
              <a:solidFill>
                <a:srgbClr val="C48D28"/>
              </a:solidFill>
            </a:ln>
          </c:spPr>
          <c:marker>
            <c:symbol val="none"/>
          </c:marker>
          <c:xVal>
            <c:numRef>
              <c:f>'Chart Data'!$AC$2:$AC$3</c:f>
              <c:numCache>
                <c:formatCode>General</c:formatCode>
                <c:ptCount val="2"/>
                <c:pt idx="0">
                  <c:v>17.5</c:v>
                </c:pt>
                <c:pt idx="1">
                  <c:v>17.5</c:v>
                </c:pt>
              </c:numCache>
            </c:numRef>
          </c:xVal>
          <c:yVal>
            <c:numRef>
              <c:f>'Chart Data'!$AD$2:$AD$3</c:f>
              <c:numCache>
                <c:formatCode>0</c:formatCode>
                <c:ptCount val="2"/>
                <c:pt idx="0">
                  <c:v>60</c:v>
                </c:pt>
                <c:pt idx="1">
                  <c:v>72</c:v>
                </c:pt>
              </c:numCache>
            </c:numRef>
          </c:yVal>
          <c:smooth val="0"/>
        </c:ser>
        <c:ser>
          <c:idx val="15"/>
          <c:order val="15"/>
          <c:tx>
            <c:v>O hatch</c:v>
          </c:tx>
          <c:spPr>
            <a:ln xmlns:a="http://schemas.openxmlformats.org/drawingml/2006/main" w="11430">
              <a:solidFill>
                <a:srgbClr val="C48D28"/>
              </a:solidFill>
            </a:ln>
          </c:spPr>
          <c:marker>
            <c:symbol val="none"/>
          </c:marker>
          <c:xVal>
            <c:numRef>
              <c:f>'Chart Data'!$AE$2:$AE$3</c:f>
              <c:numCache>
                <c:formatCode>General</c:formatCode>
                <c:ptCount val="2"/>
                <c:pt idx="0">
                  <c:v>18.75</c:v>
                </c:pt>
                <c:pt idx="1">
                  <c:v>18.75</c:v>
                </c:pt>
              </c:numCache>
            </c:numRef>
          </c:xVal>
          <c:yVal>
            <c:numRef>
              <c:f>'Chart Data'!$AF$2:$AF$3</c:f>
              <c:numCache>
                <c:formatCode>0</c:formatCode>
                <c:ptCount val="2"/>
                <c:pt idx="0">
                  <c:v>60</c:v>
                </c:pt>
                <c:pt idx="1">
                  <c:v>72</c:v>
                </c:pt>
              </c:numCache>
            </c:numRef>
          </c:yVal>
          <c:smooth val="0"/>
        </c:ser>
        <c:ser>
          <c:idx val="16"/>
          <c:order val="16"/>
          <c:tx>
            <c:v>O hatch</c:v>
          </c:tx>
          <c:spPr>
            <a:ln xmlns:a="http://schemas.openxmlformats.org/drawingml/2006/main" w="11430">
              <a:solidFill>
                <a:srgbClr val="C48D28"/>
              </a:solidFill>
            </a:ln>
          </c:spPr>
          <c:marker>
            <c:symbol val="none"/>
          </c:marker>
          <c:xVal>
            <c:numRef>
              <c:f>'Chart Data'!$AG$2:$AG$3</c:f>
              <c:numCache>
                <c:formatCode>General</c:formatCode>
                <c:ptCount val="2"/>
                <c:pt idx="0">
                  <c:v>20</c:v>
                </c:pt>
                <c:pt idx="1">
                  <c:v>20</c:v>
                </c:pt>
              </c:numCache>
            </c:numRef>
          </c:xVal>
          <c:yVal>
            <c:numRef>
              <c:f>'Chart Data'!$AH$2:$AH$3</c:f>
              <c:numCache>
                <c:formatCode>0</c:formatCode>
                <c:ptCount val="2"/>
                <c:pt idx="0">
                  <c:v>60</c:v>
                </c:pt>
                <c:pt idx="1">
                  <c:v>72</c:v>
                </c:pt>
              </c:numCache>
            </c:numRef>
          </c:yVal>
          <c:smooth val="0"/>
        </c:ser>
        <c:ser>
          <c:idx val="17"/>
          <c:order val="17"/>
          <c:tx>
            <c:v>O hatch</c:v>
          </c:tx>
          <c:spPr>
            <a:ln xmlns:a="http://schemas.openxmlformats.org/drawingml/2006/main" w="11430">
              <a:solidFill>
                <a:srgbClr val="C48D28"/>
              </a:solidFill>
            </a:ln>
          </c:spPr>
          <c:marker>
            <c:symbol val="none"/>
          </c:marker>
          <c:xVal>
            <c:numRef>
              <c:f>'Chart Data'!$AI$2:$AI$3</c:f>
              <c:numCache>
                <c:formatCode>General</c:formatCode>
                <c:ptCount val="2"/>
                <c:pt idx="0">
                  <c:v>21.25</c:v>
                </c:pt>
                <c:pt idx="1">
                  <c:v>21.25</c:v>
                </c:pt>
              </c:numCache>
            </c:numRef>
          </c:xVal>
          <c:yVal>
            <c:numRef>
              <c:f>'Chart Data'!$AJ$2:$AJ$3</c:f>
              <c:numCache>
                <c:formatCode>0</c:formatCode>
                <c:ptCount val="2"/>
                <c:pt idx="0">
                  <c:v>60</c:v>
                </c:pt>
                <c:pt idx="1">
                  <c:v>72</c:v>
                </c:pt>
              </c:numCache>
            </c:numRef>
          </c:yVal>
          <c:smooth val="0"/>
        </c:ser>
        <c:ser>
          <c:idx val="18"/>
          <c:order val="18"/>
          <c:tx>
            <c:v>O hatch</c:v>
          </c:tx>
          <c:spPr>
            <a:ln xmlns:a="http://schemas.openxmlformats.org/drawingml/2006/main" w="11430">
              <a:solidFill>
                <a:srgbClr val="C48D28"/>
              </a:solidFill>
            </a:ln>
          </c:spPr>
          <c:marker>
            <c:symbol val="none"/>
          </c:marker>
          <c:xVal>
            <c:numRef>
              <c:f>'Chart Data'!$AK$2:$AK$3</c:f>
              <c:numCache>
                <c:formatCode>General</c:formatCode>
                <c:ptCount val="2"/>
                <c:pt idx="0">
                  <c:v>22.5</c:v>
                </c:pt>
                <c:pt idx="1">
                  <c:v>22.5</c:v>
                </c:pt>
              </c:numCache>
            </c:numRef>
          </c:xVal>
          <c:yVal>
            <c:numRef>
              <c:f>'Chart Data'!$AL$2:$AL$3</c:f>
              <c:numCache>
                <c:formatCode>0</c:formatCode>
                <c:ptCount val="2"/>
                <c:pt idx="0">
                  <c:v>60</c:v>
                </c:pt>
                <c:pt idx="1">
                  <c:v>72</c:v>
                </c:pt>
              </c:numCache>
            </c:numRef>
          </c:yVal>
          <c:smooth val="0"/>
        </c:ser>
        <c:ser>
          <c:idx val="19"/>
          <c:order val="19"/>
          <c:tx>
            <c:v>O hatch</c:v>
          </c:tx>
          <c:spPr>
            <a:ln xmlns:a="http://schemas.openxmlformats.org/drawingml/2006/main" w="11430">
              <a:solidFill>
                <a:srgbClr val="C48D28"/>
              </a:solidFill>
            </a:ln>
          </c:spPr>
          <c:marker>
            <c:symbol val="none"/>
          </c:marker>
          <c:xVal>
            <c:numRef>
              <c:f>'Chart Data'!$AM$2:$AM$3</c:f>
              <c:numCache>
                <c:formatCode>General</c:formatCode>
                <c:ptCount val="2"/>
                <c:pt idx="0">
                  <c:v>23.75</c:v>
                </c:pt>
                <c:pt idx="1">
                  <c:v>23.75</c:v>
                </c:pt>
              </c:numCache>
            </c:numRef>
          </c:xVal>
          <c:yVal>
            <c:numRef>
              <c:f>'Chart Data'!$AN$2:$AN$3</c:f>
              <c:numCache>
                <c:formatCode>0</c:formatCode>
                <c:ptCount val="2"/>
                <c:pt idx="0">
                  <c:v>60</c:v>
                </c:pt>
                <c:pt idx="1">
                  <c:v>72</c:v>
                </c:pt>
              </c:numCache>
            </c:numRef>
          </c:yVal>
          <c:smooth val="0"/>
        </c:ser>
        <c:ser>
          <c:idx val="20"/>
          <c:order val="20"/>
          <c:tx>
            <c:v>Qm</c:v>
          </c:tx>
          <c:spPr>
            <a:ln xmlns:a="http://schemas.openxmlformats.org/drawingml/2006/main" w="12383">
              <a:solidFill>
                <a:srgbClr val="445B6B"/>
              </a:solidFill>
            </a:ln>
          </c:spPr>
          <c:marker>
            <c:symbol val="none"/>
          </c:marker>
          <c:xVal>
            <c:numRef>
              <c:f>'Chart Data'!$AO$2:$AO$3</c:f>
              <c:numCache>
                <c:formatCode>General</c:formatCode>
                <c:ptCount val="2"/>
                <c:pt idx="0">
                  <c:v>24</c:v>
                </c:pt>
                <c:pt idx="1">
                  <c:v>24</c:v>
                </c:pt>
              </c:numCache>
            </c:numRef>
          </c:xVal>
          <c:yVal>
            <c:numRef>
              <c:f>'Chart Data'!$AP$2:$AP$3</c:f>
              <c:numCache>
                <c:formatCode>0</c:formatCode>
                <c:ptCount val="2"/>
                <c:pt idx="0">
                  <c:v>0</c:v>
                </c:pt>
                <c:pt idx="1">
                  <c:v>72</c:v>
                </c:pt>
              </c:numCache>
            </c:numRef>
          </c:yVal>
          <c:smooth val="0"/>
        </c:ser>
        <c:ser>
          <c:idx val="21"/>
          <c:order val="21"/>
          <c:tx>
            <c:v>Pm</c:v>
          </c:tx>
          <c:spPr>
            <a:ln xmlns:a="http://schemas.openxmlformats.org/drawingml/2006/main" w="12383">
              <a:solidFill>
                <a:srgbClr val="445B6B"/>
              </a:solidFill>
            </a:ln>
          </c:spPr>
          <c:marker>
            <c:symbol val="none"/>
          </c:marker>
          <c:xVal>
            <c:numRef>
              <c:f>'Chart Data'!$AQ$2:$AQ$3</c:f>
              <c:numCache>
                <c:formatCode>General</c:formatCode>
                <c:ptCount val="2"/>
                <c:pt idx="0">
                  <c:v>0</c:v>
                </c:pt>
                <c:pt idx="1">
                  <c:v>24</c:v>
                </c:pt>
              </c:numCache>
            </c:numRef>
          </c:xVal>
          <c:yVal>
            <c:numRef>
              <c:f>'Chart Data'!$AR$2:$AR$3</c:f>
              <c:numCache>
                <c:formatCode>0</c:formatCode>
                <c:ptCount val="2"/>
                <c:pt idx="0">
                  <c:v>72</c:v>
                </c:pt>
                <c:pt idx="1">
                  <c:v>72</c:v>
                </c:pt>
              </c:numCache>
            </c:numRef>
          </c:yVal>
          <c:smooth val="0"/>
        </c:ser>
        <c:ser>
          <c:idx val="22"/>
          <c:order val="2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24.9</c:v>
                </c:pt>
              </c:numCache>
            </c:numRef>
          </c:xVal>
          <c:yVal>
            <c:numRef>
              <c:f>'Chart Data'!$AT$2:$AT$2</c:f>
              <c:numCache>
                <c:formatCode>0</c:formatCode>
                <c:ptCount val="1"/>
                <c:pt idx="0">
                  <c:v>78.5</c:v>
                </c:pt>
              </c:numCache>
            </c:numRef>
          </c:yVal>
          <c:smooth val="0"/>
        </c:ser>
        <c:ser>
          <c:idx val="23"/>
          <c:order val="23"/>
          <c:tx>
            <c:v>Qe</c:v>
          </c:tx>
          <c:spPr>
            <a:ln xmlns:a="http://schemas.openxmlformats.org/drawingml/2006/main" w="12383">
              <a:solidFill>
                <a:srgbClr val="445B6B"/>
              </a:solidFill>
            </a:ln>
          </c:spPr>
          <c:marker>
            <c:symbol val="none"/>
          </c:marker>
          <c:xVal>
            <c:numRef>
              <c:f>'Chart Data'!$AU$2:$AU$3</c:f>
              <c:numCache>
                <c:formatCode>General</c:formatCode>
                <c:ptCount val="2"/>
                <c:pt idx="0">
                  <c:v>36</c:v>
                </c:pt>
                <c:pt idx="1">
                  <c:v>36</c:v>
                </c:pt>
              </c:numCache>
            </c:numRef>
          </c:xVal>
          <c:yVal>
            <c:numRef>
              <c:f>'Chart Data'!$AV$2:$AV$3</c:f>
              <c:numCache>
                <c:formatCode>0</c:formatCode>
                <c:ptCount val="2"/>
                <c:pt idx="0">
                  <c:v>0</c:v>
                </c:pt>
                <c:pt idx="1">
                  <c:v>60</c:v>
                </c:pt>
              </c:numCache>
            </c:numRef>
          </c:yVal>
          <c:smooth val="0"/>
        </c:ser>
        <c:ser>
          <c:idx val="24"/>
          <c:order val="24"/>
          <c:tx>
            <c:v>Pe</c:v>
          </c:tx>
          <c:spPr>
            <a:ln xmlns:a="http://schemas.openxmlformats.org/drawingml/2006/main" w="12383">
              <a:solidFill>
                <a:srgbClr val="445B6B"/>
              </a:solidFill>
            </a:ln>
          </c:spPr>
          <c:marker>
            <c:symbol val="none"/>
          </c:marker>
          <c:xVal>
            <c:numRef>
              <c:f>'Chart Data'!$AW$2:$AW$3</c:f>
              <c:numCache>
                <c:formatCode>General</c:formatCode>
                <c:ptCount val="2"/>
                <c:pt idx="0">
                  <c:v>0</c:v>
                </c:pt>
                <c:pt idx="1">
                  <c:v>36</c:v>
                </c:pt>
              </c:numCache>
            </c:numRef>
          </c:xVal>
          <c:yVal>
            <c:numRef>
              <c:f>'Chart Data'!$AX$2:$AX$3</c:f>
              <c:numCache>
                <c:formatCode>0</c:formatCode>
                <c:ptCount val="2"/>
                <c:pt idx="0">
                  <c:v>60</c:v>
                </c:pt>
                <c:pt idx="1">
                  <c:v>60</c:v>
                </c:pt>
              </c:numCache>
            </c:numRef>
          </c:yVal>
          <c:smooth val="0"/>
        </c:ser>
        <c:ser>
          <c:idx val="25"/>
          <c:order val="25"/>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Data'!$AY$2:$AY$2</c:f>
              <c:numCache>
                <c:formatCode>General</c:formatCode>
                <c:ptCount val="1"/>
                <c:pt idx="0">
                  <c:v>38.1</c:v>
                </c:pt>
              </c:numCache>
            </c:numRef>
          </c:xVal>
          <c:yVal>
            <c:numRef>
              <c:f>'Chart Data'!$AZ$2:$AZ$2</c:f>
              <c:numCache>
                <c:formatCode>0</c:formatCode>
                <c:ptCount val="1"/>
                <c:pt idx="0">
                  <c:v>72</c:v>
                </c:pt>
              </c:numCache>
            </c:numRef>
          </c:yVal>
          <c:smooth val="0"/>
        </c:ser>
        <c:ser>
          <c:idx val="26"/>
          <c:order val="26"/>
          <c:tx>
            <c:v>Vraag = GO</c:v>
          </c:tx>
          <c:spPr>
            <a:ln xmlns:a="http://schemas.openxmlformats.org/drawingml/2006/main" w="38100">
              <a:solidFill>
                <a:srgbClr val="17658A"/>
              </a:solidFill>
            </a:ln>
          </c:spPr>
          <c:marker>
            <c:symbol val="none"/>
          </c:marker>
          <c:xVal>
            <c:numRef>
              <c:f>'Chart Data'!$BA$2:$BA$3</c:f>
              <c:numCache>
                <c:formatCode>General</c:formatCode>
                <c:ptCount val="2"/>
                <c:pt idx="0">
                  <c:v>0</c:v>
                </c:pt>
                <c:pt idx="1">
                  <c:v>60</c:v>
                </c:pt>
              </c:numCache>
            </c:numRef>
          </c:xVal>
          <c:yVal>
            <c:numRef>
              <c:f>'Chart Data'!$BB$2:$BB$3</c:f>
              <c:numCache>
                <c:formatCode>0</c:formatCode>
                <c:ptCount val="2"/>
                <c:pt idx="0">
                  <c:v>96</c:v>
                </c:pt>
                <c:pt idx="1">
                  <c:v>36</c:v>
                </c:pt>
              </c:numCache>
            </c:numRef>
          </c:yVal>
          <c:smooth val="0"/>
        </c:ser>
        <c:ser>
          <c:idx val="27"/>
          <c:order val="27"/>
          <c:tx>
            <c:v>MK</c:v>
          </c:tx>
          <c:spPr>
            <a:ln xmlns:a="http://schemas.openxmlformats.org/drawingml/2006/main" w="38100">
              <a:solidFill>
                <a:srgbClr val="A94D16"/>
              </a:solidFill>
            </a:ln>
          </c:spPr>
          <c:marker>
            <c:symbol val="none"/>
          </c:marker>
          <c:xVal>
            <c:numRef>
              <c:f>'Chart Data'!$BC$2:$BC$3</c:f>
              <c:numCache>
                <c:formatCode>General</c:formatCode>
                <c:ptCount val="2"/>
                <c:pt idx="0">
                  <c:v>0</c:v>
                </c:pt>
                <c:pt idx="1">
                  <c:v>60</c:v>
                </c:pt>
              </c:numCache>
            </c:numRef>
          </c:xVal>
          <c:yVal>
            <c:numRef>
              <c:f>'Chart Data'!$BD$2:$BD$3</c:f>
              <c:numCache>
                <c:formatCode>0</c:formatCode>
                <c:ptCount val="2"/>
                <c:pt idx="0">
                  <c:v>24</c:v>
                </c:pt>
                <c:pt idx="1">
                  <c:v>84</c:v>
                </c:pt>
              </c:numCache>
            </c:numRef>
          </c:yVal>
          <c:smooth val="0"/>
        </c:ser>
        <c:ser>
          <c:idx val="28"/>
          <c:order val="28"/>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Data'!$BE$2:$BE$2</c:f>
              <c:numCache>
                <c:formatCode>General</c:formatCode>
                <c:ptCount val="1"/>
                <c:pt idx="0">
                  <c:v>46.8</c:v>
                </c:pt>
              </c:numCache>
            </c:numRef>
          </c:xVal>
          <c:yVal>
            <c:numRef>
              <c:f>'Chart Data'!$BF$2:$BF$2</c:f>
              <c:numCache>
                <c:formatCode>0</c:formatCode>
                <c:ptCount val="1"/>
                <c:pt idx="0">
                  <c:v>31.2</c:v>
                </c:pt>
              </c:numCache>
            </c:numRef>
          </c:yVal>
          <c:smooth val="0"/>
        </c:ser>
        <c:ser>
          <c:idx val="29"/>
          <c:order val="29"/>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Data'!$BG$2:$BG$2</c:f>
              <c:numCache>
                <c:formatCode>General</c:formatCode>
                <c:ptCount val="1"/>
                <c:pt idx="0">
                  <c:v>53.4</c:v>
                </c:pt>
              </c:numCache>
            </c:numRef>
          </c:xVal>
          <c:yVal>
            <c:numRef>
              <c:f>'Chart Data'!$BH$2:$BH$2</c:f>
              <c:numCache>
                <c:formatCode>0</c:formatCode>
                <c:ptCount val="1"/>
                <c:pt idx="0">
                  <c:v>84.9</c:v>
                </c:pt>
              </c:numCache>
            </c:numRef>
          </c:yVal>
          <c:smooth val="0"/>
        </c:ser>
        <c:ser>
          <c:idx val="30"/>
          <c:order val="30"/>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Data'!$BI$2:$BI$2</c:f>
              <c:numCache>
                <c:formatCode>General</c:formatCode>
                <c:ptCount val="1"/>
                <c:pt idx="0">
                  <c:v>24</c:v>
                </c:pt>
              </c:numCache>
            </c:numRef>
          </c:xVal>
          <c:yVal>
            <c:numRef>
              <c:f>'Chart Data'!$BJ$2:$BJ$2</c:f>
              <c:numCache>
                <c:formatCode>0</c:formatCode>
                <c:ptCount val="1"/>
                <c:pt idx="0">
                  <c:v>72</c:v>
                </c:pt>
              </c:numCache>
            </c:numRef>
          </c:yVal>
          <c:smooth val="0"/>
        </c:ser>
        <c:ser>
          <c:idx val="31"/>
          <c:order val="31"/>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Data'!$BK$2:$BK$2</c:f>
              <c:numCache>
                <c:formatCode>General</c:formatCode>
                <c:ptCount val="1"/>
                <c:pt idx="0">
                  <c:v>36</c:v>
                </c:pt>
              </c:numCache>
            </c:numRef>
          </c:xVal>
          <c:yVal>
            <c:numRef>
              <c:f>'Chart Data'!$BL$2:$BL$2</c:f>
              <c:numCache>
                <c:formatCode>0</c:formatCode>
                <c:ptCount val="1"/>
                <c:pt idx="0">
                  <c:v>60</c:v>
                </c:pt>
              </c:numCache>
            </c:numRef>
          </c:yVal>
          <c:smooth val="0"/>
        </c:ser>
        <c:ser>
          <c:idx val="32"/>
          <c:order val="32"/>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Data'!$BM$2:$BM$2</c:f>
              <c:numCache>
                <c:formatCode>General</c:formatCode>
                <c:ptCount val="1"/>
                <c:pt idx="0">
                  <c:v>10.08</c:v>
                </c:pt>
              </c:numCache>
            </c:numRef>
          </c:xVal>
          <c:yVal>
            <c:numRef>
              <c:f>'Chart Data'!$BN$2:$BN$2</c:f>
              <c:numCache>
                <c:formatCode>0</c:formatCode>
                <c:ptCount val="1"/>
                <c:pt idx="0">
                  <c:v>66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W boundary</c:v>
          </c:tx>
          <c:spPr>
            <a:ln xmlns:a="http://schemas.openxmlformats.org/drawingml/2006/main" w="21908">
              <a:solidFill>
                <a:srgbClr val="C8554B"/>
              </a:solidFill>
            </a:ln>
          </c:spPr>
          <c:marker>
            <c:symbol val="none"/>
          </c:marker>
          <c:xVal>
            <c:numRef>
              <c:f>'Chart Data'!$A$2:$A$5</c:f>
              <c:numCache>
                <c:formatCode>General</c:formatCode>
                <c:ptCount val="4"/>
                <c:pt idx="0">
                  <c:v>24</c:v>
                </c:pt>
                <c:pt idx="1">
                  <c:v>36</c:v>
                </c:pt>
                <c:pt idx="2">
                  <c:v>24</c:v>
                </c:pt>
                <c:pt idx="3">
                  <c:v>24</c:v>
                </c:pt>
              </c:numCache>
            </c:numRef>
          </c:xVal>
          <c:yVal>
            <c:numRef>
              <c:f>'Chart Data'!$B$2:$B$5</c:f>
              <c:numCache>
                <c:formatCode>0</c:formatCode>
                <c:ptCount val="4"/>
                <c:pt idx="0">
                  <c:v>48</c:v>
                </c:pt>
                <c:pt idx="1">
                  <c:v>60</c:v>
                </c:pt>
                <c:pt idx="2">
                  <c:v>72</c:v>
                </c:pt>
                <c:pt idx="3">
                  <c:v>48</c:v>
                </c:pt>
              </c:numCache>
            </c:numRef>
          </c:yVal>
          <c:smooth val="0"/>
        </c:ser>
        <c:ser>
          <c:idx val="1"/>
          <c:order val="1"/>
          <c:tx>
            <c:v>W hatch</c:v>
          </c:tx>
          <c:spPr>
            <a:ln xmlns:a="http://schemas.openxmlformats.org/drawingml/2006/main" w="11430">
              <a:solidFill>
                <a:srgbClr val="C8554B"/>
              </a:solidFill>
            </a:ln>
          </c:spPr>
          <c:marker>
            <c:symbol val="none"/>
          </c:marker>
          <c:xVal>
            <c:numRef>
              <c:f>'Chart Data'!$C$2:$C$3</c:f>
              <c:numCache>
                <c:formatCode>General</c:formatCode>
                <c:ptCount val="2"/>
                <c:pt idx="0">
                  <c:v>24</c:v>
                </c:pt>
                <c:pt idx="1">
                  <c:v>25.3</c:v>
                </c:pt>
              </c:numCache>
            </c:numRef>
          </c:xVal>
          <c:yVal>
            <c:numRef>
              <c:f>'Chart Data'!$D$2:$D$3</c:f>
              <c:numCache>
                <c:formatCode>0</c:formatCode>
                <c:ptCount val="2"/>
                <c:pt idx="0">
                  <c:v>49.3</c:v>
                </c:pt>
                <c:pt idx="1">
                  <c:v>49.3</c:v>
                </c:pt>
              </c:numCache>
            </c:numRef>
          </c:yVal>
          <c:smooth val="0"/>
        </c:ser>
        <c:ser>
          <c:idx val="2"/>
          <c:order val="2"/>
          <c:tx>
            <c:v>W hatch</c:v>
          </c:tx>
          <c:spPr>
            <a:ln xmlns:a="http://schemas.openxmlformats.org/drawingml/2006/main" w="11430">
              <a:solidFill>
                <a:srgbClr val="C8554B"/>
              </a:solidFill>
            </a:ln>
          </c:spPr>
          <c:marker>
            <c:symbol val="none"/>
          </c:marker>
          <c:xVal>
            <c:numRef>
              <c:f>'Chart Data'!$E$2:$E$3</c:f>
              <c:numCache>
                <c:formatCode>General</c:formatCode>
                <c:ptCount val="2"/>
                <c:pt idx="0">
                  <c:v>24</c:v>
                </c:pt>
                <c:pt idx="1">
                  <c:v>26.6</c:v>
                </c:pt>
              </c:numCache>
            </c:numRef>
          </c:xVal>
          <c:yVal>
            <c:numRef>
              <c:f>'Chart Data'!$F$2:$F$3</c:f>
              <c:numCache>
                <c:formatCode>0</c:formatCode>
                <c:ptCount val="2"/>
                <c:pt idx="0">
                  <c:v>50.6</c:v>
                </c:pt>
                <c:pt idx="1">
                  <c:v>50.6</c:v>
                </c:pt>
              </c:numCache>
            </c:numRef>
          </c:yVal>
          <c:smooth val="0"/>
        </c:ser>
        <c:ser>
          <c:idx val="3"/>
          <c:order val="3"/>
          <c:tx>
            <c:v>W hatch</c:v>
          </c:tx>
          <c:spPr>
            <a:ln xmlns:a="http://schemas.openxmlformats.org/drawingml/2006/main" w="11430">
              <a:solidFill>
                <a:srgbClr val="C8554B"/>
              </a:solidFill>
            </a:ln>
          </c:spPr>
          <c:marker>
            <c:symbol val="none"/>
          </c:marker>
          <c:xVal>
            <c:numRef>
              <c:f>'Chart Data'!$G$2:$G$3</c:f>
              <c:numCache>
                <c:formatCode>General</c:formatCode>
                <c:ptCount val="2"/>
                <c:pt idx="0">
                  <c:v>24</c:v>
                </c:pt>
                <c:pt idx="1">
                  <c:v>27.9</c:v>
                </c:pt>
              </c:numCache>
            </c:numRef>
          </c:xVal>
          <c:yVal>
            <c:numRef>
              <c:f>'Chart Data'!$H$2:$H$3</c:f>
              <c:numCache>
                <c:formatCode>0</c:formatCode>
                <c:ptCount val="2"/>
                <c:pt idx="0">
                  <c:v>51.9</c:v>
                </c:pt>
                <c:pt idx="1">
                  <c:v>51.9</c:v>
                </c:pt>
              </c:numCache>
            </c:numRef>
          </c:yVal>
          <c:smooth val="0"/>
        </c:ser>
        <c:ser>
          <c:idx val="4"/>
          <c:order val="4"/>
          <c:tx>
            <c:v>W hatch</c:v>
          </c:tx>
          <c:spPr>
            <a:ln xmlns:a="http://schemas.openxmlformats.org/drawingml/2006/main" w="11430">
              <a:solidFill>
                <a:srgbClr val="C8554B"/>
              </a:solidFill>
            </a:ln>
          </c:spPr>
          <c:marker>
            <c:symbol val="none"/>
          </c:marker>
          <c:xVal>
            <c:numRef>
              <c:f>'Chart Data'!$I$2:$I$3</c:f>
              <c:numCache>
                <c:formatCode>General</c:formatCode>
                <c:ptCount val="2"/>
                <c:pt idx="0">
                  <c:v>24</c:v>
                </c:pt>
                <c:pt idx="1">
                  <c:v>29.2</c:v>
                </c:pt>
              </c:numCache>
            </c:numRef>
          </c:xVal>
          <c:yVal>
            <c:numRef>
              <c:f>'Chart Data'!$J$2:$J$3</c:f>
              <c:numCache>
                <c:formatCode>0</c:formatCode>
                <c:ptCount val="2"/>
                <c:pt idx="0">
                  <c:v>53.2</c:v>
                </c:pt>
                <c:pt idx="1">
                  <c:v>53.2</c:v>
                </c:pt>
              </c:numCache>
            </c:numRef>
          </c:yVal>
          <c:smooth val="0"/>
        </c:ser>
        <c:ser>
          <c:idx val="5"/>
          <c:order val="5"/>
          <c:tx>
            <c:v>W hatch</c:v>
          </c:tx>
          <c:spPr>
            <a:ln xmlns:a="http://schemas.openxmlformats.org/drawingml/2006/main" w="11430">
              <a:solidFill>
                <a:srgbClr val="C8554B"/>
              </a:solidFill>
            </a:ln>
          </c:spPr>
          <c:marker>
            <c:symbol val="none"/>
          </c:marker>
          <c:xVal>
            <c:numRef>
              <c:f>'Chart Data'!$K$2:$K$3</c:f>
              <c:numCache>
                <c:formatCode>General</c:formatCode>
                <c:ptCount val="2"/>
                <c:pt idx="0">
                  <c:v>24</c:v>
                </c:pt>
                <c:pt idx="1">
                  <c:v>30.5</c:v>
                </c:pt>
              </c:numCache>
            </c:numRef>
          </c:xVal>
          <c:yVal>
            <c:numRef>
              <c:f>'Chart Data'!$L$2:$L$3</c:f>
              <c:numCache>
                <c:formatCode>0</c:formatCode>
                <c:ptCount val="2"/>
                <c:pt idx="0">
                  <c:v>54.5</c:v>
                </c:pt>
                <c:pt idx="1">
                  <c:v>54.5</c:v>
                </c:pt>
              </c:numCache>
            </c:numRef>
          </c:yVal>
          <c:smooth val="0"/>
        </c:ser>
        <c:ser>
          <c:idx val="6"/>
          <c:order val="6"/>
          <c:tx>
            <c:v>W hatch</c:v>
          </c:tx>
          <c:spPr>
            <a:ln xmlns:a="http://schemas.openxmlformats.org/drawingml/2006/main" w="11430">
              <a:solidFill>
                <a:srgbClr val="C8554B"/>
              </a:solidFill>
            </a:ln>
          </c:spPr>
          <c:marker>
            <c:symbol val="none"/>
          </c:marker>
          <c:xVal>
            <c:numRef>
              <c:f>'Chart Data'!$M$2:$M$3</c:f>
              <c:numCache>
                <c:formatCode>General</c:formatCode>
                <c:ptCount val="2"/>
                <c:pt idx="0">
                  <c:v>24</c:v>
                </c:pt>
                <c:pt idx="1">
                  <c:v>31.8</c:v>
                </c:pt>
              </c:numCache>
            </c:numRef>
          </c:xVal>
          <c:yVal>
            <c:numRef>
              <c:f>'Chart Data'!$N$2:$N$3</c:f>
              <c:numCache>
                <c:formatCode>0</c:formatCode>
                <c:ptCount val="2"/>
                <c:pt idx="0">
                  <c:v>55.8</c:v>
                </c:pt>
                <c:pt idx="1">
                  <c:v>55.8</c:v>
                </c:pt>
              </c:numCache>
            </c:numRef>
          </c:yVal>
          <c:smooth val="0"/>
        </c:ser>
        <c:ser>
          <c:idx val="7"/>
          <c:order val="7"/>
          <c:tx>
            <c:v>W hatch</c:v>
          </c:tx>
          <c:spPr>
            <a:ln xmlns:a="http://schemas.openxmlformats.org/drawingml/2006/main" w="11430">
              <a:solidFill>
                <a:srgbClr val="C8554B"/>
              </a:solidFill>
            </a:ln>
          </c:spPr>
          <c:marker>
            <c:symbol val="none"/>
          </c:marker>
          <c:xVal>
            <c:numRef>
              <c:f>'Chart Data'!$O$2:$O$3</c:f>
              <c:numCache>
                <c:formatCode>General</c:formatCode>
                <c:ptCount val="2"/>
                <c:pt idx="0">
                  <c:v>24</c:v>
                </c:pt>
                <c:pt idx="1">
                  <c:v>33.1</c:v>
                </c:pt>
              </c:numCache>
            </c:numRef>
          </c:xVal>
          <c:yVal>
            <c:numRef>
              <c:f>'Chart Data'!$P$2:$P$3</c:f>
              <c:numCache>
                <c:formatCode>0</c:formatCode>
                <c:ptCount val="2"/>
                <c:pt idx="0">
                  <c:v>57.1</c:v>
                </c:pt>
                <c:pt idx="1">
                  <c:v>57.1</c:v>
                </c:pt>
              </c:numCache>
            </c:numRef>
          </c:yVal>
          <c:smooth val="0"/>
        </c:ser>
        <c:ser>
          <c:idx val="8"/>
          <c:order val="8"/>
          <c:tx>
            <c:v>W hatch</c:v>
          </c:tx>
          <c:spPr>
            <a:ln xmlns:a="http://schemas.openxmlformats.org/drawingml/2006/main" w="11430">
              <a:solidFill>
                <a:srgbClr val="C8554B"/>
              </a:solidFill>
            </a:ln>
          </c:spPr>
          <c:marker>
            <c:symbol val="none"/>
          </c:marker>
          <c:xVal>
            <c:numRef>
              <c:f>'Chart Data'!$Q$2:$Q$3</c:f>
              <c:numCache>
                <c:formatCode>General</c:formatCode>
                <c:ptCount val="2"/>
                <c:pt idx="0">
                  <c:v>24</c:v>
                </c:pt>
                <c:pt idx="1">
                  <c:v>34.4</c:v>
                </c:pt>
              </c:numCache>
            </c:numRef>
          </c:xVal>
          <c:yVal>
            <c:numRef>
              <c:f>'Chart Data'!$R$2:$R$3</c:f>
              <c:numCache>
                <c:formatCode>0</c:formatCode>
                <c:ptCount val="2"/>
                <c:pt idx="0">
                  <c:v>58.4</c:v>
                </c:pt>
                <c:pt idx="1">
                  <c:v>58.4</c:v>
                </c:pt>
              </c:numCache>
            </c:numRef>
          </c:yVal>
          <c:smooth val="0"/>
        </c:ser>
        <c:ser>
          <c:idx val="9"/>
          <c:order val="9"/>
          <c:tx>
            <c:v>W hatch</c:v>
          </c:tx>
          <c:spPr>
            <a:ln xmlns:a="http://schemas.openxmlformats.org/drawingml/2006/main" w="11430">
              <a:solidFill>
                <a:srgbClr val="C8554B"/>
              </a:solidFill>
            </a:ln>
          </c:spPr>
          <c:marker>
            <c:symbol val="none"/>
          </c:marker>
          <c:xVal>
            <c:numRef>
              <c:f>'Chart Data'!$S$2:$S$3</c:f>
              <c:numCache>
                <c:formatCode>General</c:formatCode>
                <c:ptCount val="2"/>
                <c:pt idx="0">
                  <c:v>24</c:v>
                </c:pt>
                <c:pt idx="1">
                  <c:v>35.7</c:v>
                </c:pt>
              </c:numCache>
            </c:numRef>
          </c:xVal>
          <c:yVal>
            <c:numRef>
              <c:f>'Chart Data'!$T$2:$T$3</c:f>
              <c:numCache>
                <c:formatCode>0</c:formatCode>
                <c:ptCount val="2"/>
                <c:pt idx="0">
                  <c:v>59.7</c:v>
                </c:pt>
                <c:pt idx="1">
                  <c:v>59.7</c:v>
                </c:pt>
              </c:numCache>
            </c:numRef>
          </c:yVal>
          <c:smooth val="0"/>
        </c:ser>
        <c:ser>
          <c:idx val="10"/>
          <c:order val="10"/>
          <c:tx>
            <c:v>W hatch</c:v>
          </c:tx>
          <c:spPr>
            <a:ln xmlns:a="http://schemas.openxmlformats.org/drawingml/2006/main" w="11430">
              <a:solidFill>
                <a:srgbClr val="C8554B"/>
              </a:solidFill>
            </a:ln>
          </c:spPr>
          <c:marker>
            <c:symbol val="none"/>
          </c:marker>
          <c:xVal>
            <c:numRef>
              <c:f>'Chart Data'!$U$2:$U$3</c:f>
              <c:numCache>
                <c:formatCode>General</c:formatCode>
                <c:ptCount val="2"/>
                <c:pt idx="0">
                  <c:v>24</c:v>
                </c:pt>
                <c:pt idx="1">
                  <c:v>35</c:v>
                </c:pt>
              </c:numCache>
            </c:numRef>
          </c:xVal>
          <c:yVal>
            <c:numRef>
              <c:f>'Chart Data'!$V$2:$V$3</c:f>
              <c:numCache>
                <c:formatCode>0</c:formatCode>
                <c:ptCount val="2"/>
                <c:pt idx="0">
                  <c:v>61</c:v>
                </c:pt>
                <c:pt idx="1">
                  <c:v>61</c:v>
                </c:pt>
              </c:numCache>
            </c:numRef>
          </c:yVal>
          <c:smooth val="0"/>
        </c:ser>
        <c:ser>
          <c:idx val="11"/>
          <c:order val="11"/>
          <c:tx>
            <c:v>W hatch</c:v>
          </c:tx>
          <c:spPr>
            <a:ln xmlns:a="http://schemas.openxmlformats.org/drawingml/2006/main" w="11430">
              <a:solidFill>
                <a:srgbClr val="C8554B"/>
              </a:solidFill>
            </a:ln>
          </c:spPr>
          <c:marker>
            <c:symbol val="none"/>
          </c:marker>
          <c:xVal>
            <c:numRef>
              <c:f>'Chart Data'!$W$2:$W$3</c:f>
              <c:numCache>
                <c:formatCode>General</c:formatCode>
                <c:ptCount val="2"/>
                <c:pt idx="0">
                  <c:v>24</c:v>
                </c:pt>
                <c:pt idx="1">
                  <c:v>33.7</c:v>
                </c:pt>
              </c:numCache>
            </c:numRef>
          </c:xVal>
          <c:yVal>
            <c:numRef>
              <c:f>'Chart Data'!$X$2:$X$3</c:f>
              <c:numCache>
                <c:formatCode>0</c:formatCode>
                <c:ptCount val="2"/>
                <c:pt idx="0">
                  <c:v>62.3</c:v>
                </c:pt>
                <c:pt idx="1">
                  <c:v>62.3</c:v>
                </c:pt>
              </c:numCache>
            </c:numRef>
          </c:yVal>
          <c:smooth val="0"/>
        </c:ser>
        <c:ser>
          <c:idx val="12"/>
          <c:order val="12"/>
          <c:tx>
            <c:v>W hatch</c:v>
          </c:tx>
          <c:spPr>
            <a:ln xmlns:a="http://schemas.openxmlformats.org/drawingml/2006/main" w="11430">
              <a:solidFill>
                <a:srgbClr val="C8554B"/>
              </a:solidFill>
            </a:ln>
          </c:spPr>
          <c:marker>
            <c:symbol val="none"/>
          </c:marker>
          <c:xVal>
            <c:numRef>
              <c:f>'Chart Data'!$Y$2:$Y$3</c:f>
              <c:numCache>
                <c:formatCode>General</c:formatCode>
                <c:ptCount val="2"/>
                <c:pt idx="0">
                  <c:v>24</c:v>
                </c:pt>
                <c:pt idx="1">
                  <c:v>32.4</c:v>
                </c:pt>
              </c:numCache>
            </c:numRef>
          </c:xVal>
          <c:yVal>
            <c:numRef>
              <c:f>'Chart Data'!$Z$2:$Z$3</c:f>
              <c:numCache>
                <c:formatCode>0</c:formatCode>
                <c:ptCount val="2"/>
                <c:pt idx="0">
                  <c:v>63.6</c:v>
                </c:pt>
                <c:pt idx="1">
                  <c:v>63.6</c:v>
                </c:pt>
              </c:numCache>
            </c:numRef>
          </c:yVal>
          <c:smooth val="0"/>
        </c:ser>
        <c:ser>
          <c:idx val="13"/>
          <c:order val="13"/>
          <c:tx>
            <c:v>W hatch</c:v>
          </c:tx>
          <c:spPr>
            <a:ln xmlns:a="http://schemas.openxmlformats.org/drawingml/2006/main" w="11430">
              <a:solidFill>
                <a:srgbClr val="C8554B"/>
              </a:solidFill>
            </a:ln>
          </c:spPr>
          <c:marker>
            <c:symbol val="none"/>
          </c:marker>
          <c:xVal>
            <c:numRef>
              <c:f>'Chart Data'!$AA$2:$AA$3</c:f>
              <c:numCache>
                <c:formatCode>General</c:formatCode>
                <c:ptCount val="2"/>
                <c:pt idx="0">
                  <c:v>24</c:v>
                </c:pt>
                <c:pt idx="1">
                  <c:v>31.1</c:v>
                </c:pt>
              </c:numCache>
            </c:numRef>
          </c:xVal>
          <c:yVal>
            <c:numRef>
              <c:f>'Chart Data'!$AB$2:$AB$3</c:f>
              <c:numCache>
                <c:formatCode>0</c:formatCode>
                <c:ptCount val="2"/>
                <c:pt idx="0">
                  <c:v>64.9</c:v>
                </c:pt>
                <c:pt idx="1">
                  <c:v>64.9</c:v>
                </c:pt>
              </c:numCache>
            </c:numRef>
          </c:yVal>
          <c:smooth val="0"/>
        </c:ser>
        <c:ser>
          <c:idx val="14"/>
          <c:order val="14"/>
          <c:tx>
            <c:v>W hatch</c:v>
          </c:tx>
          <c:spPr>
            <a:ln xmlns:a="http://schemas.openxmlformats.org/drawingml/2006/main" w="11430">
              <a:solidFill>
                <a:srgbClr val="C8554B"/>
              </a:solidFill>
            </a:ln>
          </c:spPr>
          <c:marker>
            <c:symbol val="none"/>
          </c:marker>
          <c:xVal>
            <c:numRef>
              <c:f>'Chart Data'!$AC$2:$AC$3</c:f>
              <c:numCache>
                <c:formatCode>General</c:formatCode>
                <c:ptCount val="2"/>
                <c:pt idx="0">
                  <c:v>24</c:v>
                </c:pt>
                <c:pt idx="1">
                  <c:v>29.8</c:v>
                </c:pt>
              </c:numCache>
            </c:numRef>
          </c:xVal>
          <c:yVal>
            <c:numRef>
              <c:f>'Chart Data'!$AD$2:$AD$3</c:f>
              <c:numCache>
                <c:formatCode>0</c:formatCode>
                <c:ptCount val="2"/>
                <c:pt idx="0">
                  <c:v>66.2</c:v>
                </c:pt>
                <c:pt idx="1">
                  <c:v>66.2</c:v>
                </c:pt>
              </c:numCache>
            </c:numRef>
          </c:yVal>
          <c:smooth val="0"/>
        </c:ser>
        <c:ser>
          <c:idx val="15"/>
          <c:order val="15"/>
          <c:tx>
            <c:v>W hatch</c:v>
          </c:tx>
          <c:spPr>
            <a:ln xmlns:a="http://schemas.openxmlformats.org/drawingml/2006/main" w="11430">
              <a:solidFill>
                <a:srgbClr val="C8554B"/>
              </a:solidFill>
            </a:ln>
          </c:spPr>
          <c:marker>
            <c:symbol val="none"/>
          </c:marker>
          <c:xVal>
            <c:numRef>
              <c:f>'Chart Data'!$AE$2:$AE$3</c:f>
              <c:numCache>
                <c:formatCode>General</c:formatCode>
                <c:ptCount val="2"/>
                <c:pt idx="0">
                  <c:v>24</c:v>
                </c:pt>
                <c:pt idx="1">
                  <c:v>28.5</c:v>
                </c:pt>
              </c:numCache>
            </c:numRef>
          </c:xVal>
          <c:yVal>
            <c:numRef>
              <c:f>'Chart Data'!$AF$2:$AF$3</c:f>
              <c:numCache>
                <c:formatCode>0</c:formatCode>
                <c:ptCount val="2"/>
                <c:pt idx="0">
                  <c:v>67.5</c:v>
                </c:pt>
                <c:pt idx="1">
                  <c:v>67.5</c:v>
                </c:pt>
              </c:numCache>
            </c:numRef>
          </c:yVal>
          <c:smooth val="0"/>
        </c:ser>
        <c:ser>
          <c:idx val="16"/>
          <c:order val="16"/>
          <c:tx>
            <c:v>W hatch</c:v>
          </c:tx>
          <c:spPr>
            <a:ln xmlns:a="http://schemas.openxmlformats.org/drawingml/2006/main" w="11430">
              <a:solidFill>
                <a:srgbClr val="C8554B"/>
              </a:solidFill>
            </a:ln>
          </c:spPr>
          <c:marker>
            <c:symbol val="none"/>
          </c:marker>
          <c:xVal>
            <c:numRef>
              <c:f>'Chart Data'!$AG$2:$AG$3</c:f>
              <c:numCache>
                <c:formatCode>General</c:formatCode>
                <c:ptCount val="2"/>
                <c:pt idx="0">
                  <c:v>24</c:v>
                </c:pt>
                <c:pt idx="1">
                  <c:v>27.2</c:v>
                </c:pt>
              </c:numCache>
            </c:numRef>
          </c:xVal>
          <c:yVal>
            <c:numRef>
              <c:f>'Chart Data'!$AH$2:$AH$3</c:f>
              <c:numCache>
                <c:formatCode>0</c:formatCode>
                <c:ptCount val="2"/>
                <c:pt idx="0">
                  <c:v>68.8</c:v>
                </c:pt>
                <c:pt idx="1">
                  <c:v>68.8</c:v>
                </c:pt>
              </c:numCache>
            </c:numRef>
          </c:yVal>
          <c:smooth val="0"/>
        </c:ser>
        <c:ser>
          <c:idx val="17"/>
          <c:order val="17"/>
          <c:tx>
            <c:v>W hatch</c:v>
          </c:tx>
          <c:spPr>
            <a:ln xmlns:a="http://schemas.openxmlformats.org/drawingml/2006/main" w="11430">
              <a:solidFill>
                <a:srgbClr val="C8554B"/>
              </a:solidFill>
            </a:ln>
          </c:spPr>
          <c:marker>
            <c:symbol val="none"/>
          </c:marker>
          <c:xVal>
            <c:numRef>
              <c:f>'Chart Data'!$AI$2:$AI$3</c:f>
              <c:numCache>
                <c:formatCode>General</c:formatCode>
                <c:ptCount val="2"/>
                <c:pt idx="0">
                  <c:v>24</c:v>
                </c:pt>
                <c:pt idx="1">
                  <c:v>25.9</c:v>
                </c:pt>
              </c:numCache>
            </c:numRef>
          </c:xVal>
          <c:yVal>
            <c:numRef>
              <c:f>'Chart Data'!$AJ$2:$AJ$3</c:f>
              <c:numCache>
                <c:formatCode>0</c:formatCode>
                <c:ptCount val="2"/>
                <c:pt idx="0">
                  <c:v>70.1</c:v>
                </c:pt>
                <c:pt idx="1">
                  <c:v>70.1</c:v>
                </c:pt>
              </c:numCache>
            </c:numRef>
          </c:yVal>
          <c:smooth val="0"/>
        </c:ser>
        <c:ser>
          <c:idx val="18"/>
          <c:order val="18"/>
          <c:tx>
            <c:v>W hatch</c:v>
          </c:tx>
          <c:spPr>
            <a:ln xmlns:a="http://schemas.openxmlformats.org/drawingml/2006/main" w="11430">
              <a:solidFill>
                <a:srgbClr val="C8554B"/>
              </a:solidFill>
            </a:ln>
          </c:spPr>
          <c:marker>
            <c:symbol val="none"/>
          </c:marker>
          <c:xVal>
            <c:numRef>
              <c:f>'Chart Data'!$AK$2:$AK$3</c:f>
              <c:numCache>
                <c:formatCode>General</c:formatCode>
                <c:ptCount val="2"/>
                <c:pt idx="0">
                  <c:v>24</c:v>
                </c:pt>
                <c:pt idx="1">
                  <c:v>24.6</c:v>
                </c:pt>
              </c:numCache>
            </c:numRef>
          </c:xVal>
          <c:yVal>
            <c:numRef>
              <c:f>'Chart Data'!$AL$2:$AL$3</c:f>
              <c:numCache>
                <c:formatCode>0</c:formatCode>
                <c:ptCount val="2"/>
                <c:pt idx="0">
                  <c:v>71.4</c:v>
                </c:pt>
                <c:pt idx="1">
                  <c:v>71.4</c:v>
                </c:pt>
              </c:numCache>
            </c:numRef>
          </c:yVal>
          <c:smooth val="0"/>
        </c:ser>
        <c:ser>
          <c:idx val="19"/>
          <c:order val="19"/>
          <c:tx>
            <c:v>Qm</c:v>
          </c:tx>
          <c:spPr>
            <a:ln xmlns:a="http://schemas.openxmlformats.org/drawingml/2006/main" w="12383">
              <a:solidFill>
                <a:srgbClr val="445B6B"/>
              </a:solidFill>
            </a:ln>
          </c:spPr>
          <c:marker>
            <c:symbol val="none"/>
          </c:marker>
          <c:xVal>
            <c:numRef>
              <c:f>'Chart Data'!$AM$2:$AM$3</c:f>
              <c:numCache>
                <c:formatCode>General</c:formatCode>
                <c:ptCount val="2"/>
                <c:pt idx="0">
                  <c:v>24</c:v>
                </c:pt>
                <c:pt idx="1">
                  <c:v>24</c:v>
                </c:pt>
              </c:numCache>
            </c:numRef>
          </c:xVal>
          <c:yVal>
            <c:numRef>
              <c:f>'Chart Data'!$AN$2:$AN$3</c:f>
              <c:numCache>
                <c:formatCode>0</c:formatCode>
                <c:ptCount val="2"/>
                <c:pt idx="0">
                  <c:v>0</c:v>
                </c:pt>
                <c:pt idx="1">
                  <c:v>72</c:v>
                </c:pt>
              </c:numCache>
            </c:numRef>
          </c:yVal>
          <c:smooth val="0"/>
        </c:ser>
        <c:ser>
          <c:idx val="20"/>
          <c:order val="20"/>
          <c:tx>
            <c:v>Pm</c:v>
          </c:tx>
          <c:spPr>
            <a:ln xmlns:a="http://schemas.openxmlformats.org/drawingml/2006/main" w="12383">
              <a:solidFill>
                <a:srgbClr val="445B6B"/>
              </a:solidFill>
            </a:ln>
          </c:spPr>
          <c:marker>
            <c:symbol val="none"/>
          </c:marker>
          <c:xVal>
            <c:numRef>
              <c:f>'Chart Data'!$AO$2:$AO$3</c:f>
              <c:numCache>
                <c:formatCode>General</c:formatCode>
                <c:ptCount val="2"/>
                <c:pt idx="0">
                  <c:v>0</c:v>
                </c:pt>
                <c:pt idx="1">
                  <c:v>24</c:v>
                </c:pt>
              </c:numCache>
            </c:numRef>
          </c:xVal>
          <c:yVal>
            <c:numRef>
              <c:f>'Chart Data'!$AP$2:$AP$3</c:f>
              <c:numCache>
                <c:formatCode>0</c:formatCode>
                <c:ptCount val="2"/>
                <c:pt idx="0">
                  <c:v>72</c:v>
                </c:pt>
                <c:pt idx="1">
                  <c:v>72</c:v>
                </c:pt>
              </c:numCache>
            </c:numRef>
          </c:yVal>
          <c:smooth val="0"/>
        </c:ser>
        <c:ser>
          <c:idx val="21"/>
          <c:order val="21"/>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Data'!$AQ$2:$AQ$2</c:f>
              <c:numCache>
                <c:formatCode>General</c:formatCode>
                <c:ptCount val="1"/>
                <c:pt idx="0">
                  <c:v>24.9</c:v>
                </c:pt>
              </c:numCache>
            </c:numRef>
          </c:xVal>
          <c:yVal>
            <c:numRef>
              <c:f>'Chart Data'!$AR$2:$AR$2</c:f>
              <c:numCache>
                <c:formatCode>0</c:formatCode>
                <c:ptCount val="1"/>
                <c:pt idx="0">
                  <c:v>78.5</c:v>
                </c:pt>
              </c:numCache>
            </c:numRef>
          </c:yVal>
          <c:smooth val="0"/>
        </c:ser>
        <c:ser>
          <c:idx val="22"/>
          <c:order val="22"/>
          <c:tx>
            <c:v>Qe</c:v>
          </c:tx>
          <c:spPr>
            <a:ln xmlns:a="http://schemas.openxmlformats.org/drawingml/2006/main" w="12383">
              <a:solidFill>
                <a:srgbClr val="445B6B"/>
              </a:solidFill>
            </a:ln>
          </c:spPr>
          <c:marker>
            <c:symbol val="none"/>
          </c:marker>
          <c:xVal>
            <c:numRef>
              <c:f>'Chart Data'!$AS$2:$AS$3</c:f>
              <c:numCache>
                <c:formatCode>General</c:formatCode>
                <c:ptCount val="2"/>
                <c:pt idx="0">
                  <c:v>36</c:v>
                </c:pt>
                <c:pt idx="1">
                  <c:v>36</c:v>
                </c:pt>
              </c:numCache>
            </c:numRef>
          </c:xVal>
          <c:yVal>
            <c:numRef>
              <c:f>'Chart Data'!$AT$2:$AT$3</c:f>
              <c:numCache>
                <c:formatCode>0</c:formatCode>
                <c:ptCount val="2"/>
                <c:pt idx="0">
                  <c:v>0</c:v>
                </c:pt>
                <c:pt idx="1">
                  <c:v>60</c:v>
                </c:pt>
              </c:numCache>
            </c:numRef>
          </c:yVal>
          <c:smooth val="0"/>
        </c:ser>
        <c:ser>
          <c:idx val="23"/>
          <c:order val="23"/>
          <c:tx>
            <c:v>Pe</c:v>
          </c:tx>
          <c:spPr>
            <a:ln xmlns:a="http://schemas.openxmlformats.org/drawingml/2006/main" w="12383">
              <a:solidFill>
                <a:srgbClr val="445B6B"/>
              </a:solidFill>
            </a:ln>
          </c:spPr>
          <c:marker>
            <c:symbol val="none"/>
          </c:marker>
          <c:xVal>
            <c:numRef>
              <c:f>'Chart Data'!$AU$2:$AU$3</c:f>
              <c:numCache>
                <c:formatCode>General</c:formatCode>
                <c:ptCount val="2"/>
                <c:pt idx="0">
                  <c:v>0</c:v>
                </c:pt>
                <c:pt idx="1">
                  <c:v>36</c:v>
                </c:pt>
              </c:numCache>
            </c:numRef>
          </c:xVal>
          <c:yVal>
            <c:numRef>
              <c:f>'Chart Data'!$AV$2:$AV$3</c:f>
              <c:numCache>
                <c:formatCode>0</c:formatCode>
                <c:ptCount val="2"/>
                <c:pt idx="0">
                  <c:v>60</c:v>
                </c:pt>
                <c:pt idx="1">
                  <c:v>60</c:v>
                </c:pt>
              </c:numCache>
            </c:numRef>
          </c:yVal>
          <c:smooth val="0"/>
        </c:ser>
        <c:ser>
          <c:idx val="24"/>
          <c:order val="24"/>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Data'!$AW$2:$AW$2</c:f>
              <c:numCache>
                <c:formatCode>General</c:formatCode>
                <c:ptCount val="1"/>
                <c:pt idx="0">
                  <c:v>38.1</c:v>
                </c:pt>
              </c:numCache>
            </c:numRef>
          </c:xVal>
          <c:yVal>
            <c:numRef>
              <c:f>'Chart Data'!$AX$2:$AX$2</c:f>
              <c:numCache>
                <c:formatCode>0</c:formatCode>
                <c:ptCount val="1"/>
                <c:pt idx="0">
                  <c:v>72</c:v>
                </c:pt>
              </c:numCache>
            </c:numRef>
          </c:yVal>
          <c:smooth val="0"/>
        </c:ser>
        <c:ser>
          <c:idx val="25"/>
          <c:order val="25"/>
          <c:tx>
            <c:v>Vraag = GO</c:v>
          </c:tx>
          <c:spPr>
            <a:ln xmlns:a="http://schemas.openxmlformats.org/drawingml/2006/main" w="38100">
              <a:solidFill>
                <a:srgbClr val="17658A"/>
              </a:solidFill>
            </a:ln>
          </c:spPr>
          <c:marker>
            <c:symbol val="none"/>
          </c:marker>
          <c:xVal>
            <c:numRef>
              <c:f>'Chart Data'!$AY$2:$AY$3</c:f>
              <c:numCache>
                <c:formatCode>General</c:formatCode>
                <c:ptCount val="2"/>
                <c:pt idx="0">
                  <c:v>0</c:v>
                </c:pt>
                <c:pt idx="1">
                  <c:v>60</c:v>
                </c:pt>
              </c:numCache>
            </c:numRef>
          </c:xVal>
          <c:yVal>
            <c:numRef>
              <c:f>'Chart Data'!$AZ$2:$AZ$3</c:f>
              <c:numCache>
                <c:formatCode>0</c:formatCode>
                <c:ptCount val="2"/>
                <c:pt idx="0">
                  <c:v>96</c:v>
                </c:pt>
                <c:pt idx="1">
                  <c:v>36</c:v>
                </c:pt>
              </c:numCache>
            </c:numRef>
          </c:yVal>
          <c:smooth val="0"/>
        </c:ser>
        <c:ser>
          <c:idx val="26"/>
          <c:order val="26"/>
          <c:tx>
            <c:v>MK</c:v>
          </c:tx>
          <c:spPr>
            <a:ln xmlns:a="http://schemas.openxmlformats.org/drawingml/2006/main" w="38100">
              <a:solidFill>
                <a:srgbClr val="A94D16"/>
              </a:solidFill>
            </a:ln>
          </c:spPr>
          <c:marker>
            <c:symbol val="none"/>
          </c:marker>
          <c:xVal>
            <c:numRef>
              <c:f>'Chart Data'!$BA$2:$BA$3</c:f>
              <c:numCache>
                <c:formatCode>General</c:formatCode>
                <c:ptCount val="2"/>
                <c:pt idx="0">
                  <c:v>0</c:v>
                </c:pt>
                <c:pt idx="1">
                  <c:v>60</c:v>
                </c:pt>
              </c:numCache>
            </c:numRef>
          </c:xVal>
          <c:yVal>
            <c:numRef>
              <c:f>'Chart Data'!$BB$2:$BB$3</c:f>
              <c:numCache>
                <c:formatCode>0</c:formatCode>
                <c:ptCount val="2"/>
                <c:pt idx="0">
                  <c:v>24</c:v>
                </c:pt>
                <c:pt idx="1">
                  <c:v>84</c:v>
                </c:pt>
              </c:numCache>
            </c:numRef>
          </c:yVal>
          <c:smooth val="0"/>
        </c:ser>
        <c:ser>
          <c:idx val="27"/>
          <c:order val="27"/>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Data'!$BC$2:$BC$2</c:f>
              <c:numCache>
                <c:formatCode>General</c:formatCode>
                <c:ptCount val="1"/>
                <c:pt idx="0">
                  <c:v>46.8</c:v>
                </c:pt>
              </c:numCache>
            </c:numRef>
          </c:xVal>
          <c:yVal>
            <c:numRef>
              <c:f>'Chart Data'!$BD$2:$BD$2</c:f>
              <c:numCache>
                <c:formatCode>0</c:formatCode>
                <c:ptCount val="1"/>
                <c:pt idx="0">
                  <c:v>31.2</c:v>
                </c:pt>
              </c:numCache>
            </c:numRef>
          </c:yVal>
          <c:smooth val="0"/>
        </c:ser>
        <c:ser>
          <c:idx val="28"/>
          <c:order val="28"/>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Data'!$BE$2:$BE$2</c:f>
              <c:numCache>
                <c:formatCode>General</c:formatCode>
                <c:ptCount val="1"/>
                <c:pt idx="0">
                  <c:v>53.4</c:v>
                </c:pt>
              </c:numCache>
            </c:numRef>
          </c:xVal>
          <c:yVal>
            <c:numRef>
              <c:f>'Chart Data'!$BF$2:$BF$2</c:f>
              <c:numCache>
                <c:formatCode>0</c:formatCode>
                <c:ptCount val="1"/>
                <c:pt idx="0">
                  <c:v>84.9</c:v>
                </c:pt>
              </c:numCache>
            </c:numRef>
          </c:yVal>
          <c:smooth val="0"/>
        </c:ser>
        <c:ser>
          <c:idx val="29"/>
          <c:order val="29"/>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Data'!$BG$2:$BG$2</c:f>
              <c:numCache>
                <c:formatCode>General</c:formatCode>
                <c:ptCount val="1"/>
                <c:pt idx="0">
                  <c:v>24</c:v>
                </c:pt>
              </c:numCache>
            </c:numRef>
          </c:xVal>
          <c:yVal>
            <c:numRef>
              <c:f>'Chart Data'!$BH$2:$BH$2</c:f>
              <c:numCache>
                <c:formatCode>0</c:formatCode>
                <c:ptCount val="1"/>
                <c:pt idx="0">
                  <c:v>72</c:v>
                </c:pt>
              </c:numCache>
            </c:numRef>
          </c:yVal>
          <c:smooth val="0"/>
        </c:ser>
        <c:ser>
          <c:idx val="30"/>
          <c:order val="30"/>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Data'!$BI$2:$BI$2</c:f>
              <c:numCache>
                <c:formatCode>General</c:formatCode>
                <c:ptCount val="1"/>
                <c:pt idx="0">
                  <c:v>36</c:v>
                </c:pt>
              </c:numCache>
            </c:numRef>
          </c:xVal>
          <c:yVal>
            <c:numRef>
              <c:f>'Chart Data'!$BJ$2:$BJ$2</c:f>
              <c:numCache>
                <c:formatCode>0</c:formatCode>
                <c:ptCount val="1"/>
                <c:pt idx="0">
                  <c:v>60</c:v>
                </c:pt>
              </c:numCache>
            </c:numRef>
          </c:yVal>
          <c:smooth val="0"/>
        </c:ser>
        <c:ser>
          <c:idx val="31"/>
          <c:order val="31"/>
          <c:tx>
            <c:v>B</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3302A"/>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1950" b="1">
                      <a:solidFill>
                        <a:srgbClr val="A3302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Data'!$BK$2:$BK$2</c:f>
              <c:numCache>
                <c:formatCode>General</c:formatCode>
                <c:ptCount val="1"/>
                <c:pt idx="0">
                  <c:v>26.64</c:v>
                </c:pt>
              </c:numCache>
            </c:numRef>
          </c:xVal>
          <c:yVal>
            <c:numRef>
              <c:f>'Chart Data'!$BL$2:$BL$2</c:f>
              <c:numCache>
                <c:formatCode>0</c:formatCode>
                <c:ptCount val="1"/>
                <c:pt idx="0">
                  <c:v>60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bakbeurt)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0"/>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(bakbeurten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
        <c:ser>
          <c:idx val="0"/>
          <c:order val="0"/>
          <c:tx>
            <c:v>Vraag = GO</c:v>
          </c:tx>
          <c:spPr>
            <a:ln xmlns:a="http://schemas.openxmlformats.org/drawingml/2006/main" w="38100">
              <a:solidFill>
                <a:srgbClr val="17658A"/>
              </a:solidFill>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80</c:v>
                </c:pt>
                <c:pt idx="1">
                  <c:v>30</c:v>
                </c:pt>
              </c:numCache>
            </c:numRef>
          </c:yVal>
          <c:smooth val="0"/>
        </c:ser>
        <c:ser>
          <c:idx val="1"/>
          <c:order val="1"/>
          <c:tx>
            <c:v>MK</c:v>
          </c:tx>
          <c:spPr>
            <a:ln xmlns:a="http://schemas.openxmlformats.org/drawingml/2006/main" w="38100">
              <a:solidFill>
                <a:srgbClr val="A94D16"/>
              </a:solidFill>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20</c:v>
                </c:pt>
                <c:pt idx="1">
                  <c:v>70</c:v>
                </c:pt>
              </c:numCache>
            </c:numRef>
          </c:yVal>
          <c:smooth val="0"/>
        </c:ser>
        <c:ser>
          <c:idx val="2"/>
          <c:order val="2"/>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78</c:v>
                </c:pt>
              </c:numCache>
            </c:numRef>
          </c:xVal>
          <c:yVal>
            <c:numRef>
              <c:f>'Chart Data'!$F$2:$F$2</c:f>
              <c:numCache>
                <c:formatCode>0</c:formatCode>
                <c:ptCount val="1"/>
                <c:pt idx="0">
                  <c:v>26.6</c:v>
                </c:pt>
              </c:numCache>
            </c:numRef>
          </c:yVal>
          <c:smooth val="0"/>
        </c:ser>
        <c:ser>
          <c:idx val="3"/>
          <c:order val="3"/>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89</c:v>
                </c:pt>
              </c:numCache>
            </c:numRef>
          </c:xVal>
          <c:yVal>
            <c:numRef>
              <c:f>'Chart Data'!$H$2:$H$2</c:f>
              <c:numCache>
                <c:formatCode>0</c:formatCode>
                <c:ptCount val="1"/>
                <c:pt idx="0">
                  <c:v>70.5</c:v>
                </c:pt>
              </c:numCache>
            </c:numRef>
          </c:yVal>
          <c:smooth val="0"/>
        </c:ser>
        <c:ser>
          <c:idx val="4"/>
          <c:order val="4"/>
          <c:tx>
            <c:v>MO</c:v>
          </c:tx>
          <c:spPr>
            <a:ln xmlns:a="http://schemas.openxmlformats.org/drawingml/2006/main" w="28575">
              <a:solidFill>
                <a:srgbClr val="7B2D8E"/>
              </a:solidFill>
              <a:prstDash val="dash"/>
            </a:ln>
          </c:spPr>
          <c:marker>
            <c:symbol val="none"/>
          </c:marker>
          <c:xVal>
            <c:numRef>
              <c:f>'Chart Data'!$I$2:$I$3</c:f>
              <c:numCache>
                <c:formatCode>General</c:formatCode>
                <c:ptCount val="2"/>
                <c:pt idx="0">
                  <c:v>0</c:v>
                </c:pt>
                <c:pt idx="1">
                  <c:v>80</c:v>
                </c:pt>
              </c:numCache>
            </c:numRef>
          </c:xVal>
          <c:yVal>
            <c:numRef>
              <c:f>'Chart Data'!$J$2:$J$3</c:f>
              <c:numCache>
                <c:formatCode>0</c:formatCode>
                <c:ptCount val="2"/>
                <c:pt idx="0">
                  <c:v>80</c:v>
                </c:pt>
                <c:pt idx="1">
                  <c:v>0</c:v>
                </c:pt>
              </c:numCache>
            </c:numRef>
          </c:yVal>
          <c:smooth val="0"/>
        </c:ser>
        <c:ser>
          <c:idx val="5"/>
          <c:order val="5"/>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950"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31</c:v>
                </c:pt>
              </c:numCache>
            </c:numRef>
          </c:xVal>
          <c:yVal>
            <c:numRef>
              <c:f>'Chart Data'!$L$2:$L$2</c:f>
              <c:numCache>
                <c:formatCode>0</c:formatCode>
                <c:ptCount val="1"/>
                <c:pt idx="0">
                  <c:v>53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
        <c:ser>
          <c:idx val="0"/>
          <c:order val="0"/>
          <c:tx>
            <c:v>Qm</c:v>
          </c:tx>
          <c:spPr>
            <a:ln xmlns:a="http://schemas.openxmlformats.org/drawingml/2006/main" w="12383">
              <a:solidFill>
                <a:srgbClr val="445B6B"/>
              </a:solidFill>
            </a:ln>
          </c:spPr>
          <c:marker>
            <c:symbol val="none"/>
          </c:marker>
          <c:xVal>
            <c:numRef>
              <c:f>'Chart Data'!$A$2:$A$3</c:f>
              <c:numCache>
                <c:formatCode>General</c:formatCode>
                <c:ptCount val="2"/>
                <c:pt idx="0">
                  <c:v>40</c:v>
                </c:pt>
                <c:pt idx="1">
                  <c:v>40</c:v>
                </c:pt>
              </c:numCache>
            </c:numRef>
          </c:xVal>
          <c:yVal>
            <c:numRef>
              <c:f>'Chart Data'!$B$2:$B$3</c:f>
              <c:numCache>
                <c:formatCode>0</c:formatCode>
                <c:ptCount val="2"/>
                <c:pt idx="0">
                  <c:v>0</c:v>
                </c:pt>
                <c:pt idx="1">
                  <c:v>60</c:v>
                </c:pt>
              </c:numCache>
            </c:numRef>
          </c:yVal>
          <c:smooth val="0"/>
        </c:ser>
        <c:ser>
          <c:idx val="1"/>
          <c:order val="1"/>
          <c:tx>
            <c:v>Pm</c:v>
          </c:tx>
          <c:spPr>
            <a:ln xmlns:a="http://schemas.openxmlformats.org/drawingml/2006/main" w="12383">
              <a:solidFill>
                <a:srgbClr val="445B6B"/>
              </a:solidFill>
            </a:ln>
          </c:spPr>
          <c:marker>
            <c:symbol val="none"/>
          </c:marker>
          <c:xVal>
            <c:numRef>
              <c:f>'Chart Data'!$C$2:$C$3</c:f>
              <c:numCache>
                <c:formatCode>General</c:formatCode>
                <c:ptCount val="2"/>
                <c:pt idx="0">
                  <c:v>0</c:v>
                </c:pt>
                <c:pt idx="1">
                  <c:v>40</c:v>
                </c:pt>
              </c:numCache>
            </c:numRef>
          </c:xVal>
          <c:yVal>
            <c:numRef>
              <c:f>'Chart Data'!$D$2:$D$3</c:f>
              <c:numCache>
                <c:formatCode>0</c:formatCode>
                <c:ptCount val="2"/>
                <c:pt idx="0">
                  <c:v>60</c:v>
                </c:pt>
                <c:pt idx="1">
                  <c:v>60</c:v>
                </c:pt>
              </c:numCache>
            </c:numRef>
          </c:yVal>
          <c:smooth val="0"/>
        </c:ser>
        <c:ser>
          <c:idx val="2"/>
          <c:order val="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41.5</c:v>
                </c:pt>
              </c:numCache>
            </c:numRef>
          </c:xVal>
          <c:yVal>
            <c:numRef>
              <c:f>'Chart Data'!$F$2:$F$2</c:f>
              <c:numCache>
                <c:formatCode>0</c:formatCode>
                <c:ptCount val="1"/>
                <c:pt idx="0">
                  <c:v>65.2</c:v>
                </c:pt>
              </c:numCache>
            </c:numRef>
          </c:yVal>
          <c:smooth val="0"/>
        </c:ser>
        <c:ser>
          <c:idx val="3"/>
          <c:order val="3"/>
          <c:tx>
            <c:v>Vraag = GO</c:v>
          </c:tx>
          <c:spPr>
            <a:ln xmlns:a="http://schemas.openxmlformats.org/drawingml/2006/main" w="38100">
              <a:solidFill>
                <a:srgbClr val="17658A"/>
              </a:solidFill>
            </a:ln>
          </c:spPr>
          <c:marker>
            <c:symbol val="none"/>
          </c:marker>
          <c:xVal>
            <c:numRef>
              <c:f>'Chart Data'!$G$2:$G$3</c:f>
              <c:numCache>
                <c:formatCode>General</c:formatCode>
                <c:ptCount val="2"/>
                <c:pt idx="0">
                  <c:v>0</c:v>
                </c:pt>
                <c:pt idx="1">
                  <c:v>100</c:v>
                </c:pt>
              </c:numCache>
            </c:numRef>
          </c:xVal>
          <c:yVal>
            <c:numRef>
              <c:f>'Chart Data'!$H$2:$H$3</c:f>
              <c:numCache>
                <c:formatCode>0</c:formatCode>
                <c:ptCount val="2"/>
                <c:pt idx="0">
                  <c:v>80</c:v>
                </c:pt>
                <c:pt idx="1">
                  <c:v>30</c:v>
                </c:pt>
              </c:numCache>
            </c:numRef>
          </c:yVal>
          <c:smooth val="0"/>
        </c:ser>
        <c:ser>
          <c:idx val="4"/>
          <c:order val="4"/>
          <c:tx>
            <c:v>MK</c:v>
          </c:tx>
          <c:spPr>
            <a:ln xmlns:a="http://schemas.openxmlformats.org/drawingml/2006/main" w="38100">
              <a:solidFill>
                <a:srgbClr val="A94D16"/>
              </a:solidFill>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20</c:v>
                </c:pt>
                <c:pt idx="1">
                  <c:v>70</c:v>
                </c:pt>
              </c:numCache>
            </c:numRef>
          </c:yVal>
          <c:smooth val="0"/>
        </c:ser>
        <c:ser>
          <c:idx val="5"/>
          <c:order val="5"/>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78</c:v>
                </c:pt>
              </c:numCache>
            </c:numRef>
          </c:xVal>
          <c:yVal>
            <c:numRef>
              <c:f>'Chart Data'!$L$2:$L$2</c:f>
              <c:numCache>
                <c:formatCode>0</c:formatCode>
                <c:ptCount val="1"/>
                <c:pt idx="0">
                  <c:v>26.6</c:v>
                </c:pt>
              </c:numCache>
            </c:numRef>
          </c:yVal>
          <c:smooth val="0"/>
        </c:ser>
        <c:ser>
          <c:idx val="6"/>
          <c:order val="6"/>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89</c:v>
                </c:pt>
              </c:numCache>
            </c:numRef>
          </c:xVal>
          <c:yVal>
            <c:numRef>
              <c:f>'Chart Data'!$N$2:$N$2</c:f>
              <c:numCache>
                <c:formatCode>0</c:formatCode>
                <c:ptCount val="1"/>
                <c:pt idx="0">
                  <c:v>70.5</c:v>
                </c:pt>
              </c:numCache>
            </c:numRef>
          </c:yVal>
          <c:smooth val="0"/>
        </c:ser>
        <c:ser>
          <c:idx val="7"/>
          <c:order val="7"/>
          <c:tx>
            <c:v>MO</c:v>
          </c:tx>
          <c:spPr>
            <a:ln xmlns:a="http://schemas.openxmlformats.org/drawingml/2006/main" w="28575">
              <a:solidFill>
                <a:srgbClr val="7B2D8E"/>
              </a:solidFill>
              <a:prstDash val="dash"/>
            </a:ln>
          </c:spPr>
          <c:marker>
            <c:symbol val="none"/>
          </c:marker>
          <c:xVal>
            <c:numRef>
              <c:f>'Chart Data'!$O$2:$O$3</c:f>
              <c:numCache>
                <c:formatCode>General</c:formatCode>
                <c:ptCount val="2"/>
                <c:pt idx="0">
                  <c:v>0</c:v>
                </c:pt>
                <c:pt idx="1">
                  <c:v>80</c:v>
                </c:pt>
              </c:numCache>
            </c:numRef>
          </c:xVal>
          <c:yVal>
            <c:numRef>
              <c:f>'Chart Data'!$P$2:$P$3</c:f>
              <c:numCache>
                <c:formatCode>0</c:formatCode>
                <c:ptCount val="2"/>
                <c:pt idx="0">
                  <c:v>80</c:v>
                </c:pt>
                <c:pt idx="1">
                  <c:v>0</c:v>
                </c:pt>
              </c:numCache>
            </c:numRef>
          </c:yVal>
          <c:smooth val="0"/>
        </c:ser>
        <c:ser>
          <c:idx val="8"/>
          <c:order val="8"/>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950"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31</c:v>
                </c:pt>
              </c:numCache>
            </c:numRef>
          </c:xVal>
          <c:yVal>
            <c:numRef>
              <c:f>'Chart Data'!$R$2:$R$2</c:f>
              <c:numCache>
                <c:formatCode>0</c:formatCode>
                <c:ptCount val="1"/>
                <c:pt idx="0">
                  <c:v>53</c:v>
                </c:pt>
              </c:numCache>
            </c:numRef>
          </c:yVal>
          <c:smooth val="0"/>
        </c:ser>
        <c:ser>
          <c:idx val="9"/>
          <c:order val="9"/>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Data'!$S$2:$S$2</c:f>
              <c:numCache>
                <c:formatCode>General</c:formatCode>
                <c:ptCount val="1"/>
                <c:pt idx="0">
                  <c:v>40</c:v>
                </c:pt>
              </c:numCache>
            </c:numRef>
          </c:xVal>
          <c:yVal>
            <c:numRef>
              <c:f>'Chart Data'!$T$2:$T$2</c:f>
              <c:numCache>
                <c:formatCode>0</c:formatCode>
                <c:ptCount val="1"/>
                <c:pt idx="0">
                  <c:v>60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
        <c:ser>
          <c:idx val="0"/>
          <c:order val="0"/>
          <c:tx>
            <c:v>Qm</c:v>
          </c:tx>
          <c:spPr>
            <a:ln xmlns:a="http://schemas.openxmlformats.org/drawingml/2006/main" w="12383">
              <a:solidFill>
                <a:srgbClr val="445B6B"/>
              </a:solidFill>
            </a:ln>
          </c:spPr>
          <c:marker>
            <c:symbol val="none"/>
          </c:marker>
          <c:xVal>
            <c:numRef>
              <c:f>'Chart Data'!$A$2:$A$3</c:f>
              <c:numCache>
                <c:formatCode>General</c:formatCode>
                <c:ptCount val="2"/>
                <c:pt idx="0">
                  <c:v>40</c:v>
                </c:pt>
                <c:pt idx="1">
                  <c:v>40</c:v>
                </c:pt>
              </c:numCache>
            </c:numRef>
          </c:xVal>
          <c:yVal>
            <c:numRef>
              <c:f>'Chart Data'!$B$2:$B$3</c:f>
              <c:numCache>
                <c:formatCode>0</c:formatCode>
                <c:ptCount val="2"/>
                <c:pt idx="0">
                  <c:v>0</c:v>
                </c:pt>
                <c:pt idx="1">
                  <c:v>60</c:v>
                </c:pt>
              </c:numCache>
            </c:numRef>
          </c:yVal>
          <c:smooth val="0"/>
        </c:ser>
        <c:ser>
          <c:idx val="1"/>
          <c:order val="1"/>
          <c:tx>
            <c:v>Pm</c:v>
          </c:tx>
          <c:spPr>
            <a:ln xmlns:a="http://schemas.openxmlformats.org/drawingml/2006/main" w="12383">
              <a:solidFill>
                <a:srgbClr val="445B6B"/>
              </a:solidFill>
            </a:ln>
          </c:spPr>
          <c:marker>
            <c:symbol val="none"/>
          </c:marker>
          <c:xVal>
            <c:numRef>
              <c:f>'Chart Data'!$C$2:$C$3</c:f>
              <c:numCache>
                <c:formatCode>General</c:formatCode>
                <c:ptCount val="2"/>
                <c:pt idx="0">
                  <c:v>0</c:v>
                </c:pt>
                <c:pt idx="1">
                  <c:v>40</c:v>
                </c:pt>
              </c:numCache>
            </c:numRef>
          </c:xVal>
          <c:yVal>
            <c:numRef>
              <c:f>'Chart Data'!$D$2:$D$3</c:f>
              <c:numCache>
                <c:formatCode>0</c:formatCode>
                <c:ptCount val="2"/>
                <c:pt idx="0">
                  <c:v>60</c:v>
                </c:pt>
                <c:pt idx="1">
                  <c:v>60</c:v>
                </c:pt>
              </c:numCache>
            </c:numRef>
          </c:yVal>
          <c:smooth val="0"/>
        </c:ser>
        <c:ser>
          <c:idx val="2"/>
          <c:order val="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41.5</c:v>
                </c:pt>
              </c:numCache>
            </c:numRef>
          </c:xVal>
          <c:yVal>
            <c:numRef>
              <c:f>'Chart Data'!$F$2:$F$2</c:f>
              <c:numCache>
                <c:formatCode>0</c:formatCode>
                <c:ptCount val="1"/>
                <c:pt idx="0">
                  <c:v>65.2</c:v>
                </c:pt>
              </c:numCache>
            </c:numRef>
          </c:yVal>
          <c:smooth val="0"/>
        </c:ser>
        <c:ser>
          <c:idx val="3"/>
          <c:order val="3"/>
          <c:tx>
            <c:v>Qe</c:v>
          </c:tx>
          <c:spPr>
            <a:ln xmlns:a="http://schemas.openxmlformats.org/drawingml/2006/main" w="12383">
              <a:solidFill>
                <a:srgbClr val="445B6B"/>
              </a:solidFill>
            </a:ln>
          </c:spPr>
          <c:marker>
            <c:symbol val="none"/>
          </c:marker>
          <c:xVal>
            <c:numRef>
              <c:f>'Chart Data'!$G$2:$G$3</c:f>
              <c:numCache>
                <c:formatCode>General</c:formatCode>
                <c:ptCount val="2"/>
                <c:pt idx="0">
                  <c:v>60</c:v>
                </c:pt>
                <c:pt idx="1">
                  <c:v>60</c:v>
                </c:pt>
              </c:numCache>
            </c:numRef>
          </c:xVal>
          <c:yVal>
            <c:numRef>
              <c:f>'Chart Data'!$H$2:$H$3</c:f>
              <c:numCache>
                <c:formatCode>0</c:formatCode>
                <c:ptCount val="2"/>
                <c:pt idx="0">
                  <c:v>0</c:v>
                </c:pt>
                <c:pt idx="1">
                  <c:v>50</c:v>
                </c:pt>
              </c:numCache>
            </c:numRef>
          </c:yVal>
          <c:smooth val="0"/>
        </c:ser>
        <c:ser>
          <c:idx val="4"/>
          <c:order val="4"/>
          <c:tx>
            <c:v>Pe</c:v>
          </c:tx>
          <c:spPr>
            <a:ln xmlns:a="http://schemas.openxmlformats.org/drawingml/2006/main" w="12383">
              <a:solidFill>
                <a:srgbClr val="445B6B"/>
              </a:solidFill>
            </a:ln>
          </c:spPr>
          <c:marker>
            <c:symbol val="none"/>
          </c:marker>
          <c:xVal>
            <c:numRef>
              <c:f>'Chart Data'!$I$2:$I$3</c:f>
              <c:numCache>
                <c:formatCode>General</c:formatCode>
                <c:ptCount val="2"/>
                <c:pt idx="0">
                  <c:v>0</c:v>
                </c:pt>
                <c:pt idx="1">
                  <c:v>60</c:v>
                </c:pt>
              </c:numCache>
            </c:numRef>
          </c:xVal>
          <c:yVal>
            <c:numRef>
              <c:f>'Chart Data'!$J$2:$J$3</c:f>
              <c:numCache>
                <c:formatCode>0</c:formatCode>
                <c:ptCount val="2"/>
                <c:pt idx="0">
                  <c:v>50</c:v>
                </c:pt>
                <c:pt idx="1">
                  <c:v>50</c:v>
                </c:pt>
              </c:numCache>
            </c:numRef>
          </c:yVal>
          <c:smooth val="0"/>
        </c:ser>
        <c:ser>
          <c:idx val="5"/>
          <c:order val="5"/>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63.5</c:v>
                </c:pt>
              </c:numCache>
            </c:numRef>
          </c:xVal>
          <c:yVal>
            <c:numRef>
              <c:f>'Chart Data'!$L$2:$L$2</c:f>
              <c:numCache>
                <c:formatCode>0</c:formatCode>
                <c:ptCount val="1"/>
                <c:pt idx="0">
                  <c:v>59.6</c:v>
                </c:pt>
              </c:numCache>
            </c:numRef>
          </c:yVal>
          <c:smooth val="0"/>
        </c:ser>
        <c:ser>
          <c:idx val="6"/>
          <c:order val="6"/>
          <c:tx>
            <c:v>Vraag = GO</c:v>
          </c:tx>
          <c:spPr>
            <a:ln xmlns:a="http://schemas.openxmlformats.org/drawingml/2006/main" w="38100">
              <a:solidFill>
                <a:srgbClr val="17658A"/>
              </a:solidFill>
            </a:ln>
          </c:spPr>
          <c:marker>
            <c:symbol val="none"/>
          </c:marker>
          <c:xVal>
            <c:numRef>
              <c:f>'Chart Data'!$M$2:$M$3</c:f>
              <c:numCache>
                <c:formatCode>General</c:formatCode>
                <c:ptCount val="2"/>
                <c:pt idx="0">
                  <c:v>0</c:v>
                </c:pt>
                <c:pt idx="1">
                  <c:v>100</c:v>
                </c:pt>
              </c:numCache>
            </c:numRef>
          </c:xVal>
          <c:yVal>
            <c:numRef>
              <c:f>'Chart Data'!$N$2:$N$3</c:f>
              <c:numCache>
                <c:formatCode>0</c:formatCode>
                <c:ptCount val="2"/>
                <c:pt idx="0">
                  <c:v>80</c:v>
                </c:pt>
                <c:pt idx="1">
                  <c:v>30</c:v>
                </c:pt>
              </c:numCache>
            </c:numRef>
          </c:yVal>
          <c:smooth val="0"/>
        </c:ser>
        <c:ser>
          <c:idx val="7"/>
          <c:order val="7"/>
          <c:tx>
            <c:v>MK</c:v>
          </c:tx>
          <c:spPr>
            <a:ln xmlns:a="http://schemas.openxmlformats.org/drawingml/2006/main" w="38100">
              <a:solidFill>
                <a:srgbClr val="A94D16"/>
              </a:solidFill>
            </a:ln>
          </c:spPr>
          <c:marker>
            <c:symbol val="none"/>
          </c:marker>
          <c:xVal>
            <c:numRef>
              <c:f>'Chart Data'!$O$2:$O$3</c:f>
              <c:numCache>
                <c:formatCode>General</c:formatCode>
                <c:ptCount val="2"/>
                <c:pt idx="0">
                  <c:v>0</c:v>
                </c:pt>
                <c:pt idx="1">
                  <c:v>100</c:v>
                </c:pt>
              </c:numCache>
            </c:numRef>
          </c:xVal>
          <c:yVal>
            <c:numRef>
              <c:f>'Chart Data'!$P$2:$P$3</c:f>
              <c:numCache>
                <c:formatCode>0</c:formatCode>
                <c:ptCount val="2"/>
                <c:pt idx="0">
                  <c:v>20</c:v>
                </c:pt>
                <c:pt idx="1">
                  <c:v>70</c:v>
                </c:pt>
              </c:numCache>
            </c:numRef>
          </c:yVal>
          <c:smooth val="0"/>
        </c:ser>
        <c:ser>
          <c:idx val="8"/>
          <c:order val="8"/>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78</c:v>
                </c:pt>
              </c:numCache>
            </c:numRef>
          </c:xVal>
          <c:yVal>
            <c:numRef>
              <c:f>'Chart Data'!$R$2:$R$2</c:f>
              <c:numCache>
                <c:formatCode>0</c:formatCode>
                <c:ptCount val="1"/>
                <c:pt idx="0">
                  <c:v>26.6</c:v>
                </c:pt>
              </c:numCache>
            </c:numRef>
          </c:yVal>
          <c:smooth val="0"/>
        </c:ser>
        <c:ser>
          <c:idx val="9"/>
          <c:order val="9"/>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89</c:v>
                </c:pt>
              </c:numCache>
            </c:numRef>
          </c:xVal>
          <c:yVal>
            <c:numRef>
              <c:f>'Chart Data'!$T$2:$T$2</c:f>
              <c:numCache>
                <c:formatCode>0</c:formatCode>
                <c:ptCount val="1"/>
                <c:pt idx="0">
                  <c:v>70.5</c:v>
                </c:pt>
              </c:numCache>
            </c:numRef>
          </c:yVal>
          <c:smooth val="0"/>
        </c:ser>
        <c:ser>
          <c:idx val="10"/>
          <c:order val="10"/>
          <c:tx>
            <c:v>MO</c:v>
          </c:tx>
          <c:spPr>
            <a:ln xmlns:a="http://schemas.openxmlformats.org/drawingml/2006/main" w="28575">
              <a:solidFill>
                <a:srgbClr val="7B2D8E"/>
              </a:solidFill>
              <a:prstDash val="dash"/>
            </a:ln>
          </c:spPr>
          <c:marker>
            <c:symbol val="none"/>
          </c:marker>
          <c:xVal>
            <c:numRef>
              <c:f>'Chart Data'!$U$2:$U$3</c:f>
              <c:numCache>
                <c:formatCode>General</c:formatCode>
                <c:ptCount val="2"/>
                <c:pt idx="0">
                  <c:v>0</c:v>
                </c:pt>
                <c:pt idx="1">
                  <c:v>80</c:v>
                </c:pt>
              </c:numCache>
            </c:numRef>
          </c:xVal>
          <c:yVal>
            <c:numRef>
              <c:f>'Chart Data'!$V$2:$V$3</c:f>
              <c:numCache>
                <c:formatCode>0</c:formatCode>
                <c:ptCount val="2"/>
                <c:pt idx="0">
                  <c:v>80</c:v>
                </c:pt>
                <c:pt idx="1">
                  <c:v>0</c:v>
                </c:pt>
              </c:numCache>
            </c:numRef>
          </c:yVal>
          <c:smooth val="0"/>
        </c:ser>
        <c:ser>
          <c:idx val="11"/>
          <c:order val="11"/>
          <c:tx>
            <c:v>MO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7B2D8E"/>
                        </a:solidFill>
                        <a:latin typeface="Arial"/>
                        <a:ea typeface="Arial"/>
                        <a:cs typeface="Arial"/>
                      </a:rPr>
                      <a:t>MO</a:t>
                    </a:r>
                  </a:p>
                </c:rich>
              </c:tx>
              <c:txPr>
                <a:bodyPr xmlns:a="http://schemas.openxmlformats.org/drawingml/2006/main" anchorCtr="1"/>
                <a:lstStyle xmlns:a="http://schemas.openxmlformats.org/drawingml/2006/main"/>
                <a:p xmlns:a="http://schemas.openxmlformats.org/drawingml/2006/main">
                  <a:pPr>
                    <a:defRPr sz="1950" b="1">
                      <a:solidFill>
                        <a:srgbClr val="7B2D8E"/>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31</c:v>
                </c:pt>
              </c:numCache>
            </c:numRef>
          </c:xVal>
          <c:yVal>
            <c:numRef>
              <c:f>'Chart Data'!$X$2:$X$2</c:f>
              <c:numCache>
                <c:formatCode>0</c:formatCode>
                <c:ptCount val="1"/>
                <c:pt idx="0">
                  <c:v>53</c:v>
                </c:pt>
              </c:numCache>
            </c:numRef>
          </c:yVal>
          <c:smooth val="0"/>
        </c:ser>
        <c:ser>
          <c:idx val="12"/>
          <c:order val="12"/>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Data'!$Y$2:$Y$2</c:f>
              <c:numCache>
                <c:formatCode>General</c:formatCode>
                <c:ptCount val="1"/>
                <c:pt idx="0">
                  <c:v>40</c:v>
                </c:pt>
              </c:numCache>
            </c:numRef>
          </c:xVal>
          <c:yVal>
            <c:numRef>
              <c:f>'Chart Data'!$Z$2:$Z$2</c:f>
              <c:numCache>
                <c:formatCode>0</c:formatCode>
                <c:ptCount val="1"/>
                <c:pt idx="0">
                  <c:v>60</c:v>
                </c:pt>
              </c:numCache>
            </c:numRef>
          </c:yVal>
          <c:smooth val="0"/>
        </c:ser>
        <c:ser>
          <c:idx val="13"/>
          <c:order val="13"/>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Data'!$AA$2:$AA$2</c:f>
              <c:numCache>
                <c:formatCode>General</c:formatCode>
                <c:ptCount val="1"/>
                <c:pt idx="0">
                  <c:v>60</c:v>
                </c:pt>
              </c:numCache>
            </c:numRef>
          </c:xVal>
          <c:yVal>
            <c:numRef>
              <c:f>'Chart Data'!$AB$2:$AB$2</c:f>
              <c:numCache>
                <c:formatCode>0</c:formatCode>
                <c:ptCount val="1"/>
                <c:pt idx="0">
                  <c:v>50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
        <c:ser>
          <c:idx val="0"/>
          <c:order val="0"/>
          <c:tx>
            <c:v>CS boundary</c:v>
          </c:tx>
          <c:spPr>
            <a:ln xmlns:a="http://schemas.openxmlformats.org/drawingml/2006/main" w="21908">
              <a:solidFill>
                <a:srgbClr val="85B8D6"/>
              </a:solidFill>
            </a:ln>
          </c:spPr>
          <c:marker>
            <c:symbol val="none"/>
          </c:marker>
          <c:xVal>
            <c:numRef>
              <c:f>'Chart Data'!$A$2:$A$5</c:f>
              <c:numCache>
                <c:formatCode>General</c:formatCode>
                <c:ptCount val="4"/>
                <c:pt idx="0">
                  <c:v>0</c:v>
                </c:pt>
                <c:pt idx="1">
                  <c:v>40</c:v>
                </c:pt>
                <c:pt idx="2">
                  <c:v>0</c:v>
                </c:pt>
                <c:pt idx="3">
                  <c:v>0</c:v>
                </c:pt>
              </c:numCache>
            </c:numRef>
          </c:xVal>
          <c:yVal>
            <c:numRef>
              <c:f>'Chart Data'!$B$2:$B$5</c:f>
              <c:numCache>
                <c:formatCode>0</c:formatCode>
                <c:ptCount val="4"/>
                <c:pt idx="0">
                  <c:v>60</c:v>
                </c:pt>
                <c:pt idx="1">
                  <c:v>60</c:v>
                </c:pt>
                <c:pt idx="2">
                  <c:v>80</c:v>
                </c:pt>
                <c:pt idx="3">
                  <c:v>60</c:v>
                </c:pt>
              </c:numCache>
            </c:numRef>
          </c:yVal>
          <c:smooth val="0"/>
        </c:ser>
        <c:ser>
          <c:idx val="1"/>
          <c:order val="1"/>
          <c:tx>
            <c:v>CS hatch</c:v>
          </c:tx>
          <c:spPr>
            <a:ln xmlns:a="http://schemas.openxmlformats.org/drawingml/2006/main" w="11430">
              <a:solidFill>
                <a:srgbClr val="85B8D6"/>
              </a:solidFill>
            </a:ln>
          </c:spPr>
          <c:marker>
            <c:symbol val="none"/>
          </c:marker>
          <c:xVal>
            <c:numRef>
              <c:f>'Chart Data'!$C$2:$C$3</c:f>
              <c:numCache>
                <c:formatCode>General</c:formatCode>
                <c:ptCount val="2"/>
                <c:pt idx="0">
                  <c:v>2.08333333</c:v>
                </c:pt>
                <c:pt idx="1">
                  <c:v>2.08333333</c:v>
                </c:pt>
              </c:numCache>
            </c:numRef>
          </c:xVal>
          <c:yVal>
            <c:numRef>
              <c:f>'Chart Data'!$D$2:$D$3</c:f>
              <c:numCache>
                <c:formatCode>0</c:formatCode>
                <c:ptCount val="2"/>
                <c:pt idx="0">
                  <c:v>60</c:v>
                </c:pt>
                <c:pt idx="1">
                  <c:v>78.95833333</c:v>
                </c:pt>
              </c:numCache>
            </c:numRef>
          </c:yVal>
          <c:smooth val="0"/>
        </c:ser>
        <c:ser>
          <c:idx val="2"/>
          <c:order val="2"/>
          <c:tx>
            <c:v>CS hatch</c:v>
          </c:tx>
          <c:spPr>
            <a:ln xmlns:a="http://schemas.openxmlformats.org/drawingml/2006/main" w="11430">
              <a:solidFill>
                <a:srgbClr val="85B8D6"/>
              </a:solidFill>
            </a:ln>
          </c:spPr>
          <c:marker>
            <c:symbol val="none"/>
          </c:marker>
          <c:xVal>
            <c:numRef>
              <c:f>'Chart Data'!$E$2:$E$3</c:f>
              <c:numCache>
                <c:formatCode>General</c:formatCode>
                <c:ptCount val="2"/>
                <c:pt idx="0">
                  <c:v>4.16666667</c:v>
                </c:pt>
                <c:pt idx="1">
                  <c:v>4.16666667</c:v>
                </c:pt>
              </c:numCache>
            </c:numRef>
          </c:xVal>
          <c:yVal>
            <c:numRef>
              <c:f>'Chart Data'!$F$2:$F$3</c:f>
              <c:numCache>
                <c:formatCode>0</c:formatCode>
                <c:ptCount val="2"/>
                <c:pt idx="0">
                  <c:v>60</c:v>
                </c:pt>
                <c:pt idx="1">
                  <c:v>77.91666667</c:v>
                </c:pt>
              </c:numCache>
            </c:numRef>
          </c:yVal>
          <c:smooth val="0"/>
        </c:ser>
        <c:ser>
          <c:idx val="3"/>
          <c:order val="3"/>
          <c:tx>
            <c:v>CS hatch</c:v>
          </c:tx>
          <c:spPr>
            <a:ln xmlns:a="http://schemas.openxmlformats.org/drawingml/2006/main" w="11430">
              <a:solidFill>
                <a:srgbClr val="85B8D6"/>
              </a:solidFill>
            </a:ln>
          </c:spPr>
          <c:marker>
            <c:symbol val="none"/>
          </c:marker>
          <c:xVal>
            <c:numRef>
              <c:f>'Chart Data'!$G$2:$G$3</c:f>
              <c:numCache>
                <c:formatCode>General</c:formatCode>
                <c:ptCount val="2"/>
                <c:pt idx="0">
                  <c:v>6.25</c:v>
                </c:pt>
                <c:pt idx="1">
                  <c:v>6.25</c:v>
                </c:pt>
              </c:numCache>
            </c:numRef>
          </c:xVal>
          <c:yVal>
            <c:numRef>
              <c:f>'Chart Data'!$H$2:$H$3</c:f>
              <c:numCache>
                <c:formatCode>0</c:formatCode>
                <c:ptCount val="2"/>
                <c:pt idx="0">
                  <c:v>60</c:v>
                </c:pt>
                <c:pt idx="1">
                  <c:v>76.875</c:v>
                </c:pt>
              </c:numCache>
            </c:numRef>
          </c:yVal>
          <c:smooth val="0"/>
        </c:ser>
        <c:ser>
          <c:idx val="4"/>
          <c:order val="4"/>
          <c:tx>
            <c:v>CS hatch</c:v>
          </c:tx>
          <c:spPr>
            <a:ln xmlns:a="http://schemas.openxmlformats.org/drawingml/2006/main" w="11430">
              <a:solidFill>
                <a:srgbClr val="85B8D6"/>
              </a:solidFill>
            </a:ln>
          </c:spPr>
          <c:marker>
            <c:symbol val="none"/>
          </c:marker>
          <c:xVal>
            <c:numRef>
              <c:f>'Chart Data'!$I$2:$I$3</c:f>
              <c:numCache>
                <c:formatCode>General</c:formatCode>
                <c:ptCount val="2"/>
                <c:pt idx="0">
                  <c:v>8.33333333</c:v>
                </c:pt>
                <c:pt idx="1">
                  <c:v>8.33333333</c:v>
                </c:pt>
              </c:numCache>
            </c:numRef>
          </c:xVal>
          <c:yVal>
            <c:numRef>
              <c:f>'Chart Data'!$J$2:$J$3</c:f>
              <c:numCache>
                <c:formatCode>0</c:formatCode>
                <c:ptCount val="2"/>
                <c:pt idx="0">
                  <c:v>60</c:v>
                </c:pt>
                <c:pt idx="1">
                  <c:v>75.83333333</c:v>
                </c:pt>
              </c:numCache>
            </c:numRef>
          </c:yVal>
          <c:smooth val="0"/>
        </c:ser>
        <c:ser>
          <c:idx val="5"/>
          <c:order val="5"/>
          <c:tx>
            <c:v>CS hatch</c:v>
          </c:tx>
          <c:spPr>
            <a:ln xmlns:a="http://schemas.openxmlformats.org/drawingml/2006/main" w="11430">
              <a:solidFill>
                <a:srgbClr val="85B8D6"/>
              </a:solidFill>
            </a:ln>
          </c:spPr>
          <c:marker>
            <c:symbol val="none"/>
          </c:marker>
          <c:xVal>
            <c:numRef>
              <c:f>'Chart Data'!$K$2:$K$3</c:f>
              <c:numCache>
                <c:formatCode>General</c:formatCode>
                <c:ptCount val="2"/>
                <c:pt idx="0">
                  <c:v>10.41666667</c:v>
                </c:pt>
                <c:pt idx="1">
                  <c:v>10.41666667</c:v>
                </c:pt>
              </c:numCache>
            </c:numRef>
          </c:xVal>
          <c:yVal>
            <c:numRef>
              <c:f>'Chart Data'!$L$2:$L$3</c:f>
              <c:numCache>
                <c:formatCode>0</c:formatCode>
                <c:ptCount val="2"/>
                <c:pt idx="0">
                  <c:v>60</c:v>
                </c:pt>
                <c:pt idx="1">
                  <c:v>74.79166667</c:v>
                </c:pt>
              </c:numCache>
            </c:numRef>
          </c:yVal>
          <c:smooth val="0"/>
        </c:ser>
        <c:ser>
          <c:idx val="6"/>
          <c:order val="6"/>
          <c:tx>
            <c:v>CS hatch</c:v>
          </c:tx>
          <c:spPr>
            <a:ln xmlns:a="http://schemas.openxmlformats.org/drawingml/2006/main" w="11430">
              <a:solidFill>
                <a:srgbClr val="85B8D6"/>
              </a:solidFill>
            </a:ln>
          </c:spPr>
          <c:marker>
            <c:symbol val="none"/>
          </c:marker>
          <c:xVal>
            <c:numRef>
              <c:f>'Chart Data'!$M$2:$M$3</c:f>
              <c:numCache>
                <c:formatCode>General</c:formatCode>
                <c:ptCount val="2"/>
                <c:pt idx="0">
                  <c:v>12.5</c:v>
                </c:pt>
                <c:pt idx="1">
                  <c:v>12.5</c:v>
                </c:pt>
              </c:numCache>
            </c:numRef>
          </c:xVal>
          <c:yVal>
            <c:numRef>
              <c:f>'Chart Data'!$N$2:$N$3</c:f>
              <c:numCache>
                <c:formatCode>0</c:formatCode>
                <c:ptCount val="2"/>
                <c:pt idx="0">
                  <c:v>60</c:v>
                </c:pt>
                <c:pt idx="1">
                  <c:v>73.75</c:v>
                </c:pt>
              </c:numCache>
            </c:numRef>
          </c:yVal>
          <c:smooth val="0"/>
        </c:ser>
        <c:ser>
          <c:idx val="7"/>
          <c:order val="7"/>
          <c:tx>
            <c:v>CS hatch</c:v>
          </c:tx>
          <c:spPr>
            <a:ln xmlns:a="http://schemas.openxmlformats.org/drawingml/2006/main" w="11430">
              <a:solidFill>
                <a:srgbClr val="85B8D6"/>
              </a:solidFill>
            </a:ln>
          </c:spPr>
          <c:marker>
            <c:symbol val="none"/>
          </c:marker>
          <c:xVal>
            <c:numRef>
              <c:f>'Chart Data'!$O$2:$O$3</c:f>
              <c:numCache>
                <c:formatCode>General</c:formatCode>
                <c:ptCount val="2"/>
                <c:pt idx="0">
                  <c:v>14.58333333</c:v>
                </c:pt>
                <c:pt idx="1">
                  <c:v>14.58333333</c:v>
                </c:pt>
              </c:numCache>
            </c:numRef>
          </c:xVal>
          <c:yVal>
            <c:numRef>
              <c:f>'Chart Data'!$P$2:$P$3</c:f>
              <c:numCache>
                <c:formatCode>0</c:formatCode>
                <c:ptCount val="2"/>
                <c:pt idx="0">
                  <c:v>60</c:v>
                </c:pt>
                <c:pt idx="1">
                  <c:v>72.70833333</c:v>
                </c:pt>
              </c:numCache>
            </c:numRef>
          </c:yVal>
          <c:smooth val="0"/>
        </c:ser>
        <c:ser>
          <c:idx val="8"/>
          <c:order val="8"/>
          <c:tx>
            <c:v>CS hatch</c:v>
          </c:tx>
          <c:spPr>
            <a:ln xmlns:a="http://schemas.openxmlformats.org/drawingml/2006/main" w="11430">
              <a:solidFill>
                <a:srgbClr val="85B8D6"/>
              </a:solidFill>
            </a:ln>
          </c:spPr>
          <c:marker>
            <c:symbol val="none"/>
          </c:marker>
          <c:xVal>
            <c:numRef>
              <c:f>'Chart Data'!$Q$2:$Q$3</c:f>
              <c:numCache>
                <c:formatCode>General</c:formatCode>
                <c:ptCount val="2"/>
                <c:pt idx="0">
                  <c:v>16.66666667</c:v>
                </c:pt>
                <c:pt idx="1">
                  <c:v>16.66666667</c:v>
                </c:pt>
              </c:numCache>
            </c:numRef>
          </c:xVal>
          <c:yVal>
            <c:numRef>
              <c:f>'Chart Data'!$R$2:$R$3</c:f>
              <c:numCache>
                <c:formatCode>0</c:formatCode>
                <c:ptCount val="2"/>
                <c:pt idx="0">
                  <c:v>60</c:v>
                </c:pt>
                <c:pt idx="1">
                  <c:v>71.66666667</c:v>
                </c:pt>
              </c:numCache>
            </c:numRef>
          </c:yVal>
          <c:smooth val="0"/>
        </c:ser>
        <c:ser>
          <c:idx val="9"/>
          <c:order val="9"/>
          <c:tx>
            <c:v>CS hatch</c:v>
          </c:tx>
          <c:spPr>
            <a:ln xmlns:a="http://schemas.openxmlformats.org/drawingml/2006/main" w="11430">
              <a:solidFill>
                <a:srgbClr val="85B8D6"/>
              </a:solidFill>
            </a:ln>
          </c:spPr>
          <c:marker>
            <c:symbol val="none"/>
          </c:marker>
          <c:xVal>
            <c:numRef>
              <c:f>'Chart Data'!$S$2:$S$3</c:f>
              <c:numCache>
                <c:formatCode>General</c:formatCode>
                <c:ptCount val="2"/>
                <c:pt idx="0">
                  <c:v>18.75</c:v>
                </c:pt>
                <c:pt idx="1">
                  <c:v>18.75</c:v>
                </c:pt>
              </c:numCache>
            </c:numRef>
          </c:xVal>
          <c:yVal>
            <c:numRef>
              <c:f>'Chart Data'!$T$2:$T$3</c:f>
              <c:numCache>
                <c:formatCode>0</c:formatCode>
                <c:ptCount val="2"/>
                <c:pt idx="0">
                  <c:v>60</c:v>
                </c:pt>
                <c:pt idx="1">
                  <c:v>70.625</c:v>
                </c:pt>
              </c:numCache>
            </c:numRef>
          </c:yVal>
          <c:smooth val="0"/>
        </c:ser>
        <c:ser>
          <c:idx val="10"/>
          <c:order val="10"/>
          <c:tx>
            <c:v>CS hatch</c:v>
          </c:tx>
          <c:spPr>
            <a:ln xmlns:a="http://schemas.openxmlformats.org/drawingml/2006/main" w="11430">
              <a:solidFill>
                <a:srgbClr val="85B8D6"/>
              </a:solidFill>
            </a:ln>
          </c:spPr>
          <c:marker>
            <c:symbol val="none"/>
          </c:marker>
          <c:xVal>
            <c:numRef>
              <c:f>'Chart Data'!$U$2:$U$3</c:f>
              <c:numCache>
                <c:formatCode>General</c:formatCode>
                <c:ptCount val="2"/>
                <c:pt idx="0">
                  <c:v>20.83333333</c:v>
                </c:pt>
                <c:pt idx="1">
                  <c:v>20.83333333</c:v>
                </c:pt>
              </c:numCache>
            </c:numRef>
          </c:xVal>
          <c:yVal>
            <c:numRef>
              <c:f>'Chart Data'!$V$2:$V$3</c:f>
              <c:numCache>
                <c:formatCode>0</c:formatCode>
                <c:ptCount val="2"/>
                <c:pt idx="0">
                  <c:v>60</c:v>
                </c:pt>
                <c:pt idx="1">
                  <c:v>69.58333333</c:v>
                </c:pt>
              </c:numCache>
            </c:numRef>
          </c:yVal>
          <c:smooth val="0"/>
        </c:ser>
        <c:ser>
          <c:idx val="11"/>
          <c:order val="11"/>
          <c:tx>
            <c:v>CS hatch</c:v>
          </c:tx>
          <c:spPr>
            <a:ln xmlns:a="http://schemas.openxmlformats.org/drawingml/2006/main" w="11430">
              <a:solidFill>
                <a:srgbClr val="85B8D6"/>
              </a:solidFill>
            </a:ln>
          </c:spPr>
          <c:marker>
            <c:symbol val="none"/>
          </c:marker>
          <c:xVal>
            <c:numRef>
              <c:f>'Chart Data'!$W$2:$W$3</c:f>
              <c:numCache>
                <c:formatCode>General</c:formatCode>
                <c:ptCount val="2"/>
                <c:pt idx="0">
                  <c:v>22.91666667</c:v>
                </c:pt>
                <c:pt idx="1">
                  <c:v>22.91666667</c:v>
                </c:pt>
              </c:numCache>
            </c:numRef>
          </c:xVal>
          <c:yVal>
            <c:numRef>
              <c:f>'Chart Data'!$X$2:$X$3</c:f>
              <c:numCache>
                <c:formatCode>0</c:formatCode>
                <c:ptCount val="2"/>
                <c:pt idx="0">
                  <c:v>60</c:v>
                </c:pt>
                <c:pt idx="1">
                  <c:v>68.54166667</c:v>
                </c:pt>
              </c:numCache>
            </c:numRef>
          </c:yVal>
          <c:smooth val="0"/>
        </c:ser>
        <c:ser>
          <c:idx val="12"/>
          <c:order val="12"/>
          <c:tx>
            <c:v>CS hatch</c:v>
          </c:tx>
          <c:spPr>
            <a:ln xmlns:a="http://schemas.openxmlformats.org/drawingml/2006/main" w="11430">
              <a:solidFill>
                <a:srgbClr val="85B8D6"/>
              </a:solidFill>
            </a:ln>
          </c:spPr>
          <c:marker>
            <c:symbol val="none"/>
          </c:marker>
          <c:xVal>
            <c:numRef>
              <c:f>'Chart Data'!$Y$2:$Y$3</c:f>
              <c:numCache>
                <c:formatCode>General</c:formatCode>
                <c:ptCount val="2"/>
                <c:pt idx="0">
                  <c:v>25</c:v>
                </c:pt>
                <c:pt idx="1">
                  <c:v>25</c:v>
                </c:pt>
              </c:numCache>
            </c:numRef>
          </c:xVal>
          <c:yVal>
            <c:numRef>
              <c:f>'Chart Data'!$Z$2:$Z$3</c:f>
              <c:numCache>
                <c:formatCode>0</c:formatCode>
                <c:ptCount val="2"/>
                <c:pt idx="0">
                  <c:v>60</c:v>
                </c:pt>
                <c:pt idx="1">
                  <c:v>67.5</c:v>
                </c:pt>
              </c:numCache>
            </c:numRef>
          </c:yVal>
          <c:smooth val="0"/>
        </c:ser>
        <c:ser>
          <c:idx val="13"/>
          <c:order val="13"/>
          <c:tx>
            <c:v>CS hatch</c:v>
          </c:tx>
          <c:spPr>
            <a:ln xmlns:a="http://schemas.openxmlformats.org/drawingml/2006/main" w="11430">
              <a:solidFill>
                <a:srgbClr val="85B8D6"/>
              </a:solidFill>
            </a:ln>
          </c:spPr>
          <c:marker>
            <c:symbol val="none"/>
          </c:marker>
          <c:xVal>
            <c:numRef>
              <c:f>'Chart Data'!$AA$2:$AA$3</c:f>
              <c:numCache>
                <c:formatCode>General</c:formatCode>
                <c:ptCount val="2"/>
                <c:pt idx="0">
                  <c:v>27.08333333</c:v>
                </c:pt>
                <c:pt idx="1">
                  <c:v>27.08333333</c:v>
                </c:pt>
              </c:numCache>
            </c:numRef>
          </c:xVal>
          <c:yVal>
            <c:numRef>
              <c:f>'Chart Data'!$AB$2:$AB$3</c:f>
              <c:numCache>
                <c:formatCode>0</c:formatCode>
                <c:ptCount val="2"/>
                <c:pt idx="0">
                  <c:v>60</c:v>
                </c:pt>
                <c:pt idx="1">
                  <c:v>66.45833333</c:v>
                </c:pt>
              </c:numCache>
            </c:numRef>
          </c:yVal>
          <c:smooth val="0"/>
        </c:ser>
        <c:ser>
          <c:idx val="14"/>
          <c:order val="14"/>
          <c:tx>
            <c:v>CS hatch</c:v>
          </c:tx>
          <c:spPr>
            <a:ln xmlns:a="http://schemas.openxmlformats.org/drawingml/2006/main" w="11430">
              <a:solidFill>
                <a:srgbClr val="85B8D6"/>
              </a:solidFill>
            </a:ln>
          </c:spPr>
          <c:marker>
            <c:symbol val="none"/>
          </c:marker>
          <c:xVal>
            <c:numRef>
              <c:f>'Chart Data'!$AC$2:$AC$3</c:f>
              <c:numCache>
                <c:formatCode>General</c:formatCode>
                <c:ptCount val="2"/>
                <c:pt idx="0">
                  <c:v>29.16666667</c:v>
                </c:pt>
                <c:pt idx="1">
                  <c:v>29.16666667</c:v>
                </c:pt>
              </c:numCache>
            </c:numRef>
          </c:xVal>
          <c:yVal>
            <c:numRef>
              <c:f>'Chart Data'!$AD$2:$AD$3</c:f>
              <c:numCache>
                <c:formatCode>0</c:formatCode>
                <c:ptCount val="2"/>
                <c:pt idx="0">
                  <c:v>60</c:v>
                </c:pt>
                <c:pt idx="1">
                  <c:v>65.41666667</c:v>
                </c:pt>
              </c:numCache>
            </c:numRef>
          </c:yVal>
          <c:smooth val="0"/>
        </c:ser>
        <c:ser>
          <c:idx val="15"/>
          <c:order val="15"/>
          <c:tx>
            <c:v>CS hatch</c:v>
          </c:tx>
          <c:spPr>
            <a:ln xmlns:a="http://schemas.openxmlformats.org/drawingml/2006/main" w="11430">
              <a:solidFill>
                <a:srgbClr val="85B8D6"/>
              </a:solidFill>
            </a:ln>
          </c:spPr>
          <c:marker>
            <c:symbol val="none"/>
          </c:marker>
          <c:xVal>
            <c:numRef>
              <c:f>'Chart Data'!$AE$2:$AE$3</c:f>
              <c:numCache>
                <c:formatCode>General</c:formatCode>
                <c:ptCount val="2"/>
                <c:pt idx="0">
                  <c:v>31.25</c:v>
                </c:pt>
                <c:pt idx="1">
                  <c:v>31.25</c:v>
                </c:pt>
              </c:numCache>
            </c:numRef>
          </c:xVal>
          <c:yVal>
            <c:numRef>
              <c:f>'Chart Data'!$AF$2:$AF$3</c:f>
              <c:numCache>
                <c:formatCode>0</c:formatCode>
                <c:ptCount val="2"/>
                <c:pt idx="0">
                  <c:v>60</c:v>
                </c:pt>
                <c:pt idx="1">
                  <c:v>64.375</c:v>
                </c:pt>
              </c:numCache>
            </c:numRef>
          </c:yVal>
          <c:smooth val="0"/>
        </c:ser>
        <c:ser>
          <c:idx val="16"/>
          <c:order val="16"/>
          <c:tx>
            <c:v>CS hatch</c:v>
          </c:tx>
          <c:spPr>
            <a:ln xmlns:a="http://schemas.openxmlformats.org/drawingml/2006/main" w="11430">
              <a:solidFill>
                <a:srgbClr val="85B8D6"/>
              </a:solidFill>
            </a:ln>
          </c:spPr>
          <c:marker>
            <c:symbol val="none"/>
          </c:marker>
          <c:xVal>
            <c:numRef>
              <c:f>'Chart Data'!$AG$2:$AG$3</c:f>
              <c:numCache>
                <c:formatCode>General</c:formatCode>
                <c:ptCount val="2"/>
                <c:pt idx="0">
                  <c:v>33.33333333</c:v>
                </c:pt>
                <c:pt idx="1">
                  <c:v>33.33333333</c:v>
                </c:pt>
              </c:numCache>
            </c:numRef>
          </c:xVal>
          <c:yVal>
            <c:numRef>
              <c:f>'Chart Data'!$AH$2:$AH$3</c:f>
              <c:numCache>
                <c:formatCode>0</c:formatCode>
                <c:ptCount val="2"/>
                <c:pt idx="0">
                  <c:v>60</c:v>
                </c:pt>
                <c:pt idx="1">
                  <c:v>63.33333333</c:v>
                </c:pt>
              </c:numCache>
            </c:numRef>
          </c:yVal>
          <c:smooth val="0"/>
        </c:ser>
        <c:ser>
          <c:idx val="17"/>
          <c:order val="17"/>
          <c:tx>
            <c:v>CS hatch</c:v>
          </c:tx>
          <c:spPr>
            <a:ln xmlns:a="http://schemas.openxmlformats.org/drawingml/2006/main" w="11430">
              <a:solidFill>
                <a:srgbClr val="85B8D6"/>
              </a:solidFill>
            </a:ln>
          </c:spPr>
          <c:marker>
            <c:symbol val="none"/>
          </c:marker>
          <c:xVal>
            <c:numRef>
              <c:f>'Chart Data'!$AI$2:$AI$3</c:f>
              <c:numCache>
                <c:formatCode>General</c:formatCode>
                <c:ptCount val="2"/>
                <c:pt idx="0">
                  <c:v>35.41666667</c:v>
                </c:pt>
                <c:pt idx="1">
                  <c:v>35.41666667</c:v>
                </c:pt>
              </c:numCache>
            </c:numRef>
          </c:xVal>
          <c:yVal>
            <c:numRef>
              <c:f>'Chart Data'!$AJ$2:$AJ$3</c:f>
              <c:numCache>
                <c:formatCode>0</c:formatCode>
                <c:ptCount val="2"/>
                <c:pt idx="0">
                  <c:v>60</c:v>
                </c:pt>
                <c:pt idx="1">
                  <c:v>62.29166667</c:v>
                </c:pt>
              </c:numCache>
            </c:numRef>
          </c:yVal>
          <c:smooth val="0"/>
        </c:ser>
        <c:ser>
          <c:idx val="18"/>
          <c:order val="18"/>
          <c:tx>
            <c:v>CS hatch</c:v>
          </c:tx>
          <c:spPr>
            <a:ln xmlns:a="http://schemas.openxmlformats.org/drawingml/2006/main" w="11430">
              <a:solidFill>
                <a:srgbClr val="85B8D6"/>
              </a:solidFill>
            </a:ln>
          </c:spPr>
          <c:marker>
            <c:symbol val="none"/>
          </c:marker>
          <c:xVal>
            <c:numRef>
              <c:f>'Chart Data'!$AK$2:$AK$3</c:f>
              <c:numCache>
                <c:formatCode>General</c:formatCode>
                <c:ptCount val="2"/>
                <c:pt idx="0">
                  <c:v>37.5</c:v>
                </c:pt>
                <c:pt idx="1">
                  <c:v>37.5</c:v>
                </c:pt>
              </c:numCache>
            </c:numRef>
          </c:xVal>
          <c:yVal>
            <c:numRef>
              <c:f>'Chart Data'!$AL$2:$AL$3</c:f>
              <c:numCache>
                <c:formatCode>0</c:formatCode>
                <c:ptCount val="2"/>
                <c:pt idx="0">
                  <c:v>60</c:v>
                </c:pt>
                <c:pt idx="1">
                  <c:v>61.25</c:v>
                </c:pt>
              </c:numCache>
            </c:numRef>
          </c:yVal>
          <c:smooth val="0"/>
        </c:ser>
        <c:ser>
          <c:idx val="19"/>
          <c:order val="19"/>
          <c:tx>
            <c:v>CS hatch</c:v>
          </c:tx>
          <c:spPr>
            <a:ln xmlns:a="http://schemas.openxmlformats.org/drawingml/2006/main" w="11430">
              <a:solidFill>
                <a:srgbClr val="85B8D6"/>
              </a:solidFill>
            </a:ln>
          </c:spPr>
          <c:marker>
            <c:symbol val="none"/>
          </c:marker>
          <c:xVal>
            <c:numRef>
              <c:f>'Chart Data'!$AM$2:$AM$3</c:f>
              <c:numCache>
                <c:formatCode>General</c:formatCode>
                <c:ptCount val="2"/>
                <c:pt idx="0">
                  <c:v>39.58333333</c:v>
                </c:pt>
                <c:pt idx="1">
                  <c:v>39.58333333</c:v>
                </c:pt>
              </c:numCache>
            </c:numRef>
          </c:xVal>
          <c:yVal>
            <c:numRef>
              <c:f>'Chart Data'!$AN$2:$AN$3</c:f>
              <c:numCache>
                <c:formatCode>0</c:formatCode>
                <c:ptCount val="2"/>
                <c:pt idx="0">
                  <c:v>60</c:v>
                </c:pt>
                <c:pt idx="1">
                  <c:v>60.20833333</c:v>
                </c:pt>
              </c:numCache>
            </c:numRef>
          </c:yVal>
          <c:smooth val="0"/>
        </c:ser>
        <c:ser>
          <c:idx val="20"/>
          <c:order val="20"/>
          <c:tx>
            <c:v>Qm</c:v>
          </c:tx>
          <c:spPr>
            <a:ln xmlns:a="http://schemas.openxmlformats.org/drawingml/2006/main" w="12383">
              <a:solidFill>
                <a:srgbClr val="445B6B"/>
              </a:solidFill>
            </a:ln>
          </c:spPr>
          <c:marker>
            <c:symbol val="none"/>
          </c:marker>
          <c:xVal>
            <c:numRef>
              <c:f>'Chart Data'!$AO$2:$AO$3</c:f>
              <c:numCache>
                <c:formatCode>General</c:formatCode>
                <c:ptCount val="2"/>
                <c:pt idx="0">
                  <c:v>40</c:v>
                </c:pt>
                <c:pt idx="1">
                  <c:v>40</c:v>
                </c:pt>
              </c:numCache>
            </c:numRef>
          </c:xVal>
          <c:yVal>
            <c:numRef>
              <c:f>'Chart Data'!$AP$2:$AP$3</c:f>
              <c:numCache>
                <c:formatCode>0</c:formatCode>
                <c:ptCount val="2"/>
                <c:pt idx="0">
                  <c:v>0</c:v>
                </c:pt>
                <c:pt idx="1">
                  <c:v>60</c:v>
                </c:pt>
              </c:numCache>
            </c:numRef>
          </c:yVal>
          <c:smooth val="0"/>
        </c:ser>
        <c:ser>
          <c:idx val="21"/>
          <c:order val="21"/>
          <c:tx>
            <c:v>Pm</c:v>
          </c:tx>
          <c:spPr>
            <a:ln xmlns:a="http://schemas.openxmlformats.org/drawingml/2006/main" w="12383">
              <a:solidFill>
                <a:srgbClr val="445B6B"/>
              </a:solidFill>
            </a:ln>
          </c:spPr>
          <c:marker>
            <c:symbol val="none"/>
          </c:marker>
          <c:xVal>
            <c:numRef>
              <c:f>'Chart Data'!$AQ$2:$AQ$3</c:f>
              <c:numCache>
                <c:formatCode>General</c:formatCode>
                <c:ptCount val="2"/>
                <c:pt idx="0">
                  <c:v>0</c:v>
                </c:pt>
                <c:pt idx="1">
                  <c:v>40</c:v>
                </c:pt>
              </c:numCache>
            </c:numRef>
          </c:xVal>
          <c:yVal>
            <c:numRef>
              <c:f>'Chart Data'!$AR$2:$AR$3</c:f>
              <c:numCache>
                <c:formatCode>0</c:formatCode>
                <c:ptCount val="2"/>
                <c:pt idx="0">
                  <c:v>60</c:v>
                </c:pt>
                <c:pt idx="1">
                  <c:v>60</c:v>
                </c:pt>
              </c:numCache>
            </c:numRef>
          </c:yVal>
          <c:smooth val="0"/>
        </c:ser>
        <c:ser>
          <c:idx val="22"/>
          <c:order val="2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41.5</c:v>
                </c:pt>
              </c:numCache>
            </c:numRef>
          </c:xVal>
          <c:yVal>
            <c:numRef>
              <c:f>'Chart Data'!$AT$2:$AT$2</c:f>
              <c:numCache>
                <c:formatCode>0</c:formatCode>
                <c:ptCount val="1"/>
                <c:pt idx="0">
                  <c:v>65.2</c:v>
                </c:pt>
              </c:numCache>
            </c:numRef>
          </c:yVal>
          <c:smooth val="0"/>
        </c:ser>
        <c:ser>
          <c:idx val="23"/>
          <c:order val="23"/>
          <c:tx>
            <c:v>Qe</c:v>
          </c:tx>
          <c:spPr>
            <a:ln xmlns:a="http://schemas.openxmlformats.org/drawingml/2006/main" w="12383">
              <a:solidFill>
                <a:srgbClr val="445B6B"/>
              </a:solidFill>
            </a:ln>
          </c:spPr>
          <c:marker>
            <c:symbol val="none"/>
          </c:marker>
          <c:xVal>
            <c:numRef>
              <c:f>'Chart Data'!$AU$2:$AU$3</c:f>
              <c:numCache>
                <c:formatCode>General</c:formatCode>
                <c:ptCount val="2"/>
                <c:pt idx="0">
                  <c:v>60</c:v>
                </c:pt>
                <c:pt idx="1">
                  <c:v>60</c:v>
                </c:pt>
              </c:numCache>
            </c:numRef>
          </c:xVal>
          <c:yVal>
            <c:numRef>
              <c:f>'Chart Data'!$AV$2:$AV$3</c:f>
              <c:numCache>
                <c:formatCode>0</c:formatCode>
                <c:ptCount val="2"/>
                <c:pt idx="0">
                  <c:v>0</c:v>
                </c:pt>
                <c:pt idx="1">
                  <c:v>50</c:v>
                </c:pt>
              </c:numCache>
            </c:numRef>
          </c:yVal>
          <c:smooth val="0"/>
        </c:ser>
        <c:ser>
          <c:idx val="24"/>
          <c:order val="24"/>
          <c:tx>
            <c:v>Pe</c:v>
          </c:tx>
          <c:spPr>
            <a:ln xmlns:a="http://schemas.openxmlformats.org/drawingml/2006/main" w="12383">
              <a:solidFill>
                <a:srgbClr val="445B6B"/>
              </a:solidFill>
            </a:ln>
          </c:spPr>
          <c:marker>
            <c:symbol val="none"/>
          </c:marker>
          <c:xVal>
            <c:numRef>
              <c:f>'Chart Data'!$AW$2:$AW$3</c:f>
              <c:numCache>
                <c:formatCode>General</c:formatCode>
                <c:ptCount val="2"/>
                <c:pt idx="0">
                  <c:v>0</c:v>
                </c:pt>
                <c:pt idx="1">
                  <c:v>60</c:v>
                </c:pt>
              </c:numCache>
            </c:numRef>
          </c:xVal>
          <c:yVal>
            <c:numRef>
              <c:f>'Chart Data'!$AX$2:$AX$3</c:f>
              <c:numCache>
                <c:formatCode>0</c:formatCode>
                <c:ptCount val="2"/>
                <c:pt idx="0">
                  <c:v>50</c:v>
                </c:pt>
                <c:pt idx="1">
                  <c:v>50</c:v>
                </c:pt>
              </c:numCache>
            </c:numRef>
          </c:yVal>
          <c:smooth val="0"/>
        </c:ser>
        <c:ser>
          <c:idx val="25"/>
          <c:order val="25"/>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Data'!$AY$2:$AY$2</c:f>
              <c:numCache>
                <c:formatCode>General</c:formatCode>
                <c:ptCount val="1"/>
                <c:pt idx="0">
                  <c:v>63.5</c:v>
                </c:pt>
              </c:numCache>
            </c:numRef>
          </c:xVal>
          <c:yVal>
            <c:numRef>
              <c:f>'Chart Data'!$AZ$2:$AZ$2</c:f>
              <c:numCache>
                <c:formatCode>0</c:formatCode>
                <c:ptCount val="1"/>
                <c:pt idx="0">
                  <c:v>59.6</c:v>
                </c:pt>
              </c:numCache>
            </c:numRef>
          </c:yVal>
          <c:smooth val="0"/>
        </c:ser>
        <c:ser>
          <c:idx val="26"/>
          <c:order val="26"/>
          <c:tx>
            <c:v>Vraag = GO</c:v>
          </c:tx>
          <c:spPr>
            <a:ln xmlns:a="http://schemas.openxmlformats.org/drawingml/2006/main" w="38100">
              <a:solidFill>
                <a:srgbClr val="17658A"/>
              </a:solidFill>
            </a:ln>
          </c:spPr>
          <c:marker>
            <c:symbol val="none"/>
          </c:marker>
          <c:xVal>
            <c:numRef>
              <c:f>'Chart Data'!$BA$2:$BA$3</c:f>
              <c:numCache>
                <c:formatCode>General</c:formatCode>
                <c:ptCount val="2"/>
                <c:pt idx="0">
                  <c:v>0</c:v>
                </c:pt>
                <c:pt idx="1">
                  <c:v>100</c:v>
                </c:pt>
              </c:numCache>
            </c:numRef>
          </c:xVal>
          <c:yVal>
            <c:numRef>
              <c:f>'Chart Data'!$BB$2:$BB$3</c:f>
              <c:numCache>
                <c:formatCode>0</c:formatCode>
                <c:ptCount val="2"/>
                <c:pt idx="0">
                  <c:v>80</c:v>
                </c:pt>
                <c:pt idx="1">
                  <c:v>30</c:v>
                </c:pt>
              </c:numCache>
            </c:numRef>
          </c:yVal>
          <c:smooth val="0"/>
        </c:ser>
        <c:ser>
          <c:idx val="27"/>
          <c:order val="27"/>
          <c:tx>
            <c:v>MK</c:v>
          </c:tx>
          <c:spPr>
            <a:ln xmlns:a="http://schemas.openxmlformats.org/drawingml/2006/main" w="38100">
              <a:solidFill>
                <a:srgbClr val="A94D16"/>
              </a:solidFill>
            </a:ln>
          </c:spPr>
          <c:marker>
            <c:symbol val="none"/>
          </c:marker>
          <c:xVal>
            <c:numRef>
              <c:f>'Chart Data'!$BC$2:$BC$3</c:f>
              <c:numCache>
                <c:formatCode>General</c:formatCode>
                <c:ptCount val="2"/>
                <c:pt idx="0">
                  <c:v>0</c:v>
                </c:pt>
                <c:pt idx="1">
                  <c:v>100</c:v>
                </c:pt>
              </c:numCache>
            </c:numRef>
          </c:xVal>
          <c:yVal>
            <c:numRef>
              <c:f>'Chart Data'!$BD$2:$BD$3</c:f>
              <c:numCache>
                <c:formatCode>0</c:formatCode>
                <c:ptCount val="2"/>
                <c:pt idx="0">
                  <c:v>20</c:v>
                </c:pt>
                <c:pt idx="1">
                  <c:v>70</c:v>
                </c:pt>
              </c:numCache>
            </c:numRef>
          </c:yVal>
          <c:smooth val="0"/>
        </c:ser>
        <c:ser>
          <c:idx val="28"/>
          <c:order val="28"/>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Data'!$BE$2:$BE$2</c:f>
              <c:numCache>
                <c:formatCode>General</c:formatCode>
                <c:ptCount val="1"/>
                <c:pt idx="0">
                  <c:v>78</c:v>
                </c:pt>
              </c:numCache>
            </c:numRef>
          </c:xVal>
          <c:yVal>
            <c:numRef>
              <c:f>'Chart Data'!$BF$2:$BF$2</c:f>
              <c:numCache>
                <c:formatCode>0</c:formatCode>
                <c:ptCount val="1"/>
                <c:pt idx="0">
                  <c:v>26.6</c:v>
                </c:pt>
              </c:numCache>
            </c:numRef>
          </c:yVal>
          <c:smooth val="0"/>
        </c:ser>
        <c:ser>
          <c:idx val="29"/>
          <c:order val="29"/>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Data'!$BG$2:$BG$2</c:f>
              <c:numCache>
                <c:formatCode>General</c:formatCode>
                <c:ptCount val="1"/>
                <c:pt idx="0">
                  <c:v>89</c:v>
                </c:pt>
              </c:numCache>
            </c:numRef>
          </c:xVal>
          <c:yVal>
            <c:numRef>
              <c:f>'Chart Data'!$BH$2:$BH$2</c:f>
              <c:numCache>
                <c:formatCode>0</c:formatCode>
                <c:ptCount val="1"/>
                <c:pt idx="0">
                  <c:v>70.5</c:v>
                </c:pt>
              </c:numCache>
            </c:numRef>
          </c:yVal>
          <c:smooth val="0"/>
        </c:ser>
        <c:ser>
          <c:idx val="30"/>
          <c:order val="30"/>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Data'!$BI$2:$BI$2</c:f>
              <c:numCache>
                <c:formatCode>General</c:formatCode>
                <c:ptCount val="1"/>
                <c:pt idx="0">
                  <c:v>40</c:v>
                </c:pt>
              </c:numCache>
            </c:numRef>
          </c:xVal>
          <c:yVal>
            <c:numRef>
              <c:f>'Chart Data'!$BJ$2:$BJ$2</c:f>
              <c:numCache>
                <c:formatCode>0</c:formatCode>
                <c:ptCount val="1"/>
                <c:pt idx="0">
                  <c:v>60</c:v>
                </c:pt>
              </c:numCache>
            </c:numRef>
          </c:yVal>
          <c:smooth val="0"/>
        </c:ser>
        <c:ser>
          <c:idx val="31"/>
          <c:order val="31"/>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Data'!$BK$2:$BK$2</c:f>
              <c:numCache>
                <c:formatCode>General</c:formatCode>
                <c:ptCount val="1"/>
                <c:pt idx="0">
                  <c:v>60</c:v>
                </c:pt>
              </c:numCache>
            </c:numRef>
          </c:xVal>
          <c:yVal>
            <c:numRef>
              <c:f>'Chart Data'!$BL$2:$BL$2</c:f>
              <c:numCache>
                <c:formatCode>0</c:formatCode>
                <c:ptCount val="1"/>
                <c:pt idx="0">
                  <c:v>50</c:v>
                </c:pt>
              </c:numCache>
            </c:numRef>
          </c:yVal>
          <c:smooth val="0"/>
        </c:ser>
        <c:ser>
          <c:idx val="32"/>
          <c:order val="32"/>
          <c:tx>
            <c:v>CS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Data'!$BM$2:$BM$2</c:f>
              <c:numCache>
                <c:formatCode>General</c:formatCode>
                <c:ptCount val="1"/>
                <c:pt idx="0">
                  <c:v>12</c:v>
                </c:pt>
              </c:numCache>
            </c:numRef>
          </c:xVal>
          <c:yVal>
            <c:numRef>
              <c:f>'Chart Data'!$BN$2:$BN$2</c:f>
              <c:numCache>
                <c:formatCode>0</c:formatCode>
                <c:ptCount val="1"/>
                <c:pt idx="0">
                  <c:v>65.2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scatterChart>
        <c:scatterStyle val="line"/>
        <c:ser>
          <c:idx val="0"/>
          <c:order val="0"/>
          <c:tx>
            <c:v>PS boundary</c:v>
          </c:tx>
          <c:spPr>
            <a:ln xmlns:a="http://schemas.openxmlformats.org/drawingml/2006/main" w="21908">
              <a:solidFill>
                <a:srgbClr val="68B39A"/>
              </a:solidFill>
            </a:ln>
          </c:spPr>
          <c:marker>
            <c:symbol val="none"/>
          </c:marker>
          <c:xVal>
            <c:numRef>
              <c:f>'Chart Data'!$A$2:$A$6</c:f>
              <c:numCache>
                <c:formatCode>General</c:formatCode>
                <c:ptCount val="5"/>
                <c:pt idx="0">
                  <c:v>0</c:v>
                </c:pt>
                <c:pt idx="1">
                  <c:v>40</c:v>
                </c:pt>
                <c:pt idx="2">
                  <c:v>40</c:v>
                </c:pt>
                <c:pt idx="3">
                  <c:v>0</c:v>
                </c:pt>
                <c:pt idx="4">
                  <c:v>0</c:v>
                </c:pt>
              </c:numCache>
            </c:numRef>
          </c:xVal>
          <c:yVal>
            <c:numRef>
              <c:f>'Chart Data'!$B$2:$B$6</c:f>
              <c:numCache>
                <c:formatCode>0</c:formatCode>
                <c:ptCount val="5"/>
                <c:pt idx="0">
                  <c:v>20</c:v>
                </c:pt>
                <c:pt idx="1">
                  <c:v>40</c:v>
                </c:pt>
                <c:pt idx="2">
                  <c:v>60</c:v>
                </c:pt>
                <c:pt idx="3">
                  <c:v>60</c:v>
                </c:pt>
                <c:pt idx="4">
                  <c:v>20</c:v>
                </c:pt>
              </c:numCache>
            </c:numRef>
          </c:yVal>
          <c:smooth val="0"/>
        </c:ser>
        <c:ser>
          <c:idx val="1"/>
          <c:order val="1"/>
          <c:tx>
            <c:v>PS hatch</c:v>
          </c:tx>
          <c:spPr>
            <a:ln xmlns:a="http://schemas.openxmlformats.org/drawingml/2006/main" w="11430">
              <a:solidFill>
                <a:srgbClr val="68B39A"/>
              </a:solidFill>
            </a:ln>
          </c:spPr>
          <c:marker>
            <c:symbol val="none"/>
          </c:marker>
          <c:xVal>
            <c:numRef>
              <c:f>'Chart Data'!$C$2:$C$3</c:f>
              <c:numCache>
                <c:formatCode>General</c:formatCode>
                <c:ptCount val="2"/>
                <c:pt idx="0">
                  <c:v>2.08333333</c:v>
                </c:pt>
                <c:pt idx="1">
                  <c:v>2.08333333</c:v>
                </c:pt>
              </c:numCache>
            </c:numRef>
          </c:xVal>
          <c:yVal>
            <c:numRef>
              <c:f>'Chart Data'!$D$2:$D$3</c:f>
              <c:numCache>
                <c:formatCode>0</c:formatCode>
                <c:ptCount val="2"/>
                <c:pt idx="0">
                  <c:v>21.04166667</c:v>
                </c:pt>
                <c:pt idx="1">
                  <c:v>60</c:v>
                </c:pt>
              </c:numCache>
            </c:numRef>
          </c:yVal>
          <c:smooth val="0"/>
        </c:ser>
        <c:ser>
          <c:idx val="2"/>
          <c:order val="2"/>
          <c:tx>
            <c:v>PS hatch</c:v>
          </c:tx>
          <c:spPr>
            <a:ln xmlns:a="http://schemas.openxmlformats.org/drawingml/2006/main" w="11430">
              <a:solidFill>
                <a:srgbClr val="68B39A"/>
              </a:solidFill>
            </a:ln>
          </c:spPr>
          <c:marker>
            <c:symbol val="none"/>
          </c:marker>
          <c:xVal>
            <c:numRef>
              <c:f>'Chart Data'!$E$2:$E$3</c:f>
              <c:numCache>
                <c:formatCode>General</c:formatCode>
                <c:ptCount val="2"/>
                <c:pt idx="0">
                  <c:v>4.16666667</c:v>
                </c:pt>
                <c:pt idx="1">
                  <c:v>4.16666667</c:v>
                </c:pt>
              </c:numCache>
            </c:numRef>
          </c:xVal>
          <c:yVal>
            <c:numRef>
              <c:f>'Chart Data'!$F$2:$F$3</c:f>
              <c:numCache>
                <c:formatCode>0</c:formatCode>
                <c:ptCount val="2"/>
                <c:pt idx="0">
                  <c:v>22.08333333</c:v>
                </c:pt>
                <c:pt idx="1">
                  <c:v>60</c:v>
                </c:pt>
              </c:numCache>
            </c:numRef>
          </c:yVal>
          <c:smooth val="0"/>
        </c:ser>
        <c:ser>
          <c:idx val="3"/>
          <c:order val="3"/>
          <c:tx>
            <c:v>PS hatch</c:v>
          </c:tx>
          <c:spPr>
            <a:ln xmlns:a="http://schemas.openxmlformats.org/drawingml/2006/main" w="11430">
              <a:solidFill>
                <a:srgbClr val="68B39A"/>
              </a:solidFill>
            </a:ln>
          </c:spPr>
          <c:marker>
            <c:symbol val="none"/>
          </c:marker>
          <c:xVal>
            <c:numRef>
              <c:f>'Chart Data'!$G$2:$G$3</c:f>
              <c:numCache>
                <c:formatCode>General</c:formatCode>
                <c:ptCount val="2"/>
                <c:pt idx="0">
                  <c:v>6.25</c:v>
                </c:pt>
                <c:pt idx="1">
                  <c:v>6.25</c:v>
                </c:pt>
              </c:numCache>
            </c:numRef>
          </c:xVal>
          <c:yVal>
            <c:numRef>
              <c:f>'Chart Data'!$H$2:$H$3</c:f>
              <c:numCache>
                <c:formatCode>0</c:formatCode>
                <c:ptCount val="2"/>
                <c:pt idx="0">
                  <c:v>23.125</c:v>
                </c:pt>
                <c:pt idx="1">
                  <c:v>60</c:v>
                </c:pt>
              </c:numCache>
            </c:numRef>
          </c:yVal>
          <c:smooth val="0"/>
        </c:ser>
        <c:ser>
          <c:idx val="4"/>
          <c:order val="4"/>
          <c:tx>
            <c:v>PS hatch</c:v>
          </c:tx>
          <c:spPr>
            <a:ln xmlns:a="http://schemas.openxmlformats.org/drawingml/2006/main" w="11430">
              <a:solidFill>
                <a:srgbClr val="68B39A"/>
              </a:solidFill>
            </a:ln>
          </c:spPr>
          <c:marker>
            <c:symbol val="none"/>
          </c:marker>
          <c:xVal>
            <c:numRef>
              <c:f>'Chart Data'!$I$2:$I$3</c:f>
              <c:numCache>
                <c:formatCode>General</c:formatCode>
                <c:ptCount val="2"/>
                <c:pt idx="0">
                  <c:v>8.33333333</c:v>
                </c:pt>
                <c:pt idx="1">
                  <c:v>8.33333333</c:v>
                </c:pt>
              </c:numCache>
            </c:numRef>
          </c:xVal>
          <c:yVal>
            <c:numRef>
              <c:f>'Chart Data'!$J$2:$J$3</c:f>
              <c:numCache>
                <c:formatCode>0</c:formatCode>
                <c:ptCount val="2"/>
                <c:pt idx="0">
                  <c:v>24.16666667</c:v>
                </c:pt>
                <c:pt idx="1">
                  <c:v>60</c:v>
                </c:pt>
              </c:numCache>
            </c:numRef>
          </c:yVal>
          <c:smooth val="0"/>
        </c:ser>
        <c:ser>
          <c:idx val="5"/>
          <c:order val="5"/>
          <c:tx>
            <c:v>PS hatch</c:v>
          </c:tx>
          <c:spPr>
            <a:ln xmlns:a="http://schemas.openxmlformats.org/drawingml/2006/main" w="11430">
              <a:solidFill>
                <a:srgbClr val="68B39A"/>
              </a:solidFill>
            </a:ln>
          </c:spPr>
          <c:marker>
            <c:symbol val="none"/>
          </c:marker>
          <c:xVal>
            <c:numRef>
              <c:f>'Chart Data'!$K$2:$K$3</c:f>
              <c:numCache>
                <c:formatCode>General</c:formatCode>
                <c:ptCount val="2"/>
                <c:pt idx="0">
                  <c:v>10.41666667</c:v>
                </c:pt>
                <c:pt idx="1">
                  <c:v>10.41666667</c:v>
                </c:pt>
              </c:numCache>
            </c:numRef>
          </c:xVal>
          <c:yVal>
            <c:numRef>
              <c:f>'Chart Data'!$L$2:$L$3</c:f>
              <c:numCache>
                <c:formatCode>0</c:formatCode>
                <c:ptCount val="2"/>
                <c:pt idx="0">
                  <c:v>25.20833333</c:v>
                </c:pt>
                <c:pt idx="1">
                  <c:v>60</c:v>
                </c:pt>
              </c:numCache>
            </c:numRef>
          </c:yVal>
          <c:smooth val="0"/>
        </c:ser>
        <c:ser>
          <c:idx val="6"/>
          <c:order val="6"/>
          <c:tx>
            <c:v>PS hatch</c:v>
          </c:tx>
          <c:spPr>
            <a:ln xmlns:a="http://schemas.openxmlformats.org/drawingml/2006/main" w="11430">
              <a:solidFill>
                <a:srgbClr val="68B39A"/>
              </a:solidFill>
            </a:ln>
          </c:spPr>
          <c:marker>
            <c:symbol val="none"/>
          </c:marker>
          <c:xVal>
            <c:numRef>
              <c:f>'Chart Data'!$M$2:$M$3</c:f>
              <c:numCache>
                <c:formatCode>General</c:formatCode>
                <c:ptCount val="2"/>
                <c:pt idx="0">
                  <c:v>12.5</c:v>
                </c:pt>
                <c:pt idx="1">
                  <c:v>12.5</c:v>
                </c:pt>
              </c:numCache>
            </c:numRef>
          </c:xVal>
          <c:yVal>
            <c:numRef>
              <c:f>'Chart Data'!$N$2:$N$3</c:f>
              <c:numCache>
                <c:formatCode>0</c:formatCode>
                <c:ptCount val="2"/>
                <c:pt idx="0">
                  <c:v>26.25</c:v>
                </c:pt>
                <c:pt idx="1">
                  <c:v>60</c:v>
                </c:pt>
              </c:numCache>
            </c:numRef>
          </c:yVal>
          <c:smooth val="0"/>
        </c:ser>
        <c:ser>
          <c:idx val="7"/>
          <c:order val="7"/>
          <c:tx>
            <c:v>PS hatch</c:v>
          </c:tx>
          <c:spPr>
            <a:ln xmlns:a="http://schemas.openxmlformats.org/drawingml/2006/main" w="11430">
              <a:solidFill>
                <a:srgbClr val="68B39A"/>
              </a:solidFill>
            </a:ln>
          </c:spPr>
          <c:marker>
            <c:symbol val="none"/>
          </c:marker>
          <c:xVal>
            <c:numRef>
              <c:f>'Chart Data'!$O$2:$O$3</c:f>
              <c:numCache>
                <c:formatCode>General</c:formatCode>
                <c:ptCount val="2"/>
                <c:pt idx="0">
                  <c:v>14.58333333</c:v>
                </c:pt>
                <c:pt idx="1">
                  <c:v>14.58333333</c:v>
                </c:pt>
              </c:numCache>
            </c:numRef>
          </c:xVal>
          <c:yVal>
            <c:numRef>
              <c:f>'Chart Data'!$P$2:$P$3</c:f>
              <c:numCache>
                <c:formatCode>0</c:formatCode>
                <c:ptCount val="2"/>
                <c:pt idx="0">
                  <c:v>27.29166667</c:v>
                </c:pt>
                <c:pt idx="1">
                  <c:v>60</c:v>
                </c:pt>
              </c:numCache>
            </c:numRef>
          </c:yVal>
          <c:smooth val="0"/>
        </c:ser>
        <c:ser>
          <c:idx val="8"/>
          <c:order val="8"/>
          <c:tx>
            <c:v>PS hatch</c:v>
          </c:tx>
          <c:spPr>
            <a:ln xmlns:a="http://schemas.openxmlformats.org/drawingml/2006/main" w="11430">
              <a:solidFill>
                <a:srgbClr val="68B39A"/>
              </a:solidFill>
            </a:ln>
          </c:spPr>
          <c:marker>
            <c:symbol val="none"/>
          </c:marker>
          <c:xVal>
            <c:numRef>
              <c:f>'Chart Data'!$Q$2:$Q$3</c:f>
              <c:numCache>
                <c:formatCode>General</c:formatCode>
                <c:ptCount val="2"/>
                <c:pt idx="0">
                  <c:v>16.66666667</c:v>
                </c:pt>
                <c:pt idx="1">
                  <c:v>16.66666667</c:v>
                </c:pt>
              </c:numCache>
            </c:numRef>
          </c:xVal>
          <c:yVal>
            <c:numRef>
              <c:f>'Chart Data'!$R$2:$R$3</c:f>
              <c:numCache>
                <c:formatCode>0</c:formatCode>
                <c:ptCount val="2"/>
                <c:pt idx="0">
                  <c:v>28.33333333</c:v>
                </c:pt>
                <c:pt idx="1">
                  <c:v>60</c:v>
                </c:pt>
              </c:numCache>
            </c:numRef>
          </c:yVal>
          <c:smooth val="0"/>
        </c:ser>
        <c:ser>
          <c:idx val="9"/>
          <c:order val="9"/>
          <c:tx>
            <c:v>PS hatch</c:v>
          </c:tx>
          <c:spPr>
            <a:ln xmlns:a="http://schemas.openxmlformats.org/drawingml/2006/main" w="11430">
              <a:solidFill>
                <a:srgbClr val="68B39A"/>
              </a:solidFill>
            </a:ln>
          </c:spPr>
          <c:marker>
            <c:symbol val="none"/>
          </c:marker>
          <c:xVal>
            <c:numRef>
              <c:f>'Chart Data'!$S$2:$S$3</c:f>
              <c:numCache>
                <c:formatCode>General</c:formatCode>
                <c:ptCount val="2"/>
                <c:pt idx="0">
                  <c:v>18.75</c:v>
                </c:pt>
                <c:pt idx="1">
                  <c:v>18.75</c:v>
                </c:pt>
              </c:numCache>
            </c:numRef>
          </c:xVal>
          <c:yVal>
            <c:numRef>
              <c:f>'Chart Data'!$T$2:$T$3</c:f>
              <c:numCache>
                <c:formatCode>0</c:formatCode>
                <c:ptCount val="2"/>
                <c:pt idx="0">
                  <c:v>29.375</c:v>
                </c:pt>
                <c:pt idx="1">
                  <c:v>60</c:v>
                </c:pt>
              </c:numCache>
            </c:numRef>
          </c:yVal>
          <c:smooth val="0"/>
        </c:ser>
        <c:ser>
          <c:idx val="10"/>
          <c:order val="10"/>
          <c:tx>
            <c:v>PS hatch</c:v>
          </c:tx>
          <c:spPr>
            <a:ln xmlns:a="http://schemas.openxmlformats.org/drawingml/2006/main" w="11430">
              <a:solidFill>
                <a:srgbClr val="68B39A"/>
              </a:solidFill>
            </a:ln>
          </c:spPr>
          <c:marker>
            <c:symbol val="none"/>
          </c:marker>
          <c:xVal>
            <c:numRef>
              <c:f>'Chart Data'!$U$2:$U$3</c:f>
              <c:numCache>
                <c:formatCode>General</c:formatCode>
                <c:ptCount val="2"/>
                <c:pt idx="0">
                  <c:v>20.83333333</c:v>
                </c:pt>
                <c:pt idx="1">
                  <c:v>20.83333333</c:v>
                </c:pt>
              </c:numCache>
            </c:numRef>
          </c:xVal>
          <c:yVal>
            <c:numRef>
              <c:f>'Chart Data'!$V$2:$V$3</c:f>
              <c:numCache>
                <c:formatCode>0</c:formatCode>
                <c:ptCount val="2"/>
                <c:pt idx="0">
                  <c:v>30.41666667</c:v>
                </c:pt>
                <c:pt idx="1">
                  <c:v>60</c:v>
                </c:pt>
              </c:numCache>
            </c:numRef>
          </c:yVal>
          <c:smooth val="0"/>
        </c:ser>
        <c:ser>
          <c:idx val="11"/>
          <c:order val="11"/>
          <c:tx>
            <c:v>PS hatch</c:v>
          </c:tx>
          <c:spPr>
            <a:ln xmlns:a="http://schemas.openxmlformats.org/drawingml/2006/main" w="11430">
              <a:solidFill>
                <a:srgbClr val="68B39A"/>
              </a:solidFill>
            </a:ln>
          </c:spPr>
          <c:marker>
            <c:symbol val="none"/>
          </c:marker>
          <c:xVal>
            <c:numRef>
              <c:f>'Chart Data'!$W$2:$W$3</c:f>
              <c:numCache>
                <c:formatCode>General</c:formatCode>
                <c:ptCount val="2"/>
                <c:pt idx="0">
                  <c:v>22.91666667</c:v>
                </c:pt>
                <c:pt idx="1">
                  <c:v>22.91666667</c:v>
                </c:pt>
              </c:numCache>
            </c:numRef>
          </c:xVal>
          <c:yVal>
            <c:numRef>
              <c:f>'Chart Data'!$X$2:$X$3</c:f>
              <c:numCache>
                <c:formatCode>0</c:formatCode>
                <c:ptCount val="2"/>
                <c:pt idx="0">
                  <c:v>31.45833333</c:v>
                </c:pt>
                <c:pt idx="1">
                  <c:v>60</c:v>
                </c:pt>
              </c:numCache>
            </c:numRef>
          </c:yVal>
          <c:smooth val="0"/>
        </c:ser>
        <c:ser>
          <c:idx val="12"/>
          <c:order val="12"/>
          <c:tx>
            <c:v>PS hatch</c:v>
          </c:tx>
          <c:spPr>
            <a:ln xmlns:a="http://schemas.openxmlformats.org/drawingml/2006/main" w="11430">
              <a:solidFill>
                <a:srgbClr val="68B39A"/>
              </a:solidFill>
            </a:ln>
          </c:spPr>
          <c:marker>
            <c:symbol val="none"/>
          </c:marker>
          <c:xVal>
            <c:numRef>
              <c:f>'Chart Data'!$Y$2:$Y$3</c:f>
              <c:numCache>
                <c:formatCode>General</c:formatCode>
                <c:ptCount val="2"/>
                <c:pt idx="0">
                  <c:v>25</c:v>
                </c:pt>
                <c:pt idx="1">
                  <c:v>25</c:v>
                </c:pt>
              </c:numCache>
            </c:numRef>
          </c:xVal>
          <c:yVal>
            <c:numRef>
              <c:f>'Chart Data'!$Z$2:$Z$3</c:f>
              <c:numCache>
                <c:formatCode>0</c:formatCode>
                <c:ptCount val="2"/>
                <c:pt idx="0">
                  <c:v>32.5</c:v>
                </c:pt>
                <c:pt idx="1">
                  <c:v>60</c:v>
                </c:pt>
              </c:numCache>
            </c:numRef>
          </c:yVal>
          <c:smooth val="0"/>
        </c:ser>
        <c:ser>
          <c:idx val="13"/>
          <c:order val="13"/>
          <c:tx>
            <c:v>PS hatch</c:v>
          </c:tx>
          <c:spPr>
            <a:ln xmlns:a="http://schemas.openxmlformats.org/drawingml/2006/main" w="11430">
              <a:solidFill>
                <a:srgbClr val="68B39A"/>
              </a:solidFill>
            </a:ln>
          </c:spPr>
          <c:marker>
            <c:symbol val="none"/>
          </c:marker>
          <c:xVal>
            <c:numRef>
              <c:f>'Chart Data'!$AA$2:$AA$3</c:f>
              <c:numCache>
                <c:formatCode>General</c:formatCode>
                <c:ptCount val="2"/>
                <c:pt idx="0">
                  <c:v>27.08333333</c:v>
                </c:pt>
                <c:pt idx="1">
                  <c:v>27.08333333</c:v>
                </c:pt>
              </c:numCache>
            </c:numRef>
          </c:xVal>
          <c:yVal>
            <c:numRef>
              <c:f>'Chart Data'!$AB$2:$AB$3</c:f>
              <c:numCache>
                <c:formatCode>0</c:formatCode>
                <c:ptCount val="2"/>
                <c:pt idx="0">
                  <c:v>33.54166667</c:v>
                </c:pt>
                <c:pt idx="1">
                  <c:v>60</c:v>
                </c:pt>
              </c:numCache>
            </c:numRef>
          </c:yVal>
          <c:smooth val="0"/>
        </c:ser>
        <c:ser>
          <c:idx val="14"/>
          <c:order val="14"/>
          <c:tx>
            <c:v>PS hatch</c:v>
          </c:tx>
          <c:spPr>
            <a:ln xmlns:a="http://schemas.openxmlformats.org/drawingml/2006/main" w="11430">
              <a:solidFill>
                <a:srgbClr val="68B39A"/>
              </a:solidFill>
            </a:ln>
          </c:spPr>
          <c:marker>
            <c:symbol val="none"/>
          </c:marker>
          <c:xVal>
            <c:numRef>
              <c:f>'Chart Data'!$AC$2:$AC$3</c:f>
              <c:numCache>
                <c:formatCode>General</c:formatCode>
                <c:ptCount val="2"/>
                <c:pt idx="0">
                  <c:v>29.16666667</c:v>
                </c:pt>
                <c:pt idx="1">
                  <c:v>29.16666667</c:v>
                </c:pt>
              </c:numCache>
            </c:numRef>
          </c:xVal>
          <c:yVal>
            <c:numRef>
              <c:f>'Chart Data'!$AD$2:$AD$3</c:f>
              <c:numCache>
                <c:formatCode>0</c:formatCode>
                <c:ptCount val="2"/>
                <c:pt idx="0">
                  <c:v>34.58333333</c:v>
                </c:pt>
                <c:pt idx="1">
                  <c:v>60</c:v>
                </c:pt>
              </c:numCache>
            </c:numRef>
          </c:yVal>
          <c:smooth val="0"/>
        </c:ser>
        <c:ser>
          <c:idx val="15"/>
          <c:order val="15"/>
          <c:tx>
            <c:v>PS hatch</c:v>
          </c:tx>
          <c:spPr>
            <a:ln xmlns:a="http://schemas.openxmlformats.org/drawingml/2006/main" w="11430">
              <a:solidFill>
                <a:srgbClr val="68B39A"/>
              </a:solidFill>
            </a:ln>
          </c:spPr>
          <c:marker>
            <c:symbol val="none"/>
          </c:marker>
          <c:xVal>
            <c:numRef>
              <c:f>'Chart Data'!$AE$2:$AE$3</c:f>
              <c:numCache>
                <c:formatCode>General</c:formatCode>
                <c:ptCount val="2"/>
                <c:pt idx="0">
                  <c:v>31.25</c:v>
                </c:pt>
                <c:pt idx="1">
                  <c:v>31.25</c:v>
                </c:pt>
              </c:numCache>
            </c:numRef>
          </c:xVal>
          <c:yVal>
            <c:numRef>
              <c:f>'Chart Data'!$AF$2:$AF$3</c:f>
              <c:numCache>
                <c:formatCode>0</c:formatCode>
                <c:ptCount val="2"/>
                <c:pt idx="0">
                  <c:v>35.625</c:v>
                </c:pt>
                <c:pt idx="1">
                  <c:v>60</c:v>
                </c:pt>
              </c:numCache>
            </c:numRef>
          </c:yVal>
          <c:smooth val="0"/>
        </c:ser>
        <c:ser>
          <c:idx val="16"/>
          <c:order val="16"/>
          <c:tx>
            <c:v>PS hatch</c:v>
          </c:tx>
          <c:spPr>
            <a:ln xmlns:a="http://schemas.openxmlformats.org/drawingml/2006/main" w="11430">
              <a:solidFill>
                <a:srgbClr val="68B39A"/>
              </a:solidFill>
            </a:ln>
          </c:spPr>
          <c:marker>
            <c:symbol val="none"/>
          </c:marker>
          <c:xVal>
            <c:numRef>
              <c:f>'Chart Data'!$AG$2:$AG$3</c:f>
              <c:numCache>
                <c:formatCode>General</c:formatCode>
                <c:ptCount val="2"/>
                <c:pt idx="0">
                  <c:v>33.33333333</c:v>
                </c:pt>
                <c:pt idx="1">
                  <c:v>33.33333333</c:v>
                </c:pt>
              </c:numCache>
            </c:numRef>
          </c:xVal>
          <c:yVal>
            <c:numRef>
              <c:f>'Chart Data'!$AH$2:$AH$3</c:f>
              <c:numCache>
                <c:formatCode>0</c:formatCode>
                <c:ptCount val="2"/>
                <c:pt idx="0">
                  <c:v>36.66666667</c:v>
                </c:pt>
                <c:pt idx="1">
                  <c:v>60</c:v>
                </c:pt>
              </c:numCache>
            </c:numRef>
          </c:yVal>
          <c:smooth val="0"/>
        </c:ser>
        <c:ser>
          <c:idx val="17"/>
          <c:order val="17"/>
          <c:tx>
            <c:v>PS hatch</c:v>
          </c:tx>
          <c:spPr>
            <a:ln xmlns:a="http://schemas.openxmlformats.org/drawingml/2006/main" w="11430">
              <a:solidFill>
                <a:srgbClr val="68B39A"/>
              </a:solidFill>
            </a:ln>
          </c:spPr>
          <c:marker>
            <c:symbol val="none"/>
          </c:marker>
          <c:xVal>
            <c:numRef>
              <c:f>'Chart Data'!$AI$2:$AI$3</c:f>
              <c:numCache>
                <c:formatCode>General</c:formatCode>
                <c:ptCount val="2"/>
                <c:pt idx="0">
                  <c:v>35.41666667</c:v>
                </c:pt>
                <c:pt idx="1">
                  <c:v>35.41666667</c:v>
                </c:pt>
              </c:numCache>
            </c:numRef>
          </c:xVal>
          <c:yVal>
            <c:numRef>
              <c:f>'Chart Data'!$AJ$2:$AJ$3</c:f>
              <c:numCache>
                <c:formatCode>0</c:formatCode>
                <c:ptCount val="2"/>
                <c:pt idx="0">
                  <c:v>37.70833333</c:v>
                </c:pt>
                <c:pt idx="1">
                  <c:v>60</c:v>
                </c:pt>
              </c:numCache>
            </c:numRef>
          </c:yVal>
          <c:smooth val="0"/>
        </c:ser>
        <c:ser>
          <c:idx val="18"/>
          <c:order val="18"/>
          <c:tx>
            <c:v>PS hatch</c:v>
          </c:tx>
          <c:spPr>
            <a:ln xmlns:a="http://schemas.openxmlformats.org/drawingml/2006/main" w="11430">
              <a:solidFill>
                <a:srgbClr val="68B39A"/>
              </a:solidFill>
            </a:ln>
          </c:spPr>
          <c:marker>
            <c:symbol val="none"/>
          </c:marker>
          <c:xVal>
            <c:numRef>
              <c:f>'Chart Data'!$AK$2:$AK$3</c:f>
              <c:numCache>
                <c:formatCode>General</c:formatCode>
                <c:ptCount val="2"/>
                <c:pt idx="0">
                  <c:v>37.5</c:v>
                </c:pt>
                <c:pt idx="1">
                  <c:v>37.5</c:v>
                </c:pt>
              </c:numCache>
            </c:numRef>
          </c:xVal>
          <c:yVal>
            <c:numRef>
              <c:f>'Chart Data'!$AL$2:$AL$3</c:f>
              <c:numCache>
                <c:formatCode>0</c:formatCode>
                <c:ptCount val="2"/>
                <c:pt idx="0">
                  <c:v>38.75</c:v>
                </c:pt>
                <c:pt idx="1">
                  <c:v>60</c:v>
                </c:pt>
              </c:numCache>
            </c:numRef>
          </c:yVal>
          <c:smooth val="0"/>
        </c:ser>
        <c:ser>
          <c:idx val="19"/>
          <c:order val="19"/>
          <c:tx>
            <c:v>PS hatch</c:v>
          </c:tx>
          <c:spPr>
            <a:ln xmlns:a="http://schemas.openxmlformats.org/drawingml/2006/main" w="11430">
              <a:solidFill>
                <a:srgbClr val="68B39A"/>
              </a:solidFill>
            </a:ln>
          </c:spPr>
          <c:marker>
            <c:symbol val="none"/>
          </c:marker>
          <c:xVal>
            <c:numRef>
              <c:f>'Chart Data'!$AM$2:$AM$3</c:f>
              <c:numCache>
                <c:formatCode>General</c:formatCode>
                <c:ptCount val="2"/>
                <c:pt idx="0">
                  <c:v>39.58333333</c:v>
                </c:pt>
                <c:pt idx="1">
                  <c:v>39.58333333</c:v>
                </c:pt>
              </c:numCache>
            </c:numRef>
          </c:xVal>
          <c:yVal>
            <c:numRef>
              <c:f>'Chart Data'!$AN$2:$AN$3</c:f>
              <c:numCache>
                <c:formatCode>0</c:formatCode>
                <c:ptCount val="2"/>
                <c:pt idx="0">
                  <c:v>39.79166667</c:v>
                </c:pt>
                <c:pt idx="1">
                  <c:v>60</c:v>
                </c:pt>
              </c:numCache>
            </c:numRef>
          </c:yVal>
          <c:smooth val="0"/>
        </c:ser>
        <c:ser>
          <c:idx val="20"/>
          <c:order val="20"/>
          <c:tx>
            <c:v>Qm</c:v>
          </c:tx>
          <c:spPr>
            <a:ln xmlns:a="http://schemas.openxmlformats.org/drawingml/2006/main" w="12383">
              <a:solidFill>
                <a:srgbClr val="445B6B"/>
              </a:solidFill>
            </a:ln>
          </c:spPr>
          <c:marker>
            <c:symbol val="none"/>
          </c:marker>
          <c:xVal>
            <c:numRef>
              <c:f>'Chart Data'!$AO$2:$AO$3</c:f>
              <c:numCache>
                <c:formatCode>General</c:formatCode>
                <c:ptCount val="2"/>
                <c:pt idx="0">
                  <c:v>40</c:v>
                </c:pt>
                <c:pt idx="1">
                  <c:v>40</c:v>
                </c:pt>
              </c:numCache>
            </c:numRef>
          </c:xVal>
          <c:yVal>
            <c:numRef>
              <c:f>'Chart Data'!$AP$2:$AP$3</c:f>
              <c:numCache>
                <c:formatCode>0</c:formatCode>
                <c:ptCount val="2"/>
                <c:pt idx="0">
                  <c:v>0</c:v>
                </c:pt>
                <c:pt idx="1">
                  <c:v>60</c:v>
                </c:pt>
              </c:numCache>
            </c:numRef>
          </c:yVal>
          <c:smooth val="0"/>
        </c:ser>
        <c:ser>
          <c:idx val="21"/>
          <c:order val="21"/>
          <c:tx>
            <c:v>Pm</c:v>
          </c:tx>
          <c:spPr>
            <a:ln xmlns:a="http://schemas.openxmlformats.org/drawingml/2006/main" w="12383">
              <a:solidFill>
                <a:srgbClr val="445B6B"/>
              </a:solidFill>
            </a:ln>
          </c:spPr>
          <c:marker>
            <c:symbol val="none"/>
          </c:marker>
          <c:xVal>
            <c:numRef>
              <c:f>'Chart Data'!$AQ$2:$AQ$3</c:f>
              <c:numCache>
                <c:formatCode>General</c:formatCode>
                <c:ptCount val="2"/>
                <c:pt idx="0">
                  <c:v>0</c:v>
                </c:pt>
                <c:pt idx="1">
                  <c:v>40</c:v>
                </c:pt>
              </c:numCache>
            </c:numRef>
          </c:xVal>
          <c:yVal>
            <c:numRef>
              <c:f>'Chart Data'!$AR$2:$AR$3</c:f>
              <c:numCache>
                <c:formatCode>0</c:formatCode>
                <c:ptCount val="2"/>
                <c:pt idx="0">
                  <c:v>60</c:v>
                </c:pt>
                <c:pt idx="1">
                  <c:v>60</c:v>
                </c:pt>
              </c:numCache>
            </c:numRef>
          </c:yVal>
          <c:smooth val="0"/>
        </c:ser>
        <c:ser>
          <c:idx val="22"/>
          <c:order val="22"/>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Data'!$AS$2:$AS$2</c:f>
              <c:numCache>
                <c:formatCode>General</c:formatCode>
                <c:ptCount val="1"/>
                <c:pt idx="0">
                  <c:v>41.5</c:v>
                </c:pt>
              </c:numCache>
            </c:numRef>
          </c:xVal>
          <c:yVal>
            <c:numRef>
              <c:f>'Chart Data'!$AT$2:$AT$2</c:f>
              <c:numCache>
                <c:formatCode>0</c:formatCode>
                <c:ptCount val="1"/>
                <c:pt idx="0">
                  <c:v>65.2</c:v>
                </c:pt>
              </c:numCache>
            </c:numRef>
          </c:yVal>
          <c:smooth val="0"/>
        </c:ser>
        <c:ser>
          <c:idx val="23"/>
          <c:order val="23"/>
          <c:tx>
            <c:v>Qe</c:v>
          </c:tx>
          <c:spPr>
            <a:ln xmlns:a="http://schemas.openxmlformats.org/drawingml/2006/main" w="12383">
              <a:solidFill>
                <a:srgbClr val="445B6B"/>
              </a:solidFill>
            </a:ln>
          </c:spPr>
          <c:marker>
            <c:symbol val="none"/>
          </c:marker>
          <c:xVal>
            <c:numRef>
              <c:f>'Chart Data'!$AU$2:$AU$3</c:f>
              <c:numCache>
                <c:formatCode>General</c:formatCode>
                <c:ptCount val="2"/>
                <c:pt idx="0">
                  <c:v>60</c:v>
                </c:pt>
                <c:pt idx="1">
                  <c:v>60</c:v>
                </c:pt>
              </c:numCache>
            </c:numRef>
          </c:xVal>
          <c:yVal>
            <c:numRef>
              <c:f>'Chart Data'!$AV$2:$AV$3</c:f>
              <c:numCache>
                <c:formatCode>0</c:formatCode>
                <c:ptCount val="2"/>
                <c:pt idx="0">
                  <c:v>0</c:v>
                </c:pt>
                <c:pt idx="1">
                  <c:v>50</c:v>
                </c:pt>
              </c:numCache>
            </c:numRef>
          </c:yVal>
          <c:smooth val="0"/>
        </c:ser>
        <c:ser>
          <c:idx val="24"/>
          <c:order val="24"/>
          <c:tx>
            <c:v>Pe</c:v>
          </c:tx>
          <c:spPr>
            <a:ln xmlns:a="http://schemas.openxmlformats.org/drawingml/2006/main" w="12383">
              <a:solidFill>
                <a:srgbClr val="445B6B"/>
              </a:solidFill>
            </a:ln>
          </c:spPr>
          <c:marker>
            <c:symbol val="none"/>
          </c:marker>
          <c:xVal>
            <c:numRef>
              <c:f>'Chart Data'!$AW$2:$AW$3</c:f>
              <c:numCache>
                <c:formatCode>General</c:formatCode>
                <c:ptCount val="2"/>
                <c:pt idx="0">
                  <c:v>0</c:v>
                </c:pt>
                <c:pt idx="1">
                  <c:v>60</c:v>
                </c:pt>
              </c:numCache>
            </c:numRef>
          </c:xVal>
          <c:yVal>
            <c:numRef>
              <c:f>'Chart Data'!$AX$2:$AX$3</c:f>
              <c:numCache>
                <c:formatCode>0</c:formatCode>
                <c:ptCount val="2"/>
                <c:pt idx="0">
                  <c:v>50</c:v>
                </c:pt>
                <c:pt idx="1">
                  <c:v>50</c:v>
                </c:pt>
              </c:numCache>
            </c:numRef>
          </c:yVal>
          <c:smooth val="0"/>
        </c:ser>
        <c:ser>
          <c:idx val="25"/>
          <c:order val="25"/>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Data'!$AY$2:$AY$2</c:f>
              <c:numCache>
                <c:formatCode>General</c:formatCode>
                <c:ptCount val="1"/>
                <c:pt idx="0">
                  <c:v>63.5</c:v>
                </c:pt>
              </c:numCache>
            </c:numRef>
          </c:xVal>
          <c:yVal>
            <c:numRef>
              <c:f>'Chart Data'!$AZ$2:$AZ$2</c:f>
              <c:numCache>
                <c:formatCode>0</c:formatCode>
                <c:ptCount val="1"/>
                <c:pt idx="0">
                  <c:v>59.6</c:v>
                </c:pt>
              </c:numCache>
            </c:numRef>
          </c:yVal>
          <c:smooth val="0"/>
        </c:ser>
        <c:ser>
          <c:idx val="26"/>
          <c:order val="26"/>
          <c:tx>
            <c:v>PS split</c:v>
          </c:tx>
          <c:spPr>
            <a:ln xmlns:a="http://schemas.openxmlformats.org/drawingml/2006/main" w="12383">
              <a:solidFill>
                <a:srgbClr val="445B6B"/>
              </a:solidFill>
            </a:ln>
          </c:spPr>
          <c:marker>
            <c:symbol val="none"/>
          </c:marker>
          <c:xVal>
            <c:numRef>
              <c:f>'Chart Data'!$BA$2:$BA$3</c:f>
              <c:numCache>
                <c:formatCode>General</c:formatCode>
                <c:ptCount val="2"/>
                <c:pt idx="0">
                  <c:v>0</c:v>
                </c:pt>
                <c:pt idx="1">
                  <c:v>40</c:v>
                </c:pt>
              </c:numCache>
            </c:numRef>
          </c:xVal>
          <c:yVal>
            <c:numRef>
              <c:f>'Chart Data'!$BB$2:$BB$3</c:f>
              <c:numCache>
                <c:formatCode>0</c:formatCode>
                <c:ptCount val="2"/>
                <c:pt idx="0">
                  <c:v>40</c:v>
                </c:pt>
                <c:pt idx="1">
                  <c:v>40</c:v>
                </c:pt>
              </c:numCache>
            </c:numRef>
          </c:yVal>
          <c:smooth val="0"/>
        </c:ser>
        <c:ser>
          <c:idx val="27"/>
          <c:order val="27"/>
          <c:tx>
            <c:v>Vraag = GO</c:v>
          </c:tx>
          <c:spPr>
            <a:ln xmlns:a="http://schemas.openxmlformats.org/drawingml/2006/main" w="38100">
              <a:solidFill>
                <a:srgbClr val="17658A"/>
              </a:solidFill>
            </a:ln>
          </c:spPr>
          <c:marker>
            <c:symbol val="none"/>
          </c:marker>
          <c:xVal>
            <c:numRef>
              <c:f>'Chart Data'!$BC$2:$BC$3</c:f>
              <c:numCache>
                <c:formatCode>General</c:formatCode>
                <c:ptCount val="2"/>
                <c:pt idx="0">
                  <c:v>0</c:v>
                </c:pt>
                <c:pt idx="1">
                  <c:v>100</c:v>
                </c:pt>
              </c:numCache>
            </c:numRef>
          </c:xVal>
          <c:yVal>
            <c:numRef>
              <c:f>'Chart Data'!$BD$2:$BD$3</c:f>
              <c:numCache>
                <c:formatCode>0</c:formatCode>
                <c:ptCount val="2"/>
                <c:pt idx="0">
                  <c:v>80</c:v>
                </c:pt>
                <c:pt idx="1">
                  <c:v>30</c:v>
                </c:pt>
              </c:numCache>
            </c:numRef>
          </c:yVal>
          <c:smooth val="0"/>
        </c:ser>
        <c:ser>
          <c:idx val="28"/>
          <c:order val="28"/>
          <c:tx>
            <c:v>MK</c:v>
          </c:tx>
          <c:spPr>
            <a:ln xmlns:a="http://schemas.openxmlformats.org/drawingml/2006/main" w="38100">
              <a:solidFill>
                <a:srgbClr val="A94D16"/>
              </a:solidFill>
            </a:ln>
          </c:spPr>
          <c:marker>
            <c:symbol val="none"/>
          </c:marker>
          <c:xVal>
            <c:numRef>
              <c:f>'Chart Data'!$BE$2:$BE$3</c:f>
              <c:numCache>
                <c:formatCode>General</c:formatCode>
                <c:ptCount val="2"/>
                <c:pt idx="0">
                  <c:v>0</c:v>
                </c:pt>
                <c:pt idx="1">
                  <c:v>100</c:v>
                </c:pt>
              </c:numCache>
            </c:numRef>
          </c:xVal>
          <c:yVal>
            <c:numRef>
              <c:f>'Chart Data'!$BF$2:$BF$3</c:f>
              <c:numCache>
                <c:formatCode>0</c:formatCode>
                <c:ptCount val="2"/>
                <c:pt idx="0">
                  <c:v>20</c:v>
                </c:pt>
                <c:pt idx="1">
                  <c:v>70</c:v>
                </c:pt>
              </c:numCache>
            </c:numRef>
          </c:yVal>
          <c:smooth val="0"/>
        </c:ser>
        <c:ser>
          <c:idx val="29"/>
          <c:order val="29"/>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Data'!$BG$2:$BG$2</c:f>
              <c:numCache>
                <c:formatCode>General</c:formatCode>
                <c:ptCount val="1"/>
                <c:pt idx="0">
                  <c:v>78</c:v>
                </c:pt>
              </c:numCache>
            </c:numRef>
          </c:xVal>
          <c:yVal>
            <c:numRef>
              <c:f>'Chart Data'!$BH$2:$BH$2</c:f>
              <c:numCache>
                <c:formatCode>0</c:formatCode>
                <c:ptCount val="1"/>
                <c:pt idx="0">
                  <c:v>26.6</c:v>
                </c:pt>
              </c:numCache>
            </c:numRef>
          </c:yVal>
          <c:smooth val="0"/>
        </c:ser>
        <c:ser>
          <c:idx val="30"/>
          <c:order val="30"/>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Data'!$BI$2:$BI$2</c:f>
              <c:numCache>
                <c:formatCode>General</c:formatCode>
                <c:ptCount val="1"/>
                <c:pt idx="0">
                  <c:v>89</c:v>
                </c:pt>
              </c:numCache>
            </c:numRef>
          </c:xVal>
          <c:yVal>
            <c:numRef>
              <c:f>'Chart Data'!$BJ$2:$BJ$2</c:f>
              <c:numCache>
                <c:formatCode>0</c:formatCode>
                <c:ptCount val="1"/>
                <c:pt idx="0">
                  <c:v>70.5</c:v>
                </c:pt>
              </c:numCache>
            </c:numRef>
          </c:yVal>
          <c:smooth val="0"/>
        </c:ser>
        <c:ser>
          <c:idx val="31"/>
          <c:order val="31"/>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Data'!$BK$2:$BK$2</c:f>
              <c:numCache>
                <c:formatCode>General</c:formatCode>
                <c:ptCount val="1"/>
                <c:pt idx="0">
                  <c:v>40</c:v>
                </c:pt>
              </c:numCache>
            </c:numRef>
          </c:xVal>
          <c:yVal>
            <c:numRef>
              <c:f>'Chart Data'!$BL$2:$BL$2</c:f>
              <c:numCache>
                <c:formatCode>0</c:formatCode>
                <c:ptCount val="1"/>
                <c:pt idx="0">
                  <c:v>60</c:v>
                </c:pt>
              </c:numCache>
            </c:numRef>
          </c:yVal>
          <c:smooth val="0"/>
        </c:ser>
        <c:ser>
          <c:idx val="32"/>
          <c:order val="32"/>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Data'!$BM$2:$BM$2</c:f>
              <c:numCache>
                <c:formatCode>General</c:formatCode>
                <c:ptCount val="1"/>
                <c:pt idx="0">
                  <c:v>60</c:v>
                </c:pt>
              </c:numCache>
            </c:numRef>
          </c:xVal>
          <c:yVal>
            <c:numRef>
              <c:f>'Chart Data'!$BN$2:$BN$2</c:f>
              <c:numCache>
                <c:formatCode>0</c:formatCode>
                <c:ptCount val="1"/>
                <c:pt idx="0">
                  <c:v>50</c:v>
                </c:pt>
              </c:numCache>
            </c:numRef>
          </c:yVal>
          <c:smooth val="0"/>
        </c:ser>
        <c:ser>
          <c:idx val="33"/>
          <c:order val="33"/>
          <c:tx>
            <c:v>PS</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Data'!$BO$2:$BO$2</c:f>
              <c:numCache>
                <c:formatCode>General</c:formatCode>
                <c:ptCount val="1"/>
                <c:pt idx="0">
                  <c:v>13.6</c:v>
                </c:pt>
              </c:numCache>
            </c:numRef>
          </c:xVal>
          <c:yVal>
            <c:numRef>
              <c:f>'Chart Data'!$BP$2:$BP$2</c:f>
              <c:numCache>
                <c:formatCode>0</c:formatCode>
                <c:ptCount val="1"/>
                <c:pt idx="0">
                  <c:v>42.8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line"/>
        <c:ser>
          <c:idx val="0"/>
          <c:order val="0"/>
          <c:tx>
            <c:v>W boundary</c:v>
          </c:tx>
          <c:spPr>
            <a:ln xmlns:a="http://schemas.openxmlformats.org/drawingml/2006/main" w="21908">
              <a:solidFill>
                <a:srgbClr val="C8554B"/>
              </a:solidFill>
            </a:ln>
          </c:spPr>
          <c:marker>
            <c:symbol val="none"/>
          </c:marker>
          <c:xVal>
            <c:numRef>
              <c:f>'Chart Data'!$A$2:$A$5</c:f>
              <c:numCache>
                <c:formatCode>General</c:formatCode>
                <c:ptCount val="4"/>
                <c:pt idx="0">
                  <c:v>40</c:v>
                </c:pt>
                <c:pt idx="1">
                  <c:v>60</c:v>
                </c:pt>
                <c:pt idx="2">
                  <c:v>40</c:v>
                </c:pt>
                <c:pt idx="3">
                  <c:v>40</c:v>
                </c:pt>
              </c:numCache>
            </c:numRef>
          </c:xVal>
          <c:yVal>
            <c:numRef>
              <c:f>'Chart Data'!$B$2:$B$5</c:f>
              <c:numCache>
                <c:formatCode>0</c:formatCode>
                <c:ptCount val="4"/>
                <c:pt idx="0">
                  <c:v>40</c:v>
                </c:pt>
                <c:pt idx="1">
                  <c:v>50</c:v>
                </c:pt>
                <c:pt idx="2">
                  <c:v>60</c:v>
                </c:pt>
                <c:pt idx="3">
                  <c:v>40</c:v>
                </c:pt>
              </c:numCache>
            </c:numRef>
          </c:yVal>
          <c:smooth val="0"/>
        </c:ser>
        <c:ser>
          <c:idx val="1"/>
          <c:order val="1"/>
          <c:tx>
            <c:v>W hatch</c:v>
          </c:tx>
          <c:spPr>
            <a:ln xmlns:a="http://schemas.openxmlformats.org/drawingml/2006/main" w="11430">
              <a:solidFill>
                <a:srgbClr val="C8554B"/>
              </a:solidFill>
            </a:ln>
          </c:spPr>
          <c:marker>
            <c:symbol val="none"/>
          </c:marker>
          <c:xVal>
            <c:numRef>
              <c:f>'Chart Data'!$C$2:$C$3</c:f>
              <c:numCache>
                <c:formatCode>General</c:formatCode>
                <c:ptCount val="2"/>
                <c:pt idx="0">
                  <c:v>40</c:v>
                </c:pt>
                <c:pt idx="1">
                  <c:v>42.6</c:v>
                </c:pt>
              </c:numCache>
            </c:numRef>
          </c:xVal>
          <c:yVal>
            <c:numRef>
              <c:f>'Chart Data'!$D$2:$D$3</c:f>
              <c:numCache>
                <c:formatCode>0</c:formatCode>
                <c:ptCount val="2"/>
                <c:pt idx="0">
                  <c:v>41.3</c:v>
                </c:pt>
                <c:pt idx="1">
                  <c:v>41.3</c:v>
                </c:pt>
              </c:numCache>
            </c:numRef>
          </c:yVal>
          <c:smooth val="0"/>
        </c:ser>
        <c:ser>
          <c:idx val="2"/>
          <c:order val="2"/>
          <c:tx>
            <c:v>W hatch</c:v>
          </c:tx>
          <c:spPr>
            <a:ln xmlns:a="http://schemas.openxmlformats.org/drawingml/2006/main" w="11430">
              <a:solidFill>
                <a:srgbClr val="C8554B"/>
              </a:solidFill>
            </a:ln>
          </c:spPr>
          <c:marker>
            <c:symbol val="none"/>
          </c:marker>
          <c:xVal>
            <c:numRef>
              <c:f>'Chart Data'!$E$2:$E$3</c:f>
              <c:numCache>
                <c:formatCode>General</c:formatCode>
                <c:ptCount val="2"/>
                <c:pt idx="0">
                  <c:v>40</c:v>
                </c:pt>
                <c:pt idx="1">
                  <c:v>45.2</c:v>
                </c:pt>
              </c:numCache>
            </c:numRef>
          </c:xVal>
          <c:yVal>
            <c:numRef>
              <c:f>'Chart Data'!$F$2:$F$3</c:f>
              <c:numCache>
                <c:formatCode>0</c:formatCode>
                <c:ptCount val="2"/>
                <c:pt idx="0">
                  <c:v>42.6</c:v>
                </c:pt>
                <c:pt idx="1">
                  <c:v>42.6</c:v>
                </c:pt>
              </c:numCache>
            </c:numRef>
          </c:yVal>
          <c:smooth val="0"/>
        </c:ser>
        <c:ser>
          <c:idx val="3"/>
          <c:order val="3"/>
          <c:tx>
            <c:v>W hatch</c:v>
          </c:tx>
          <c:spPr>
            <a:ln xmlns:a="http://schemas.openxmlformats.org/drawingml/2006/main" w="11430">
              <a:solidFill>
                <a:srgbClr val="C8554B"/>
              </a:solidFill>
            </a:ln>
          </c:spPr>
          <c:marker>
            <c:symbol val="none"/>
          </c:marker>
          <c:xVal>
            <c:numRef>
              <c:f>'Chart Data'!$G$2:$G$3</c:f>
              <c:numCache>
                <c:formatCode>General</c:formatCode>
                <c:ptCount val="2"/>
                <c:pt idx="0">
                  <c:v>40</c:v>
                </c:pt>
                <c:pt idx="1">
                  <c:v>47.8</c:v>
                </c:pt>
              </c:numCache>
            </c:numRef>
          </c:xVal>
          <c:yVal>
            <c:numRef>
              <c:f>'Chart Data'!$H$2:$H$3</c:f>
              <c:numCache>
                <c:formatCode>0</c:formatCode>
                <c:ptCount val="2"/>
                <c:pt idx="0">
                  <c:v>43.9</c:v>
                </c:pt>
                <c:pt idx="1">
                  <c:v>43.9</c:v>
                </c:pt>
              </c:numCache>
            </c:numRef>
          </c:yVal>
          <c:smooth val="0"/>
        </c:ser>
        <c:ser>
          <c:idx val="4"/>
          <c:order val="4"/>
          <c:tx>
            <c:v>W hatch</c:v>
          </c:tx>
          <c:spPr>
            <a:ln xmlns:a="http://schemas.openxmlformats.org/drawingml/2006/main" w="11430">
              <a:solidFill>
                <a:srgbClr val="C8554B"/>
              </a:solidFill>
            </a:ln>
          </c:spPr>
          <c:marker>
            <c:symbol val="none"/>
          </c:marker>
          <c:xVal>
            <c:numRef>
              <c:f>'Chart Data'!$I$2:$I$3</c:f>
              <c:numCache>
                <c:formatCode>General</c:formatCode>
                <c:ptCount val="2"/>
                <c:pt idx="0">
                  <c:v>40</c:v>
                </c:pt>
                <c:pt idx="1">
                  <c:v>50.4</c:v>
                </c:pt>
              </c:numCache>
            </c:numRef>
          </c:xVal>
          <c:yVal>
            <c:numRef>
              <c:f>'Chart Data'!$J$2:$J$3</c:f>
              <c:numCache>
                <c:formatCode>0</c:formatCode>
                <c:ptCount val="2"/>
                <c:pt idx="0">
                  <c:v>45.2</c:v>
                </c:pt>
                <c:pt idx="1">
                  <c:v>45.2</c:v>
                </c:pt>
              </c:numCache>
            </c:numRef>
          </c:yVal>
          <c:smooth val="0"/>
        </c:ser>
        <c:ser>
          <c:idx val="5"/>
          <c:order val="5"/>
          <c:tx>
            <c:v>W hatch</c:v>
          </c:tx>
          <c:spPr>
            <a:ln xmlns:a="http://schemas.openxmlformats.org/drawingml/2006/main" w="11430">
              <a:solidFill>
                <a:srgbClr val="C8554B"/>
              </a:solidFill>
            </a:ln>
          </c:spPr>
          <c:marker>
            <c:symbol val="none"/>
          </c:marker>
          <c:xVal>
            <c:numRef>
              <c:f>'Chart Data'!$K$2:$K$3</c:f>
              <c:numCache>
                <c:formatCode>General</c:formatCode>
                <c:ptCount val="2"/>
                <c:pt idx="0">
                  <c:v>40</c:v>
                </c:pt>
                <c:pt idx="1">
                  <c:v>53</c:v>
                </c:pt>
              </c:numCache>
            </c:numRef>
          </c:xVal>
          <c:yVal>
            <c:numRef>
              <c:f>'Chart Data'!$L$2:$L$3</c:f>
              <c:numCache>
                <c:formatCode>0</c:formatCode>
                <c:ptCount val="2"/>
                <c:pt idx="0">
                  <c:v>46.5</c:v>
                </c:pt>
                <c:pt idx="1">
                  <c:v>46.5</c:v>
                </c:pt>
              </c:numCache>
            </c:numRef>
          </c:yVal>
          <c:smooth val="0"/>
        </c:ser>
        <c:ser>
          <c:idx val="6"/>
          <c:order val="6"/>
          <c:tx>
            <c:v>W hatch</c:v>
          </c:tx>
          <c:spPr>
            <a:ln xmlns:a="http://schemas.openxmlformats.org/drawingml/2006/main" w="11430">
              <a:solidFill>
                <a:srgbClr val="C8554B"/>
              </a:solidFill>
            </a:ln>
          </c:spPr>
          <c:marker>
            <c:symbol val="none"/>
          </c:marker>
          <c:xVal>
            <c:numRef>
              <c:f>'Chart Data'!$M$2:$M$3</c:f>
              <c:numCache>
                <c:formatCode>General</c:formatCode>
                <c:ptCount val="2"/>
                <c:pt idx="0">
                  <c:v>40</c:v>
                </c:pt>
                <c:pt idx="1">
                  <c:v>55.6</c:v>
                </c:pt>
              </c:numCache>
            </c:numRef>
          </c:xVal>
          <c:yVal>
            <c:numRef>
              <c:f>'Chart Data'!$N$2:$N$3</c:f>
              <c:numCache>
                <c:formatCode>0</c:formatCode>
                <c:ptCount val="2"/>
                <c:pt idx="0">
                  <c:v>47.8</c:v>
                </c:pt>
                <c:pt idx="1">
                  <c:v>47.8</c:v>
                </c:pt>
              </c:numCache>
            </c:numRef>
          </c:yVal>
          <c:smooth val="0"/>
        </c:ser>
        <c:ser>
          <c:idx val="7"/>
          <c:order val="7"/>
          <c:tx>
            <c:v>W hatch</c:v>
          </c:tx>
          <c:spPr>
            <a:ln xmlns:a="http://schemas.openxmlformats.org/drawingml/2006/main" w="11430">
              <a:solidFill>
                <a:srgbClr val="C8554B"/>
              </a:solidFill>
            </a:ln>
          </c:spPr>
          <c:marker>
            <c:symbol val="none"/>
          </c:marker>
          <c:xVal>
            <c:numRef>
              <c:f>'Chart Data'!$O$2:$O$3</c:f>
              <c:numCache>
                <c:formatCode>General</c:formatCode>
                <c:ptCount val="2"/>
                <c:pt idx="0">
                  <c:v>40</c:v>
                </c:pt>
                <c:pt idx="1">
                  <c:v>58.2</c:v>
                </c:pt>
              </c:numCache>
            </c:numRef>
          </c:xVal>
          <c:yVal>
            <c:numRef>
              <c:f>'Chart Data'!$P$2:$P$3</c:f>
              <c:numCache>
                <c:formatCode>0</c:formatCode>
                <c:ptCount val="2"/>
                <c:pt idx="0">
                  <c:v>49.1</c:v>
                </c:pt>
                <c:pt idx="1">
                  <c:v>49.1</c:v>
                </c:pt>
              </c:numCache>
            </c:numRef>
          </c:yVal>
          <c:smooth val="0"/>
        </c:ser>
        <c:ser>
          <c:idx val="8"/>
          <c:order val="8"/>
          <c:tx>
            <c:v>W hatch</c:v>
          </c:tx>
          <c:spPr>
            <a:ln xmlns:a="http://schemas.openxmlformats.org/drawingml/2006/main" w="11430">
              <a:solidFill>
                <a:srgbClr val="C8554B"/>
              </a:solidFill>
            </a:ln>
          </c:spPr>
          <c:marker>
            <c:symbol val="none"/>
          </c:marker>
          <c:xVal>
            <c:numRef>
              <c:f>'Chart Data'!$Q$2:$Q$3</c:f>
              <c:numCache>
                <c:formatCode>General</c:formatCode>
                <c:ptCount val="2"/>
                <c:pt idx="0">
                  <c:v>40</c:v>
                </c:pt>
                <c:pt idx="1">
                  <c:v>59.2</c:v>
                </c:pt>
              </c:numCache>
            </c:numRef>
          </c:xVal>
          <c:yVal>
            <c:numRef>
              <c:f>'Chart Data'!$R$2:$R$3</c:f>
              <c:numCache>
                <c:formatCode>0</c:formatCode>
                <c:ptCount val="2"/>
                <c:pt idx="0">
                  <c:v>50.4</c:v>
                </c:pt>
                <c:pt idx="1">
                  <c:v>50.4</c:v>
                </c:pt>
              </c:numCache>
            </c:numRef>
          </c:yVal>
          <c:smooth val="0"/>
        </c:ser>
        <c:ser>
          <c:idx val="9"/>
          <c:order val="9"/>
          <c:tx>
            <c:v>W hatch</c:v>
          </c:tx>
          <c:spPr>
            <a:ln xmlns:a="http://schemas.openxmlformats.org/drawingml/2006/main" w="11430">
              <a:solidFill>
                <a:srgbClr val="C8554B"/>
              </a:solidFill>
            </a:ln>
          </c:spPr>
          <c:marker>
            <c:symbol val="none"/>
          </c:marker>
          <c:xVal>
            <c:numRef>
              <c:f>'Chart Data'!$S$2:$S$3</c:f>
              <c:numCache>
                <c:formatCode>General</c:formatCode>
                <c:ptCount val="2"/>
                <c:pt idx="0">
                  <c:v>40</c:v>
                </c:pt>
                <c:pt idx="1">
                  <c:v>56.6</c:v>
                </c:pt>
              </c:numCache>
            </c:numRef>
          </c:xVal>
          <c:yVal>
            <c:numRef>
              <c:f>'Chart Data'!$T$2:$T$3</c:f>
              <c:numCache>
                <c:formatCode>0</c:formatCode>
                <c:ptCount val="2"/>
                <c:pt idx="0">
                  <c:v>51.7</c:v>
                </c:pt>
                <c:pt idx="1">
                  <c:v>51.7</c:v>
                </c:pt>
              </c:numCache>
            </c:numRef>
          </c:yVal>
          <c:smooth val="0"/>
        </c:ser>
        <c:ser>
          <c:idx val="10"/>
          <c:order val="10"/>
          <c:tx>
            <c:v>W hatch</c:v>
          </c:tx>
          <c:spPr>
            <a:ln xmlns:a="http://schemas.openxmlformats.org/drawingml/2006/main" w="11430">
              <a:solidFill>
                <a:srgbClr val="C8554B"/>
              </a:solidFill>
            </a:ln>
          </c:spPr>
          <c:marker>
            <c:symbol val="none"/>
          </c:marker>
          <c:xVal>
            <c:numRef>
              <c:f>'Chart Data'!$U$2:$U$3</c:f>
              <c:numCache>
                <c:formatCode>General</c:formatCode>
                <c:ptCount val="2"/>
                <c:pt idx="0">
                  <c:v>40</c:v>
                </c:pt>
                <c:pt idx="1">
                  <c:v>54</c:v>
                </c:pt>
              </c:numCache>
            </c:numRef>
          </c:xVal>
          <c:yVal>
            <c:numRef>
              <c:f>'Chart Data'!$V$2:$V$3</c:f>
              <c:numCache>
                <c:formatCode>0</c:formatCode>
                <c:ptCount val="2"/>
                <c:pt idx="0">
                  <c:v>53</c:v>
                </c:pt>
                <c:pt idx="1">
                  <c:v>53</c:v>
                </c:pt>
              </c:numCache>
            </c:numRef>
          </c:yVal>
          <c:smooth val="0"/>
        </c:ser>
        <c:ser>
          <c:idx val="11"/>
          <c:order val="11"/>
          <c:tx>
            <c:v>W hatch</c:v>
          </c:tx>
          <c:spPr>
            <a:ln xmlns:a="http://schemas.openxmlformats.org/drawingml/2006/main" w="11430">
              <a:solidFill>
                <a:srgbClr val="C8554B"/>
              </a:solidFill>
            </a:ln>
          </c:spPr>
          <c:marker>
            <c:symbol val="none"/>
          </c:marker>
          <c:xVal>
            <c:numRef>
              <c:f>'Chart Data'!$W$2:$W$3</c:f>
              <c:numCache>
                <c:formatCode>General</c:formatCode>
                <c:ptCount val="2"/>
                <c:pt idx="0">
                  <c:v>40</c:v>
                </c:pt>
                <c:pt idx="1">
                  <c:v>51.4</c:v>
                </c:pt>
              </c:numCache>
            </c:numRef>
          </c:xVal>
          <c:yVal>
            <c:numRef>
              <c:f>'Chart Data'!$X$2:$X$3</c:f>
              <c:numCache>
                <c:formatCode>0</c:formatCode>
                <c:ptCount val="2"/>
                <c:pt idx="0">
                  <c:v>54.3</c:v>
                </c:pt>
                <c:pt idx="1">
                  <c:v>54.3</c:v>
                </c:pt>
              </c:numCache>
            </c:numRef>
          </c:yVal>
          <c:smooth val="0"/>
        </c:ser>
        <c:ser>
          <c:idx val="12"/>
          <c:order val="12"/>
          <c:tx>
            <c:v>W hatch</c:v>
          </c:tx>
          <c:spPr>
            <a:ln xmlns:a="http://schemas.openxmlformats.org/drawingml/2006/main" w="11430">
              <a:solidFill>
                <a:srgbClr val="C8554B"/>
              </a:solidFill>
            </a:ln>
          </c:spPr>
          <c:marker>
            <c:symbol val="none"/>
          </c:marker>
          <c:xVal>
            <c:numRef>
              <c:f>'Chart Data'!$Y$2:$Y$3</c:f>
              <c:numCache>
                <c:formatCode>General</c:formatCode>
                <c:ptCount val="2"/>
                <c:pt idx="0">
                  <c:v>40</c:v>
                </c:pt>
                <c:pt idx="1">
                  <c:v>48.8</c:v>
                </c:pt>
              </c:numCache>
            </c:numRef>
          </c:xVal>
          <c:yVal>
            <c:numRef>
              <c:f>'Chart Data'!$Z$2:$Z$3</c:f>
              <c:numCache>
                <c:formatCode>0</c:formatCode>
                <c:ptCount val="2"/>
                <c:pt idx="0">
                  <c:v>55.6</c:v>
                </c:pt>
                <c:pt idx="1">
                  <c:v>55.6</c:v>
                </c:pt>
              </c:numCache>
            </c:numRef>
          </c:yVal>
          <c:smooth val="0"/>
        </c:ser>
        <c:ser>
          <c:idx val="13"/>
          <c:order val="13"/>
          <c:tx>
            <c:v>W hatch</c:v>
          </c:tx>
          <c:spPr>
            <a:ln xmlns:a="http://schemas.openxmlformats.org/drawingml/2006/main" w="11430">
              <a:solidFill>
                <a:srgbClr val="C8554B"/>
              </a:solidFill>
            </a:ln>
          </c:spPr>
          <c:marker>
            <c:symbol val="none"/>
          </c:marker>
          <c:xVal>
            <c:numRef>
              <c:f>'Chart Data'!$AA$2:$AA$3</c:f>
              <c:numCache>
                <c:formatCode>General</c:formatCode>
                <c:ptCount val="2"/>
                <c:pt idx="0">
                  <c:v>40</c:v>
                </c:pt>
                <c:pt idx="1">
                  <c:v>46.2</c:v>
                </c:pt>
              </c:numCache>
            </c:numRef>
          </c:xVal>
          <c:yVal>
            <c:numRef>
              <c:f>'Chart Data'!$AB$2:$AB$3</c:f>
              <c:numCache>
                <c:formatCode>0</c:formatCode>
                <c:ptCount val="2"/>
                <c:pt idx="0">
                  <c:v>56.9</c:v>
                </c:pt>
                <c:pt idx="1">
                  <c:v>56.9</c:v>
                </c:pt>
              </c:numCache>
            </c:numRef>
          </c:yVal>
          <c:smooth val="0"/>
        </c:ser>
        <c:ser>
          <c:idx val="14"/>
          <c:order val="14"/>
          <c:tx>
            <c:v>W hatch</c:v>
          </c:tx>
          <c:spPr>
            <a:ln xmlns:a="http://schemas.openxmlformats.org/drawingml/2006/main" w="11430">
              <a:solidFill>
                <a:srgbClr val="C8554B"/>
              </a:solidFill>
            </a:ln>
          </c:spPr>
          <c:marker>
            <c:symbol val="none"/>
          </c:marker>
          <c:xVal>
            <c:numRef>
              <c:f>'Chart Data'!$AC$2:$AC$3</c:f>
              <c:numCache>
                <c:formatCode>General</c:formatCode>
                <c:ptCount val="2"/>
                <c:pt idx="0">
                  <c:v>40</c:v>
                </c:pt>
                <c:pt idx="1">
                  <c:v>43.6</c:v>
                </c:pt>
              </c:numCache>
            </c:numRef>
          </c:xVal>
          <c:yVal>
            <c:numRef>
              <c:f>'Chart Data'!$AD$2:$AD$3</c:f>
              <c:numCache>
                <c:formatCode>0</c:formatCode>
                <c:ptCount val="2"/>
                <c:pt idx="0">
                  <c:v>58.2</c:v>
                </c:pt>
                <c:pt idx="1">
                  <c:v>58.2</c:v>
                </c:pt>
              </c:numCache>
            </c:numRef>
          </c:yVal>
          <c:smooth val="0"/>
        </c:ser>
        <c:ser>
          <c:idx val="15"/>
          <c:order val="15"/>
          <c:tx>
            <c:v>W hatch</c:v>
          </c:tx>
          <c:spPr>
            <a:ln xmlns:a="http://schemas.openxmlformats.org/drawingml/2006/main" w="11430">
              <a:solidFill>
                <a:srgbClr val="C8554B"/>
              </a:solidFill>
            </a:ln>
          </c:spPr>
          <c:marker>
            <c:symbol val="none"/>
          </c:marker>
          <c:xVal>
            <c:numRef>
              <c:f>'Chart Data'!$AE$2:$AE$3</c:f>
              <c:numCache>
                <c:formatCode>General</c:formatCode>
                <c:ptCount val="2"/>
                <c:pt idx="0">
                  <c:v>40</c:v>
                </c:pt>
                <c:pt idx="1">
                  <c:v>41</c:v>
                </c:pt>
              </c:numCache>
            </c:numRef>
          </c:xVal>
          <c:yVal>
            <c:numRef>
              <c:f>'Chart Data'!$AF$2:$AF$3</c:f>
              <c:numCache>
                <c:formatCode>0</c:formatCode>
                <c:ptCount val="2"/>
                <c:pt idx="0">
                  <c:v>59.5</c:v>
                </c:pt>
                <c:pt idx="1">
                  <c:v>59.5</c:v>
                </c:pt>
              </c:numCache>
            </c:numRef>
          </c:yVal>
          <c:smooth val="0"/>
        </c:ser>
        <c:ser>
          <c:idx val="16"/>
          <c:order val="16"/>
          <c:tx>
            <c:v>Qm</c:v>
          </c:tx>
          <c:spPr>
            <a:ln xmlns:a="http://schemas.openxmlformats.org/drawingml/2006/main" w="12383">
              <a:solidFill>
                <a:srgbClr val="445B6B"/>
              </a:solidFill>
            </a:ln>
          </c:spPr>
          <c:marker>
            <c:symbol val="none"/>
          </c:marker>
          <c:xVal>
            <c:numRef>
              <c:f>'Chart Data'!$AG$2:$AG$3</c:f>
              <c:numCache>
                <c:formatCode>General</c:formatCode>
                <c:ptCount val="2"/>
                <c:pt idx="0">
                  <c:v>40</c:v>
                </c:pt>
                <c:pt idx="1">
                  <c:v>40</c:v>
                </c:pt>
              </c:numCache>
            </c:numRef>
          </c:xVal>
          <c:yVal>
            <c:numRef>
              <c:f>'Chart Data'!$AH$2:$AH$3</c:f>
              <c:numCache>
                <c:formatCode>0</c:formatCode>
                <c:ptCount val="2"/>
                <c:pt idx="0">
                  <c:v>0</c:v>
                </c:pt>
                <c:pt idx="1">
                  <c:v>60</c:v>
                </c:pt>
              </c:numCache>
            </c:numRef>
          </c:yVal>
          <c:smooth val="0"/>
        </c:ser>
        <c:ser>
          <c:idx val="17"/>
          <c:order val="17"/>
          <c:tx>
            <c:v>Pm</c:v>
          </c:tx>
          <c:spPr>
            <a:ln xmlns:a="http://schemas.openxmlformats.org/drawingml/2006/main" w="12383">
              <a:solidFill>
                <a:srgbClr val="445B6B"/>
              </a:solidFill>
            </a:ln>
          </c:spPr>
          <c:marker>
            <c:symbol val="none"/>
          </c:marker>
          <c:xVal>
            <c:numRef>
              <c:f>'Chart Data'!$AI$2:$AI$3</c:f>
              <c:numCache>
                <c:formatCode>General</c:formatCode>
                <c:ptCount val="2"/>
                <c:pt idx="0">
                  <c:v>0</c:v>
                </c:pt>
                <c:pt idx="1">
                  <c:v>40</c:v>
                </c:pt>
              </c:numCache>
            </c:numRef>
          </c:xVal>
          <c:yVal>
            <c:numRef>
              <c:f>'Chart Data'!$AJ$2:$AJ$3</c:f>
              <c:numCache>
                <c:formatCode>0</c:formatCode>
                <c:ptCount val="2"/>
                <c:pt idx="0">
                  <c:v>60</c:v>
                </c:pt>
                <c:pt idx="1">
                  <c:v>60</c:v>
                </c:pt>
              </c:numCache>
            </c:numRef>
          </c:yVal>
          <c:smooth val="0"/>
        </c:ser>
        <c:ser>
          <c:idx val="18"/>
          <c:order val="18"/>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Data'!$AK$2:$AK$2</c:f>
              <c:numCache>
                <c:formatCode>General</c:formatCode>
                <c:ptCount val="1"/>
                <c:pt idx="0">
                  <c:v>41.5</c:v>
                </c:pt>
              </c:numCache>
            </c:numRef>
          </c:xVal>
          <c:yVal>
            <c:numRef>
              <c:f>'Chart Data'!$AL$2:$AL$2</c:f>
              <c:numCache>
                <c:formatCode>0</c:formatCode>
                <c:ptCount val="1"/>
                <c:pt idx="0">
                  <c:v>65.2</c:v>
                </c:pt>
              </c:numCache>
            </c:numRef>
          </c:yVal>
          <c:smooth val="0"/>
        </c:ser>
        <c:ser>
          <c:idx val="19"/>
          <c:order val="19"/>
          <c:tx>
            <c:v>Qe</c:v>
          </c:tx>
          <c:spPr>
            <a:ln xmlns:a="http://schemas.openxmlformats.org/drawingml/2006/main" w="12383">
              <a:solidFill>
                <a:srgbClr val="445B6B"/>
              </a:solidFill>
            </a:ln>
          </c:spPr>
          <c:marker>
            <c:symbol val="none"/>
          </c:marker>
          <c:xVal>
            <c:numRef>
              <c:f>'Chart Data'!$AM$2:$AM$3</c:f>
              <c:numCache>
                <c:formatCode>General</c:formatCode>
                <c:ptCount val="2"/>
                <c:pt idx="0">
                  <c:v>60</c:v>
                </c:pt>
                <c:pt idx="1">
                  <c:v>60</c:v>
                </c:pt>
              </c:numCache>
            </c:numRef>
          </c:xVal>
          <c:yVal>
            <c:numRef>
              <c:f>'Chart Data'!$AN$2:$AN$3</c:f>
              <c:numCache>
                <c:formatCode>0</c:formatCode>
                <c:ptCount val="2"/>
                <c:pt idx="0">
                  <c:v>0</c:v>
                </c:pt>
                <c:pt idx="1">
                  <c:v>50</c:v>
                </c:pt>
              </c:numCache>
            </c:numRef>
          </c:yVal>
          <c:smooth val="0"/>
        </c:ser>
        <c:ser>
          <c:idx val="20"/>
          <c:order val="20"/>
          <c:tx>
            <c:v>Pe</c:v>
          </c:tx>
          <c:spPr>
            <a:ln xmlns:a="http://schemas.openxmlformats.org/drawingml/2006/main" w="12383">
              <a:solidFill>
                <a:srgbClr val="445B6B"/>
              </a:solidFill>
            </a:ln>
          </c:spPr>
          <c:marker>
            <c:symbol val="none"/>
          </c:marker>
          <c:xVal>
            <c:numRef>
              <c:f>'Chart Data'!$AO$2:$AO$3</c:f>
              <c:numCache>
                <c:formatCode>General</c:formatCode>
                <c:ptCount val="2"/>
                <c:pt idx="0">
                  <c:v>0</c:v>
                </c:pt>
                <c:pt idx="1">
                  <c:v>60</c:v>
                </c:pt>
              </c:numCache>
            </c:numRef>
          </c:xVal>
          <c:yVal>
            <c:numRef>
              <c:f>'Chart Data'!$AP$2:$AP$3</c:f>
              <c:numCache>
                <c:formatCode>0</c:formatCode>
                <c:ptCount val="2"/>
                <c:pt idx="0">
                  <c:v>50</c:v>
                </c:pt>
                <c:pt idx="1">
                  <c:v>50</c:v>
                </c:pt>
              </c:numCache>
            </c:numRef>
          </c:yVal>
          <c:smooth val="0"/>
        </c:ser>
        <c:ser>
          <c:idx val="21"/>
          <c:order val="21"/>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Data'!$AQ$2:$AQ$2</c:f>
              <c:numCache>
                <c:formatCode>General</c:formatCode>
                <c:ptCount val="1"/>
                <c:pt idx="0">
                  <c:v>63.5</c:v>
                </c:pt>
              </c:numCache>
            </c:numRef>
          </c:xVal>
          <c:yVal>
            <c:numRef>
              <c:f>'Chart Data'!$AR$2:$AR$2</c:f>
              <c:numCache>
                <c:formatCode>0</c:formatCode>
                <c:ptCount val="1"/>
                <c:pt idx="0">
                  <c:v>59.6</c:v>
                </c:pt>
              </c:numCache>
            </c:numRef>
          </c:yVal>
          <c:smooth val="0"/>
        </c:ser>
        <c:ser>
          <c:idx val="22"/>
          <c:order val="22"/>
          <c:tx>
            <c:v>Vraag = GO</c:v>
          </c:tx>
          <c:spPr>
            <a:ln xmlns:a="http://schemas.openxmlformats.org/drawingml/2006/main" w="38100">
              <a:solidFill>
                <a:srgbClr val="17658A"/>
              </a:solidFill>
            </a:ln>
          </c:spPr>
          <c:marker>
            <c:symbol val="none"/>
          </c:marker>
          <c:xVal>
            <c:numRef>
              <c:f>'Chart Data'!$AS$2:$AS$3</c:f>
              <c:numCache>
                <c:formatCode>General</c:formatCode>
                <c:ptCount val="2"/>
                <c:pt idx="0">
                  <c:v>0</c:v>
                </c:pt>
                <c:pt idx="1">
                  <c:v>100</c:v>
                </c:pt>
              </c:numCache>
            </c:numRef>
          </c:xVal>
          <c:yVal>
            <c:numRef>
              <c:f>'Chart Data'!$AT$2:$AT$3</c:f>
              <c:numCache>
                <c:formatCode>0</c:formatCode>
                <c:ptCount val="2"/>
                <c:pt idx="0">
                  <c:v>80</c:v>
                </c:pt>
                <c:pt idx="1">
                  <c:v>30</c:v>
                </c:pt>
              </c:numCache>
            </c:numRef>
          </c:yVal>
          <c:smooth val="0"/>
        </c:ser>
        <c:ser>
          <c:idx val="23"/>
          <c:order val="23"/>
          <c:tx>
            <c:v>MK</c:v>
          </c:tx>
          <c:spPr>
            <a:ln xmlns:a="http://schemas.openxmlformats.org/drawingml/2006/main" w="38100">
              <a:solidFill>
                <a:srgbClr val="A94D16"/>
              </a:solidFill>
            </a:ln>
          </c:spPr>
          <c:marker>
            <c:symbol val="none"/>
          </c:marker>
          <c:xVal>
            <c:numRef>
              <c:f>'Chart Data'!$AU$2:$AU$3</c:f>
              <c:numCache>
                <c:formatCode>General</c:formatCode>
                <c:ptCount val="2"/>
                <c:pt idx="0">
                  <c:v>0</c:v>
                </c:pt>
                <c:pt idx="1">
                  <c:v>100</c:v>
                </c:pt>
              </c:numCache>
            </c:numRef>
          </c:xVal>
          <c:yVal>
            <c:numRef>
              <c:f>'Chart Data'!$AV$2:$AV$3</c:f>
              <c:numCache>
                <c:formatCode>0</c:formatCode>
                <c:ptCount val="2"/>
                <c:pt idx="0">
                  <c:v>20</c:v>
                </c:pt>
                <c:pt idx="1">
                  <c:v>70</c:v>
                </c:pt>
              </c:numCache>
            </c:numRef>
          </c:yVal>
          <c:smooth val="0"/>
        </c:ser>
        <c:ser>
          <c:idx val="24"/>
          <c:order val="24"/>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Data'!$AW$2:$AW$2</c:f>
              <c:numCache>
                <c:formatCode>General</c:formatCode>
                <c:ptCount val="1"/>
                <c:pt idx="0">
                  <c:v>78</c:v>
                </c:pt>
              </c:numCache>
            </c:numRef>
          </c:xVal>
          <c:yVal>
            <c:numRef>
              <c:f>'Chart Data'!$AX$2:$AX$2</c:f>
              <c:numCache>
                <c:formatCode>0</c:formatCode>
                <c:ptCount val="1"/>
                <c:pt idx="0">
                  <c:v>26.6</c:v>
                </c:pt>
              </c:numCache>
            </c:numRef>
          </c:yVal>
          <c:smooth val="0"/>
        </c:ser>
        <c:ser>
          <c:idx val="25"/>
          <c:order val="2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Data'!$AY$2:$AY$2</c:f>
              <c:numCache>
                <c:formatCode>General</c:formatCode>
                <c:ptCount val="1"/>
                <c:pt idx="0">
                  <c:v>89</c:v>
                </c:pt>
              </c:numCache>
            </c:numRef>
          </c:xVal>
          <c:yVal>
            <c:numRef>
              <c:f>'Chart Data'!$AZ$2:$AZ$2</c:f>
              <c:numCache>
                <c:formatCode>0</c:formatCode>
                <c:ptCount val="1"/>
                <c:pt idx="0">
                  <c:v>70.5</c:v>
                </c:pt>
              </c:numCache>
            </c:numRef>
          </c:yVal>
          <c:smooth val="0"/>
        </c:ser>
        <c:ser>
          <c:idx val="26"/>
          <c:order val="26"/>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Data'!$BA$2:$BA$2</c:f>
              <c:numCache>
                <c:formatCode>General</c:formatCode>
                <c:ptCount val="1"/>
                <c:pt idx="0">
                  <c:v>40</c:v>
                </c:pt>
              </c:numCache>
            </c:numRef>
          </c:xVal>
          <c:yVal>
            <c:numRef>
              <c:f>'Chart Data'!$BB$2:$BB$2</c:f>
              <c:numCache>
                <c:formatCode>0</c:formatCode>
                <c:ptCount val="1"/>
                <c:pt idx="0">
                  <c:v>60</c:v>
                </c:pt>
              </c:numCache>
            </c:numRef>
          </c:yVal>
          <c:smooth val="0"/>
        </c:ser>
        <c:ser>
          <c:idx val="27"/>
          <c:order val="27"/>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Data'!$BC$2:$BC$2</c:f>
              <c:numCache>
                <c:formatCode>General</c:formatCode>
                <c:ptCount val="1"/>
                <c:pt idx="0">
                  <c:v>60</c:v>
                </c:pt>
              </c:numCache>
            </c:numRef>
          </c:xVal>
          <c:yVal>
            <c:numRef>
              <c:f>'Chart Data'!$BD$2:$BD$2</c:f>
              <c:numCache>
                <c:formatCode>0</c:formatCode>
                <c:ptCount val="1"/>
                <c:pt idx="0">
                  <c:v>50</c:v>
                </c:pt>
              </c:numCache>
            </c:numRef>
          </c:yVal>
          <c:smooth val="0"/>
        </c:ser>
        <c:ser>
          <c:idx val="28"/>
          <c:order val="28"/>
          <c:tx>
            <c:v>B</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3302A"/>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1950" b="1">
                      <a:solidFill>
                        <a:srgbClr val="A3302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Data'!$BE$2:$BE$2</c:f>
              <c:numCache>
                <c:formatCode>General</c:formatCode>
                <c:ptCount val="1"/>
                <c:pt idx="0">
                  <c:v>44.4</c:v>
                </c:pt>
              </c:numCache>
            </c:numRef>
          </c:xVal>
          <c:yVal>
            <c:numRef>
              <c:f>'Chart Data'!$BF$2:$BF$2</c:f>
              <c:numCache>
                <c:formatCode>0</c:formatCode>
                <c:ptCount val="1"/>
                <c:pt idx="0">
                  <c:v>50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line"/>
        <c:ser>
          <c:idx val="0"/>
          <c:order val="0"/>
          <c:tx>
            <c:v>O boundary</c:v>
          </c:tx>
          <c:spPr>
            <a:ln xmlns:a="http://schemas.openxmlformats.org/drawingml/2006/main" w="21908">
              <a:solidFill>
                <a:srgbClr val="C48D28"/>
              </a:solidFill>
            </a:ln>
          </c:spPr>
          <c:marker>
            <c:symbol val="none"/>
          </c:marker>
          <c:xVal>
            <c:numRef>
              <c:f>'Chart Data'!$A$2:$A$6</c:f>
              <c:numCache>
                <c:formatCode>General</c:formatCode>
                <c:ptCount val="5"/>
                <c:pt idx="0">
                  <c:v>0</c:v>
                </c:pt>
                <c:pt idx="1">
                  <c:v>40</c:v>
                </c:pt>
                <c:pt idx="2">
                  <c:v>40</c:v>
                </c:pt>
                <c:pt idx="3">
                  <c:v>0</c:v>
                </c:pt>
                <c:pt idx="4">
                  <c:v>0</c:v>
                </c:pt>
              </c:numCache>
            </c:numRef>
          </c:xVal>
          <c:yVal>
            <c:numRef>
              <c:f>'Chart Data'!$B$2:$B$6</c:f>
              <c:numCache>
                <c:formatCode>0</c:formatCode>
                <c:ptCount val="5"/>
                <c:pt idx="0">
                  <c:v>50</c:v>
                </c:pt>
                <c:pt idx="1">
                  <c:v>50</c:v>
                </c:pt>
                <c:pt idx="2">
                  <c:v>60</c:v>
                </c:pt>
                <c:pt idx="3">
                  <c:v>60</c:v>
                </c:pt>
                <c:pt idx="4">
                  <c:v>50</c:v>
                </c:pt>
              </c:numCache>
            </c:numRef>
          </c:yVal>
          <c:smooth val="0"/>
        </c:ser>
        <c:ser>
          <c:idx val="1"/>
          <c:order val="1"/>
          <c:tx>
            <c:v>O hatch</c:v>
          </c:tx>
          <c:spPr>
            <a:ln xmlns:a="http://schemas.openxmlformats.org/drawingml/2006/main" w="11430">
              <a:solidFill>
                <a:srgbClr val="C48D28"/>
              </a:solidFill>
            </a:ln>
          </c:spPr>
          <c:marker>
            <c:symbol val="none"/>
          </c:marker>
          <c:xVal>
            <c:numRef>
              <c:f>'Chart Data'!$C$2:$C$3</c:f>
              <c:numCache>
                <c:formatCode>General</c:formatCode>
                <c:ptCount val="2"/>
                <c:pt idx="0">
                  <c:v>2.08333333</c:v>
                </c:pt>
                <c:pt idx="1">
                  <c:v>2.08333333</c:v>
                </c:pt>
              </c:numCache>
            </c:numRef>
          </c:xVal>
          <c:yVal>
            <c:numRef>
              <c:f>'Chart Data'!$D$2:$D$3</c:f>
              <c:numCache>
                <c:formatCode>0</c:formatCode>
                <c:ptCount val="2"/>
                <c:pt idx="0">
                  <c:v>50</c:v>
                </c:pt>
                <c:pt idx="1">
                  <c:v>60</c:v>
                </c:pt>
              </c:numCache>
            </c:numRef>
          </c:yVal>
          <c:smooth val="0"/>
        </c:ser>
        <c:ser>
          <c:idx val="2"/>
          <c:order val="2"/>
          <c:tx>
            <c:v>O hatch</c:v>
          </c:tx>
          <c:spPr>
            <a:ln xmlns:a="http://schemas.openxmlformats.org/drawingml/2006/main" w="11430">
              <a:solidFill>
                <a:srgbClr val="C48D28"/>
              </a:solidFill>
            </a:ln>
          </c:spPr>
          <c:marker>
            <c:symbol val="none"/>
          </c:marker>
          <c:xVal>
            <c:numRef>
              <c:f>'Chart Data'!$E$2:$E$3</c:f>
              <c:numCache>
                <c:formatCode>General</c:formatCode>
                <c:ptCount val="2"/>
                <c:pt idx="0">
                  <c:v>4.16666667</c:v>
                </c:pt>
                <c:pt idx="1">
                  <c:v>4.16666667</c:v>
                </c:pt>
              </c:numCache>
            </c:numRef>
          </c:xVal>
          <c:yVal>
            <c:numRef>
              <c:f>'Chart Data'!$F$2:$F$3</c:f>
              <c:numCache>
                <c:formatCode>0</c:formatCode>
                <c:ptCount val="2"/>
                <c:pt idx="0">
                  <c:v>50</c:v>
                </c:pt>
                <c:pt idx="1">
                  <c:v>60</c:v>
                </c:pt>
              </c:numCache>
            </c:numRef>
          </c:yVal>
          <c:smooth val="0"/>
        </c:ser>
        <c:ser>
          <c:idx val="3"/>
          <c:order val="3"/>
          <c:tx>
            <c:v>O hatch</c:v>
          </c:tx>
          <c:spPr>
            <a:ln xmlns:a="http://schemas.openxmlformats.org/drawingml/2006/main" w="11430">
              <a:solidFill>
                <a:srgbClr val="C48D28"/>
              </a:solidFill>
            </a:ln>
          </c:spPr>
          <c:marker>
            <c:symbol val="none"/>
          </c:marker>
          <c:xVal>
            <c:numRef>
              <c:f>'Chart Data'!$G$2:$G$3</c:f>
              <c:numCache>
                <c:formatCode>General</c:formatCode>
                <c:ptCount val="2"/>
                <c:pt idx="0">
                  <c:v>6.25</c:v>
                </c:pt>
                <c:pt idx="1">
                  <c:v>6.25</c:v>
                </c:pt>
              </c:numCache>
            </c:numRef>
          </c:xVal>
          <c:yVal>
            <c:numRef>
              <c:f>'Chart Data'!$H$2:$H$3</c:f>
              <c:numCache>
                <c:formatCode>0</c:formatCode>
                <c:ptCount val="2"/>
                <c:pt idx="0">
                  <c:v>50</c:v>
                </c:pt>
                <c:pt idx="1">
                  <c:v>60</c:v>
                </c:pt>
              </c:numCache>
            </c:numRef>
          </c:yVal>
          <c:smooth val="0"/>
        </c:ser>
        <c:ser>
          <c:idx val="4"/>
          <c:order val="4"/>
          <c:tx>
            <c:v>O hatch</c:v>
          </c:tx>
          <c:spPr>
            <a:ln xmlns:a="http://schemas.openxmlformats.org/drawingml/2006/main" w="11430">
              <a:solidFill>
                <a:srgbClr val="C48D28"/>
              </a:solidFill>
            </a:ln>
          </c:spPr>
          <c:marker>
            <c:symbol val="none"/>
          </c:marker>
          <c:xVal>
            <c:numRef>
              <c:f>'Chart Data'!$I$2:$I$3</c:f>
              <c:numCache>
                <c:formatCode>General</c:formatCode>
                <c:ptCount val="2"/>
                <c:pt idx="0">
                  <c:v>8.33333333</c:v>
                </c:pt>
                <c:pt idx="1">
                  <c:v>8.33333333</c:v>
                </c:pt>
              </c:numCache>
            </c:numRef>
          </c:xVal>
          <c:yVal>
            <c:numRef>
              <c:f>'Chart Data'!$J$2:$J$3</c:f>
              <c:numCache>
                <c:formatCode>0</c:formatCode>
                <c:ptCount val="2"/>
                <c:pt idx="0">
                  <c:v>50</c:v>
                </c:pt>
                <c:pt idx="1">
                  <c:v>60</c:v>
                </c:pt>
              </c:numCache>
            </c:numRef>
          </c:yVal>
          <c:smooth val="0"/>
        </c:ser>
        <c:ser>
          <c:idx val="5"/>
          <c:order val="5"/>
          <c:tx>
            <c:v>O hatch</c:v>
          </c:tx>
          <c:spPr>
            <a:ln xmlns:a="http://schemas.openxmlformats.org/drawingml/2006/main" w="11430">
              <a:solidFill>
                <a:srgbClr val="C48D28"/>
              </a:solidFill>
            </a:ln>
          </c:spPr>
          <c:marker>
            <c:symbol val="none"/>
          </c:marker>
          <c:xVal>
            <c:numRef>
              <c:f>'Chart Data'!$K$2:$K$3</c:f>
              <c:numCache>
                <c:formatCode>General</c:formatCode>
                <c:ptCount val="2"/>
                <c:pt idx="0">
                  <c:v>10.41666667</c:v>
                </c:pt>
                <c:pt idx="1">
                  <c:v>10.41666667</c:v>
                </c:pt>
              </c:numCache>
            </c:numRef>
          </c:xVal>
          <c:yVal>
            <c:numRef>
              <c:f>'Chart Data'!$L$2:$L$3</c:f>
              <c:numCache>
                <c:formatCode>0</c:formatCode>
                <c:ptCount val="2"/>
                <c:pt idx="0">
                  <c:v>50</c:v>
                </c:pt>
                <c:pt idx="1">
                  <c:v>60</c:v>
                </c:pt>
              </c:numCache>
            </c:numRef>
          </c:yVal>
          <c:smooth val="0"/>
        </c:ser>
        <c:ser>
          <c:idx val="6"/>
          <c:order val="6"/>
          <c:tx>
            <c:v>O hatch</c:v>
          </c:tx>
          <c:spPr>
            <a:ln xmlns:a="http://schemas.openxmlformats.org/drawingml/2006/main" w="11430">
              <a:solidFill>
                <a:srgbClr val="C48D28"/>
              </a:solidFill>
            </a:ln>
          </c:spPr>
          <c:marker>
            <c:symbol val="none"/>
          </c:marker>
          <c:xVal>
            <c:numRef>
              <c:f>'Chart Data'!$M$2:$M$3</c:f>
              <c:numCache>
                <c:formatCode>General</c:formatCode>
                <c:ptCount val="2"/>
                <c:pt idx="0">
                  <c:v>12.5</c:v>
                </c:pt>
                <c:pt idx="1">
                  <c:v>12.5</c:v>
                </c:pt>
              </c:numCache>
            </c:numRef>
          </c:xVal>
          <c:yVal>
            <c:numRef>
              <c:f>'Chart Data'!$N$2:$N$3</c:f>
              <c:numCache>
                <c:formatCode>0</c:formatCode>
                <c:ptCount val="2"/>
                <c:pt idx="0">
                  <c:v>50</c:v>
                </c:pt>
                <c:pt idx="1">
                  <c:v>60</c:v>
                </c:pt>
              </c:numCache>
            </c:numRef>
          </c:yVal>
          <c:smooth val="0"/>
        </c:ser>
        <c:ser>
          <c:idx val="7"/>
          <c:order val="7"/>
          <c:tx>
            <c:v>O hatch</c:v>
          </c:tx>
          <c:spPr>
            <a:ln xmlns:a="http://schemas.openxmlformats.org/drawingml/2006/main" w="11430">
              <a:solidFill>
                <a:srgbClr val="C48D28"/>
              </a:solidFill>
            </a:ln>
          </c:spPr>
          <c:marker>
            <c:symbol val="none"/>
          </c:marker>
          <c:xVal>
            <c:numRef>
              <c:f>'Chart Data'!$O$2:$O$3</c:f>
              <c:numCache>
                <c:formatCode>General</c:formatCode>
                <c:ptCount val="2"/>
                <c:pt idx="0">
                  <c:v>14.58333333</c:v>
                </c:pt>
                <c:pt idx="1">
                  <c:v>14.58333333</c:v>
                </c:pt>
              </c:numCache>
            </c:numRef>
          </c:xVal>
          <c:yVal>
            <c:numRef>
              <c:f>'Chart Data'!$P$2:$P$3</c:f>
              <c:numCache>
                <c:formatCode>0</c:formatCode>
                <c:ptCount val="2"/>
                <c:pt idx="0">
                  <c:v>50</c:v>
                </c:pt>
                <c:pt idx="1">
                  <c:v>60</c:v>
                </c:pt>
              </c:numCache>
            </c:numRef>
          </c:yVal>
          <c:smooth val="0"/>
        </c:ser>
        <c:ser>
          <c:idx val="8"/>
          <c:order val="8"/>
          <c:tx>
            <c:v>O hatch</c:v>
          </c:tx>
          <c:spPr>
            <a:ln xmlns:a="http://schemas.openxmlformats.org/drawingml/2006/main" w="11430">
              <a:solidFill>
                <a:srgbClr val="C48D28"/>
              </a:solidFill>
            </a:ln>
          </c:spPr>
          <c:marker>
            <c:symbol val="none"/>
          </c:marker>
          <c:xVal>
            <c:numRef>
              <c:f>'Chart Data'!$Q$2:$Q$3</c:f>
              <c:numCache>
                <c:formatCode>General</c:formatCode>
                <c:ptCount val="2"/>
                <c:pt idx="0">
                  <c:v>16.66666667</c:v>
                </c:pt>
                <c:pt idx="1">
                  <c:v>16.66666667</c:v>
                </c:pt>
              </c:numCache>
            </c:numRef>
          </c:xVal>
          <c:yVal>
            <c:numRef>
              <c:f>'Chart Data'!$R$2:$R$3</c:f>
              <c:numCache>
                <c:formatCode>0</c:formatCode>
                <c:ptCount val="2"/>
                <c:pt idx="0">
                  <c:v>50</c:v>
                </c:pt>
                <c:pt idx="1">
                  <c:v>60</c:v>
                </c:pt>
              </c:numCache>
            </c:numRef>
          </c:yVal>
          <c:smooth val="0"/>
        </c:ser>
        <c:ser>
          <c:idx val="9"/>
          <c:order val="9"/>
          <c:tx>
            <c:v>O hatch</c:v>
          </c:tx>
          <c:spPr>
            <a:ln xmlns:a="http://schemas.openxmlformats.org/drawingml/2006/main" w="11430">
              <a:solidFill>
                <a:srgbClr val="C48D28"/>
              </a:solidFill>
            </a:ln>
          </c:spPr>
          <c:marker>
            <c:symbol val="none"/>
          </c:marker>
          <c:xVal>
            <c:numRef>
              <c:f>'Chart Data'!$S$2:$S$3</c:f>
              <c:numCache>
                <c:formatCode>General</c:formatCode>
                <c:ptCount val="2"/>
                <c:pt idx="0">
                  <c:v>18.75</c:v>
                </c:pt>
                <c:pt idx="1">
                  <c:v>18.75</c:v>
                </c:pt>
              </c:numCache>
            </c:numRef>
          </c:xVal>
          <c:yVal>
            <c:numRef>
              <c:f>'Chart Data'!$T$2:$T$3</c:f>
              <c:numCache>
                <c:formatCode>0</c:formatCode>
                <c:ptCount val="2"/>
                <c:pt idx="0">
                  <c:v>50</c:v>
                </c:pt>
                <c:pt idx="1">
                  <c:v>60</c:v>
                </c:pt>
              </c:numCache>
            </c:numRef>
          </c:yVal>
          <c:smooth val="0"/>
        </c:ser>
        <c:ser>
          <c:idx val="10"/>
          <c:order val="10"/>
          <c:tx>
            <c:v>O hatch</c:v>
          </c:tx>
          <c:spPr>
            <a:ln xmlns:a="http://schemas.openxmlformats.org/drawingml/2006/main" w="11430">
              <a:solidFill>
                <a:srgbClr val="C48D28"/>
              </a:solidFill>
            </a:ln>
          </c:spPr>
          <c:marker>
            <c:symbol val="none"/>
          </c:marker>
          <c:xVal>
            <c:numRef>
              <c:f>'Chart Data'!$U$2:$U$3</c:f>
              <c:numCache>
                <c:formatCode>General</c:formatCode>
                <c:ptCount val="2"/>
                <c:pt idx="0">
                  <c:v>20.83333333</c:v>
                </c:pt>
                <c:pt idx="1">
                  <c:v>20.83333333</c:v>
                </c:pt>
              </c:numCache>
            </c:numRef>
          </c:xVal>
          <c:yVal>
            <c:numRef>
              <c:f>'Chart Data'!$V$2:$V$3</c:f>
              <c:numCache>
                <c:formatCode>0</c:formatCode>
                <c:ptCount val="2"/>
                <c:pt idx="0">
                  <c:v>50</c:v>
                </c:pt>
                <c:pt idx="1">
                  <c:v>60</c:v>
                </c:pt>
              </c:numCache>
            </c:numRef>
          </c:yVal>
          <c:smooth val="0"/>
        </c:ser>
        <c:ser>
          <c:idx val="11"/>
          <c:order val="11"/>
          <c:tx>
            <c:v>O hatch</c:v>
          </c:tx>
          <c:spPr>
            <a:ln xmlns:a="http://schemas.openxmlformats.org/drawingml/2006/main" w="11430">
              <a:solidFill>
                <a:srgbClr val="C48D28"/>
              </a:solidFill>
            </a:ln>
          </c:spPr>
          <c:marker>
            <c:symbol val="none"/>
          </c:marker>
          <c:xVal>
            <c:numRef>
              <c:f>'Chart Data'!$W$2:$W$3</c:f>
              <c:numCache>
                <c:formatCode>General</c:formatCode>
                <c:ptCount val="2"/>
                <c:pt idx="0">
                  <c:v>22.91666667</c:v>
                </c:pt>
                <c:pt idx="1">
                  <c:v>22.91666667</c:v>
                </c:pt>
              </c:numCache>
            </c:numRef>
          </c:xVal>
          <c:yVal>
            <c:numRef>
              <c:f>'Chart Data'!$X$2:$X$3</c:f>
              <c:numCache>
                <c:formatCode>0</c:formatCode>
                <c:ptCount val="2"/>
                <c:pt idx="0">
                  <c:v>50</c:v>
                </c:pt>
                <c:pt idx="1">
                  <c:v>60</c:v>
                </c:pt>
              </c:numCache>
            </c:numRef>
          </c:yVal>
          <c:smooth val="0"/>
        </c:ser>
        <c:ser>
          <c:idx val="12"/>
          <c:order val="12"/>
          <c:tx>
            <c:v>O hatch</c:v>
          </c:tx>
          <c:spPr>
            <a:ln xmlns:a="http://schemas.openxmlformats.org/drawingml/2006/main" w="11430">
              <a:solidFill>
                <a:srgbClr val="C48D28"/>
              </a:solidFill>
            </a:ln>
          </c:spPr>
          <c:marker>
            <c:symbol val="none"/>
          </c:marker>
          <c:xVal>
            <c:numRef>
              <c:f>'Chart Data'!$Y$2:$Y$3</c:f>
              <c:numCache>
                <c:formatCode>General</c:formatCode>
                <c:ptCount val="2"/>
                <c:pt idx="0">
                  <c:v>25</c:v>
                </c:pt>
                <c:pt idx="1">
                  <c:v>25</c:v>
                </c:pt>
              </c:numCache>
            </c:numRef>
          </c:xVal>
          <c:yVal>
            <c:numRef>
              <c:f>'Chart Data'!$Z$2:$Z$3</c:f>
              <c:numCache>
                <c:formatCode>0</c:formatCode>
                <c:ptCount val="2"/>
                <c:pt idx="0">
                  <c:v>50</c:v>
                </c:pt>
                <c:pt idx="1">
                  <c:v>60</c:v>
                </c:pt>
              </c:numCache>
            </c:numRef>
          </c:yVal>
          <c:smooth val="0"/>
        </c:ser>
        <c:ser>
          <c:idx val="13"/>
          <c:order val="13"/>
          <c:tx>
            <c:v>O hatch</c:v>
          </c:tx>
          <c:spPr>
            <a:ln xmlns:a="http://schemas.openxmlformats.org/drawingml/2006/main" w="11430">
              <a:solidFill>
                <a:srgbClr val="C48D28"/>
              </a:solidFill>
            </a:ln>
          </c:spPr>
          <c:marker>
            <c:symbol val="none"/>
          </c:marker>
          <c:xVal>
            <c:numRef>
              <c:f>'Chart Data'!$AA$2:$AA$3</c:f>
              <c:numCache>
                <c:formatCode>General</c:formatCode>
                <c:ptCount val="2"/>
                <c:pt idx="0">
                  <c:v>27.08333333</c:v>
                </c:pt>
                <c:pt idx="1">
                  <c:v>27.08333333</c:v>
                </c:pt>
              </c:numCache>
            </c:numRef>
          </c:xVal>
          <c:yVal>
            <c:numRef>
              <c:f>'Chart Data'!$AB$2:$AB$3</c:f>
              <c:numCache>
                <c:formatCode>0</c:formatCode>
                <c:ptCount val="2"/>
                <c:pt idx="0">
                  <c:v>50</c:v>
                </c:pt>
                <c:pt idx="1">
                  <c:v>60</c:v>
                </c:pt>
              </c:numCache>
            </c:numRef>
          </c:yVal>
          <c:smooth val="0"/>
        </c:ser>
        <c:ser>
          <c:idx val="14"/>
          <c:order val="14"/>
          <c:tx>
            <c:v>O hatch</c:v>
          </c:tx>
          <c:spPr>
            <a:ln xmlns:a="http://schemas.openxmlformats.org/drawingml/2006/main" w="11430">
              <a:solidFill>
                <a:srgbClr val="C48D28"/>
              </a:solidFill>
            </a:ln>
          </c:spPr>
          <c:marker>
            <c:symbol val="none"/>
          </c:marker>
          <c:xVal>
            <c:numRef>
              <c:f>'Chart Data'!$AC$2:$AC$3</c:f>
              <c:numCache>
                <c:formatCode>General</c:formatCode>
                <c:ptCount val="2"/>
                <c:pt idx="0">
                  <c:v>29.16666667</c:v>
                </c:pt>
                <c:pt idx="1">
                  <c:v>29.16666667</c:v>
                </c:pt>
              </c:numCache>
            </c:numRef>
          </c:xVal>
          <c:yVal>
            <c:numRef>
              <c:f>'Chart Data'!$AD$2:$AD$3</c:f>
              <c:numCache>
                <c:formatCode>0</c:formatCode>
                <c:ptCount val="2"/>
                <c:pt idx="0">
                  <c:v>50</c:v>
                </c:pt>
                <c:pt idx="1">
                  <c:v>60</c:v>
                </c:pt>
              </c:numCache>
            </c:numRef>
          </c:yVal>
          <c:smooth val="0"/>
        </c:ser>
        <c:ser>
          <c:idx val="15"/>
          <c:order val="15"/>
          <c:tx>
            <c:v>O hatch</c:v>
          </c:tx>
          <c:spPr>
            <a:ln xmlns:a="http://schemas.openxmlformats.org/drawingml/2006/main" w="11430">
              <a:solidFill>
                <a:srgbClr val="C48D28"/>
              </a:solidFill>
            </a:ln>
          </c:spPr>
          <c:marker>
            <c:symbol val="none"/>
          </c:marker>
          <c:xVal>
            <c:numRef>
              <c:f>'Chart Data'!$AE$2:$AE$3</c:f>
              <c:numCache>
                <c:formatCode>General</c:formatCode>
                <c:ptCount val="2"/>
                <c:pt idx="0">
                  <c:v>31.25</c:v>
                </c:pt>
                <c:pt idx="1">
                  <c:v>31.25</c:v>
                </c:pt>
              </c:numCache>
            </c:numRef>
          </c:xVal>
          <c:yVal>
            <c:numRef>
              <c:f>'Chart Data'!$AF$2:$AF$3</c:f>
              <c:numCache>
                <c:formatCode>0</c:formatCode>
                <c:ptCount val="2"/>
                <c:pt idx="0">
                  <c:v>50</c:v>
                </c:pt>
                <c:pt idx="1">
                  <c:v>60</c:v>
                </c:pt>
              </c:numCache>
            </c:numRef>
          </c:yVal>
          <c:smooth val="0"/>
        </c:ser>
        <c:ser>
          <c:idx val="16"/>
          <c:order val="16"/>
          <c:tx>
            <c:v>O hatch</c:v>
          </c:tx>
          <c:spPr>
            <a:ln xmlns:a="http://schemas.openxmlformats.org/drawingml/2006/main" w="11430">
              <a:solidFill>
                <a:srgbClr val="C48D28"/>
              </a:solidFill>
            </a:ln>
          </c:spPr>
          <c:marker>
            <c:symbol val="none"/>
          </c:marker>
          <c:xVal>
            <c:numRef>
              <c:f>'Chart Data'!$AG$2:$AG$3</c:f>
              <c:numCache>
                <c:formatCode>General</c:formatCode>
                <c:ptCount val="2"/>
                <c:pt idx="0">
                  <c:v>33.33333333</c:v>
                </c:pt>
                <c:pt idx="1">
                  <c:v>33.33333333</c:v>
                </c:pt>
              </c:numCache>
            </c:numRef>
          </c:xVal>
          <c:yVal>
            <c:numRef>
              <c:f>'Chart Data'!$AH$2:$AH$3</c:f>
              <c:numCache>
                <c:formatCode>0</c:formatCode>
                <c:ptCount val="2"/>
                <c:pt idx="0">
                  <c:v>50</c:v>
                </c:pt>
                <c:pt idx="1">
                  <c:v>60</c:v>
                </c:pt>
              </c:numCache>
            </c:numRef>
          </c:yVal>
          <c:smooth val="0"/>
        </c:ser>
        <c:ser>
          <c:idx val="17"/>
          <c:order val="17"/>
          <c:tx>
            <c:v>O hatch</c:v>
          </c:tx>
          <c:spPr>
            <a:ln xmlns:a="http://schemas.openxmlformats.org/drawingml/2006/main" w="11430">
              <a:solidFill>
                <a:srgbClr val="C48D28"/>
              </a:solidFill>
            </a:ln>
          </c:spPr>
          <c:marker>
            <c:symbol val="none"/>
          </c:marker>
          <c:xVal>
            <c:numRef>
              <c:f>'Chart Data'!$AI$2:$AI$3</c:f>
              <c:numCache>
                <c:formatCode>General</c:formatCode>
                <c:ptCount val="2"/>
                <c:pt idx="0">
                  <c:v>35.41666667</c:v>
                </c:pt>
                <c:pt idx="1">
                  <c:v>35.41666667</c:v>
                </c:pt>
              </c:numCache>
            </c:numRef>
          </c:xVal>
          <c:yVal>
            <c:numRef>
              <c:f>'Chart Data'!$AJ$2:$AJ$3</c:f>
              <c:numCache>
                <c:formatCode>0</c:formatCode>
                <c:ptCount val="2"/>
                <c:pt idx="0">
                  <c:v>50</c:v>
                </c:pt>
                <c:pt idx="1">
                  <c:v>60</c:v>
                </c:pt>
              </c:numCache>
            </c:numRef>
          </c:yVal>
          <c:smooth val="0"/>
        </c:ser>
        <c:ser>
          <c:idx val="18"/>
          <c:order val="18"/>
          <c:tx>
            <c:v>O hatch</c:v>
          </c:tx>
          <c:spPr>
            <a:ln xmlns:a="http://schemas.openxmlformats.org/drawingml/2006/main" w="11430">
              <a:solidFill>
                <a:srgbClr val="C48D28"/>
              </a:solidFill>
            </a:ln>
          </c:spPr>
          <c:marker>
            <c:symbol val="none"/>
          </c:marker>
          <c:xVal>
            <c:numRef>
              <c:f>'Chart Data'!$AK$2:$AK$3</c:f>
              <c:numCache>
                <c:formatCode>General</c:formatCode>
                <c:ptCount val="2"/>
                <c:pt idx="0">
                  <c:v>37.5</c:v>
                </c:pt>
                <c:pt idx="1">
                  <c:v>37.5</c:v>
                </c:pt>
              </c:numCache>
            </c:numRef>
          </c:xVal>
          <c:yVal>
            <c:numRef>
              <c:f>'Chart Data'!$AL$2:$AL$3</c:f>
              <c:numCache>
                <c:formatCode>0</c:formatCode>
                <c:ptCount val="2"/>
                <c:pt idx="0">
                  <c:v>50</c:v>
                </c:pt>
                <c:pt idx="1">
                  <c:v>60</c:v>
                </c:pt>
              </c:numCache>
            </c:numRef>
          </c:yVal>
          <c:smooth val="0"/>
        </c:ser>
        <c:ser>
          <c:idx val="19"/>
          <c:order val="19"/>
          <c:tx>
            <c:v>O hatch</c:v>
          </c:tx>
          <c:spPr>
            <a:ln xmlns:a="http://schemas.openxmlformats.org/drawingml/2006/main" w="11430">
              <a:solidFill>
                <a:srgbClr val="C48D28"/>
              </a:solidFill>
            </a:ln>
          </c:spPr>
          <c:marker>
            <c:symbol val="none"/>
          </c:marker>
          <c:xVal>
            <c:numRef>
              <c:f>'Chart Data'!$AM$2:$AM$3</c:f>
              <c:numCache>
                <c:formatCode>General</c:formatCode>
                <c:ptCount val="2"/>
                <c:pt idx="0">
                  <c:v>39.58333333</c:v>
                </c:pt>
                <c:pt idx="1">
                  <c:v>39.58333333</c:v>
                </c:pt>
              </c:numCache>
            </c:numRef>
          </c:xVal>
          <c:yVal>
            <c:numRef>
              <c:f>'Chart Data'!$AN$2:$AN$3</c:f>
              <c:numCache>
                <c:formatCode>0</c:formatCode>
                <c:ptCount val="2"/>
                <c:pt idx="0">
                  <c:v>50</c:v>
                </c:pt>
                <c:pt idx="1">
                  <c:v>60</c:v>
                </c:pt>
              </c:numCache>
            </c:numRef>
          </c:yVal>
          <c:smooth val="0"/>
        </c:ser>
        <c:ser>
          <c:idx val="20"/>
          <c:order val="20"/>
          <c:tx>
            <c:v>W boundary</c:v>
          </c:tx>
          <c:spPr>
            <a:ln xmlns:a="http://schemas.openxmlformats.org/drawingml/2006/main" w="21908">
              <a:solidFill>
                <a:srgbClr val="C8554B"/>
              </a:solidFill>
            </a:ln>
          </c:spPr>
          <c:marker>
            <c:symbol val="none"/>
          </c:marker>
          <c:xVal>
            <c:numRef>
              <c:f>'Chart Data'!$AO$2:$AO$5</c:f>
              <c:numCache>
                <c:formatCode>General</c:formatCode>
                <c:ptCount val="4"/>
                <c:pt idx="0">
                  <c:v>40</c:v>
                </c:pt>
                <c:pt idx="1">
                  <c:v>60</c:v>
                </c:pt>
                <c:pt idx="2">
                  <c:v>40</c:v>
                </c:pt>
                <c:pt idx="3">
                  <c:v>40</c:v>
                </c:pt>
              </c:numCache>
            </c:numRef>
          </c:xVal>
          <c:yVal>
            <c:numRef>
              <c:f>'Chart Data'!$AP$2:$AP$5</c:f>
              <c:numCache>
                <c:formatCode>0</c:formatCode>
                <c:ptCount val="4"/>
                <c:pt idx="0">
                  <c:v>40</c:v>
                </c:pt>
                <c:pt idx="1">
                  <c:v>50</c:v>
                </c:pt>
                <c:pt idx="2">
                  <c:v>60</c:v>
                </c:pt>
                <c:pt idx="3">
                  <c:v>40</c:v>
                </c:pt>
              </c:numCache>
            </c:numRef>
          </c:yVal>
          <c:smooth val="0"/>
        </c:ser>
        <c:ser>
          <c:idx val="21"/>
          <c:order val="21"/>
          <c:tx>
            <c:v>W hatch</c:v>
          </c:tx>
          <c:spPr>
            <a:ln xmlns:a="http://schemas.openxmlformats.org/drawingml/2006/main" w="11430">
              <a:solidFill>
                <a:srgbClr val="C8554B"/>
              </a:solidFill>
            </a:ln>
          </c:spPr>
          <c:marker>
            <c:symbol val="none"/>
          </c:marker>
          <c:xVal>
            <c:numRef>
              <c:f>'Chart Data'!$AQ$2:$AQ$3</c:f>
              <c:numCache>
                <c:formatCode>General</c:formatCode>
                <c:ptCount val="2"/>
                <c:pt idx="0">
                  <c:v>40</c:v>
                </c:pt>
                <c:pt idx="1">
                  <c:v>42.6</c:v>
                </c:pt>
              </c:numCache>
            </c:numRef>
          </c:xVal>
          <c:yVal>
            <c:numRef>
              <c:f>'Chart Data'!$AR$2:$AR$3</c:f>
              <c:numCache>
                <c:formatCode>0</c:formatCode>
                <c:ptCount val="2"/>
                <c:pt idx="0">
                  <c:v>41.3</c:v>
                </c:pt>
                <c:pt idx="1">
                  <c:v>41.3</c:v>
                </c:pt>
              </c:numCache>
            </c:numRef>
          </c:yVal>
          <c:smooth val="0"/>
        </c:ser>
        <c:ser>
          <c:idx val="22"/>
          <c:order val="22"/>
          <c:tx>
            <c:v>W hatch</c:v>
          </c:tx>
          <c:spPr>
            <a:ln xmlns:a="http://schemas.openxmlformats.org/drawingml/2006/main" w="11430">
              <a:solidFill>
                <a:srgbClr val="C8554B"/>
              </a:solidFill>
            </a:ln>
          </c:spPr>
          <c:marker>
            <c:symbol val="none"/>
          </c:marker>
          <c:xVal>
            <c:numRef>
              <c:f>'Chart Data'!$AS$2:$AS$3</c:f>
              <c:numCache>
                <c:formatCode>General</c:formatCode>
                <c:ptCount val="2"/>
                <c:pt idx="0">
                  <c:v>40</c:v>
                </c:pt>
                <c:pt idx="1">
                  <c:v>45.2</c:v>
                </c:pt>
              </c:numCache>
            </c:numRef>
          </c:xVal>
          <c:yVal>
            <c:numRef>
              <c:f>'Chart Data'!$AT$2:$AT$3</c:f>
              <c:numCache>
                <c:formatCode>0</c:formatCode>
                <c:ptCount val="2"/>
                <c:pt idx="0">
                  <c:v>42.6</c:v>
                </c:pt>
                <c:pt idx="1">
                  <c:v>42.6</c:v>
                </c:pt>
              </c:numCache>
            </c:numRef>
          </c:yVal>
          <c:smooth val="0"/>
        </c:ser>
        <c:ser>
          <c:idx val="23"/>
          <c:order val="23"/>
          <c:tx>
            <c:v>W hatch</c:v>
          </c:tx>
          <c:spPr>
            <a:ln xmlns:a="http://schemas.openxmlformats.org/drawingml/2006/main" w="11430">
              <a:solidFill>
                <a:srgbClr val="C8554B"/>
              </a:solidFill>
            </a:ln>
          </c:spPr>
          <c:marker>
            <c:symbol val="none"/>
          </c:marker>
          <c:xVal>
            <c:numRef>
              <c:f>'Chart Data'!$AU$2:$AU$3</c:f>
              <c:numCache>
                <c:formatCode>General</c:formatCode>
                <c:ptCount val="2"/>
                <c:pt idx="0">
                  <c:v>40</c:v>
                </c:pt>
                <c:pt idx="1">
                  <c:v>47.8</c:v>
                </c:pt>
              </c:numCache>
            </c:numRef>
          </c:xVal>
          <c:yVal>
            <c:numRef>
              <c:f>'Chart Data'!$AV$2:$AV$3</c:f>
              <c:numCache>
                <c:formatCode>0</c:formatCode>
                <c:ptCount val="2"/>
                <c:pt idx="0">
                  <c:v>43.9</c:v>
                </c:pt>
                <c:pt idx="1">
                  <c:v>43.9</c:v>
                </c:pt>
              </c:numCache>
            </c:numRef>
          </c:yVal>
          <c:smooth val="0"/>
        </c:ser>
        <c:ser>
          <c:idx val="24"/>
          <c:order val="24"/>
          <c:tx>
            <c:v>W hatch</c:v>
          </c:tx>
          <c:spPr>
            <a:ln xmlns:a="http://schemas.openxmlformats.org/drawingml/2006/main" w="11430">
              <a:solidFill>
                <a:srgbClr val="C8554B"/>
              </a:solidFill>
            </a:ln>
          </c:spPr>
          <c:marker>
            <c:symbol val="none"/>
          </c:marker>
          <c:xVal>
            <c:numRef>
              <c:f>'Chart Data'!$AW$2:$AW$3</c:f>
              <c:numCache>
                <c:formatCode>General</c:formatCode>
                <c:ptCount val="2"/>
                <c:pt idx="0">
                  <c:v>40</c:v>
                </c:pt>
                <c:pt idx="1">
                  <c:v>50.4</c:v>
                </c:pt>
              </c:numCache>
            </c:numRef>
          </c:xVal>
          <c:yVal>
            <c:numRef>
              <c:f>'Chart Data'!$AX$2:$AX$3</c:f>
              <c:numCache>
                <c:formatCode>0</c:formatCode>
                <c:ptCount val="2"/>
                <c:pt idx="0">
                  <c:v>45.2</c:v>
                </c:pt>
                <c:pt idx="1">
                  <c:v>45.2</c:v>
                </c:pt>
              </c:numCache>
            </c:numRef>
          </c:yVal>
          <c:smooth val="0"/>
        </c:ser>
        <c:ser>
          <c:idx val="25"/>
          <c:order val="25"/>
          <c:tx>
            <c:v>W hatch</c:v>
          </c:tx>
          <c:spPr>
            <a:ln xmlns:a="http://schemas.openxmlformats.org/drawingml/2006/main" w="11430">
              <a:solidFill>
                <a:srgbClr val="C8554B"/>
              </a:solidFill>
            </a:ln>
          </c:spPr>
          <c:marker>
            <c:symbol val="none"/>
          </c:marker>
          <c:xVal>
            <c:numRef>
              <c:f>'Chart Data'!$AY$2:$AY$3</c:f>
              <c:numCache>
                <c:formatCode>General</c:formatCode>
                <c:ptCount val="2"/>
                <c:pt idx="0">
                  <c:v>40</c:v>
                </c:pt>
                <c:pt idx="1">
                  <c:v>53</c:v>
                </c:pt>
              </c:numCache>
            </c:numRef>
          </c:xVal>
          <c:yVal>
            <c:numRef>
              <c:f>'Chart Data'!$AZ$2:$AZ$3</c:f>
              <c:numCache>
                <c:formatCode>0</c:formatCode>
                <c:ptCount val="2"/>
                <c:pt idx="0">
                  <c:v>46.5</c:v>
                </c:pt>
                <c:pt idx="1">
                  <c:v>46.5</c:v>
                </c:pt>
              </c:numCache>
            </c:numRef>
          </c:yVal>
          <c:smooth val="0"/>
        </c:ser>
        <c:ser>
          <c:idx val="26"/>
          <c:order val="26"/>
          <c:tx>
            <c:v>W hatch</c:v>
          </c:tx>
          <c:spPr>
            <a:ln xmlns:a="http://schemas.openxmlformats.org/drawingml/2006/main" w="11430">
              <a:solidFill>
                <a:srgbClr val="C8554B"/>
              </a:solidFill>
            </a:ln>
          </c:spPr>
          <c:marker>
            <c:symbol val="none"/>
          </c:marker>
          <c:xVal>
            <c:numRef>
              <c:f>'Chart Data'!$BA$2:$BA$3</c:f>
              <c:numCache>
                <c:formatCode>General</c:formatCode>
                <c:ptCount val="2"/>
                <c:pt idx="0">
                  <c:v>40</c:v>
                </c:pt>
                <c:pt idx="1">
                  <c:v>55.6</c:v>
                </c:pt>
              </c:numCache>
            </c:numRef>
          </c:xVal>
          <c:yVal>
            <c:numRef>
              <c:f>'Chart Data'!$BB$2:$BB$3</c:f>
              <c:numCache>
                <c:formatCode>0</c:formatCode>
                <c:ptCount val="2"/>
                <c:pt idx="0">
                  <c:v>47.8</c:v>
                </c:pt>
                <c:pt idx="1">
                  <c:v>47.8</c:v>
                </c:pt>
              </c:numCache>
            </c:numRef>
          </c:yVal>
          <c:smooth val="0"/>
        </c:ser>
        <c:ser>
          <c:idx val="27"/>
          <c:order val="27"/>
          <c:tx>
            <c:v>W hatch</c:v>
          </c:tx>
          <c:spPr>
            <a:ln xmlns:a="http://schemas.openxmlformats.org/drawingml/2006/main" w="11430">
              <a:solidFill>
                <a:srgbClr val="C8554B"/>
              </a:solidFill>
            </a:ln>
          </c:spPr>
          <c:marker>
            <c:symbol val="none"/>
          </c:marker>
          <c:xVal>
            <c:numRef>
              <c:f>'Chart Data'!$BC$2:$BC$3</c:f>
              <c:numCache>
                <c:formatCode>General</c:formatCode>
                <c:ptCount val="2"/>
                <c:pt idx="0">
                  <c:v>40</c:v>
                </c:pt>
                <c:pt idx="1">
                  <c:v>58.2</c:v>
                </c:pt>
              </c:numCache>
            </c:numRef>
          </c:xVal>
          <c:yVal>
            <c:numRef>
              <c:f>'Chart Data'!$BD$2:$BD$3</c:f>
              <c:numCache>
                <c:formatCode>0</c:formatCode>
                <c:ptCount val="2"/>
                <c:pt idx="0">
                  <c:v>49.1</c:v>
                </c:pt>
                <c:pt idx="1">
                  <c:v>49.1</c:v>
                </c:pt>
              </c:numCache>
            </c:numRef>
          </c:yVal>
          <c:smooth val="0"/>
        </c:ser>
        <c:ser>
          <c:idx val="28"/>
          <c:order val="28"/>
          <c:tx>
            <c:v>W hatch</c:v>
          </c:tx>
          <c:spPr>
            <a:ln xmlns:a="http://schemas.openxmlformats.org/drawingml/2006/main" w="11430">
              <a:solidFill>
                <a:srgbClr val="C8554B"/>
              </a:solidFill>
            </a:ln>
          </c:spPr>
          <c:marker>
            <c:symbol val="none"/>
          </c:marker>
          <c:xVal>
            <c:numRef>
              <c:f>'Chart Data'!$BE$2:$BE$3</c:f>
              <c:numCache>
                <c:formatCode>General</c:formatCode>
                <c:ptCount val="2"/>
                <c:pt idx="0">
                  <c:v>40</c:v>
                </c:pt>
                <c:pt idx="1">
                  <c:v>59.2</c:v>
                </c:pt>
              </c:numCache>
            </c:numRef>
          </c:xVal>
          <c:yVal>
            <c:numRef>
              <c:f>'Chart Data'!$BF$2:$BF$3</c:f>
              <c:numCache>
                <c:formatCode>0</c:formatCode>
                <c:ptCount val="2"/>
                <c:pt idx="0">
                  <c:v>50.4</c:v>
                </c:pt>
                <c:pt idx="1">
                  <c:v>50.4</c:v>
                </c:pt>
              </c:numCache>
            </c:numRef>
          </c:yVal>
          <c:smooth val="0"/>
        </c:ser>
        <c:ser>
          <c:idx val="29"/>
          <c:order val="29"/>
          <c:tx>
            <c:v>W hatch</c:v>
          </c:tx>
          <c:spPr>
            <a:ln xmlns:a="http://schemas.openxmlformats.org/drawingml/2006/main" w="11430">
              <a:solidFill>
                <a:srgbClr val="C8554B"/>
              </a:solidFill>
            </a:ln>
          </c:spPr>
          <c:marker>
            <c:symbol val="none"/>
          </c:marker>
          <c:xVal>
            <c:numRef>
              <c:f>'Chart Data'!$BG$2:$BG$3</c:f>
              <c:numCache>
                <c:formatCode>General</c:formatCode>
                <c:ptCount val="2"/>
                <c:pt idx="0">
                  <c:v>40</c:v>
                </c:pt>
                <c:pt idx="1">
                  <c:v>56.6</c:v>
                </c:pt>
              </c:numCache>
            </c:numRef>
          </c:xVal>
          <c:yVal>
            <c:numRef>
              <c:f>'Chart Data'!$BH$2:$BH$3</c:f>
              <c:numCache>
                <c:formatCode>0</c:formatCode>
                <c:ptCount val="2"/>
                <c:pt idx="0">
                  <c:v>51.7</c:v>
                </c:pt>
                <c:pt idx="1">
                  <c:v>51.7</c:v>
                </c:pt>
              </c:numCache>
            </c:numRef>
          </c:yVal>
          <c:smooth val="0"/>
        </c:ser>
        <c:ser>
          <c:idx val="30"/>
          <c:order val="30"/>
          <c:tx>
            <c:v>W hatch</c:v>
          </c:tx>
          <c:spPr>
            <a:ln xmlns:a="http://schemas.openxmlformats.org/drawingml/2006/main" w="11430">
              <a:solidFill>
                <a:srgbClr val="C8554B"/>
              </a:solidFill>
            </a:ln>
          </c:spPr>
          <c:marker>
            <c:symbol val="none"/>
          </c:marker>
          <c:xVal>
            <c:numRef>
              <c:f>'Chart Data'!$BI$2:$BI$3</c:f>
              <c:numCache>
                <c:formatCode>General</c:formatCode>
                <c:ptCount val="2"/>
                <c:pt idx="0">
                  <c:v>40</c:v>
                </c:pt>
                <c:pt idx="1">
                  <c:v>54</c:v>
                </c:pt>
              </c:numCache>
            </c:numRef>
          </c:xVal>
          <c:yVal>
            <c:numRef>
              <c:f>'Chart Data'!$BJ$2:$BJ$3</c:f>
              <c:numCache>
                <c:formatCode>0</c:formatCode>
                <c:ptCount val="2"/>
                <c:pt idx="0">
                  <c:v>53</c:v>
                </c:pt>
                <c:pt idx="1">
                  <c:v>53</c:v>
                </c:pt>
              </c:numCache>
            </c:numRef>
          </c:yVal>
          <c:smooth val="0"/>
        </c:ser>
        <c:ser>
          <c:idx val="31"/>
          <c:order val="31"/>
          <c:tx>
            <c:v>W hatch</c:v>
          </c:tx>
          <c:spPr>
            <a:ln xmlns:a="http://schemas.openxmlformats.org/drawingml/2006/main" w="11430">
              <a:solidFill>
                <a:srgbClr val="C8554B"/>
              </a:solidFill>
            </a:ln>
          </c:spPr>
          <c:marker>
            <c:symbol val="none"/>
          </c:marker>
          <c:xVal>
            <c:numRef>
              <c:f>'Chart Data'!$BK$2:$BK$3</c:f>
              <c:numCache>
                <c:formatCode>General</c:formatCode>
                <c:ptCount val="2"/>
                <c:pt idx="0">
                  <c:v>40</c:v>
                </c:pt>
                <c:pt idx="1">
                  <c:v>51.4</c:v>
                </c:pt>
              </c:numCache>
            </c:numRef>
          </c:xVal>
          <c:yVal>
            <c:numRef>
              <c:f>'Chart Data'!$BL$2:$BL$3</c:f>
              <c:numCache>
                <c:formatCode>0</c:formatCode>
                <c:ptCount val="2"/>
                <c:pt idx="0">
                  <c:v>54.3</c:v>
                </c:pt>
                <c:pt idx="1">
                  <c:v>54.3</c:v>
                </c:pt>
              </c:numCache>
            </c:numRef>
          </c:yVal>
          <c:smooth val="0"/>
        </c:ser>
        <c:ser>
          <c:idx val="32"/>
          <c:order val="32"/>
          <c:tx>
            <c:v>W hatch</c:v>
          </c:tx>
          <c:spPr>
            <a:ln xmlns:a="http://schemas.openxmlformats.org/drawingml/2006/main" w="11430">
              <a:solidFill>
                <a:srgbClr val="C8554B"/>
              </a:solidFill>
            </a:ln>
          </c:spPr>
          <c:marker>
            <c:symbol val="none"/>
          </c:marker>
          <c:xVal>
            <c:numRef>
              <c:f>'Chart Data'!$BM$2:$BM$3</c:f>
              <c:numCache>
                <c:formatCode>General</c:formatCode>
                <c:ptCount val="2"/>
                <c:pt idx="0">
                  <c:v>40</c:v>
                </c:pt>
                <c:pt idx="1">
                  <c:v>48.8</c:v>
                </c:pt>
              </c:numCache>
            </c:numRef>
          </c:xVal>
          <c:yVal>
            <c:numRef>
              <c:f>'Chart Data'!$BN$2:$BN$3</c:f>
              <c:numCache>
                <c:formatCode>0</c:formatCode>
                <c:ptCount val="2"/>
                <c:pt idx="0">
                  <c:v>55.6</c:v>
                </c:pt>
                <c:pt idx="1">
                  <c:v>55.6</c:v>
                </c:pt>
              </c:numCache>
            </c:numRef>
          </c:yVal>
          <c:smooth val="0"/>
        </c:ser>
        <c:ser>
          <c:idx val="33"/>
          <c:order val="33"/>
          <c:tx>
            <c:v>W hatch</c:v>
          </c:tx>
          <c:spPr>
            <a:ln xmlns:a="http://schemas.openxmlformats.org/drawingml/2006/main" w="11430">
              <a:solidFill>
                <a:srgbClr val="C8554B"/>
              </a:solidFill>
            </a:ln>
          </c:spPr>
          <c:marker>
            <c:symbol val="none"/>
          </c:marker>
          <c:xVal>
            <c:numRef>
              <c:f>'Chart Data'!$BO$2:$BO$3</c:f>
              <c:numCache>
                <c:formatCode>General</c:formatCode>
                <c:ptCount val="2"/>
                <c:pt idx="0">
                  <c:v>40</c:v>
                </c:pt>
                <c:pt idx="1">
                  <c:v>46.2</c:v>
                </c:pt>
              </c:numCache>
            </c:numRef>
          </c:xVal>
          <c:yVal>
            <c:numRef>
              <c:f>'Chart Data'!$BP$2:$BP$3</c:f>
              <c:numCache>
                <c:formatCode>0</c:formatCode>
                <c:ptCount val="2"/>
                <c:pt idx="0">
                  <c:v>56.9</c:v>
                </c:pt>
                <c:pt idx="1">
                  <c:v>56.9</c:v>
                </c:pt>
              </c:numCache>
            </c:numRef>
          </c:yVal>
          <c:smooth val="0"/>
        </c:ser>
        <c:ser>
          <c:idx val="34"/>
          <c:order val="34"/>
          <c:tx>
            <c:v>W hatch</c:v>
          </c:tx>
          <c:spPr>
            <a:ln xmlns:a="http://schemas.openxmlformats.org/drawingml/2006/main" w="11430">
              <a:solidFill>
                <a:srgbClr val="C8554B"/>
              </a:solidFill>
            </a:ln>
          </c:spPr>
          <c:marker>
            <c:symbol val="none"/>
          </c:marker>
          <c:xVal>
            <c:numRef>
              <c:f>'Chart Data'!$BQ$2:$BQ$3</c:f>
              <c:numCache>
                <c:formatCode>General</c:formatCode>
                <c:ptCount val="2"/>
                <c:pt idx="0">
                  <c:v>40</c:v>
                </c:pt>
                <c:pt idx="1">
                  <c:v>43.6</c:v>
                </c:pt>
              </c:numCache>
            </c:numRef>
          </c:xVal>
          <c:yVal>
            <c:numRef>
              <c:f>'Chart Data'!$BR$2:$BR$3</c:f>
              <c:numCache>
                <c:formatCode>0</c:formatCode>
                <c:ptCount val="2"/>
                <c:pt idx="0">
                  <c:v>58.2</c:v>
                </c:pt>
                <c:pt idx="1">
                  <c:v>58.2</c:v>
                </c:pt>
              </c:numCache>
            </c:numRef>
          </c:yVal>
          <c:smooth val="0"/>
        </c:ser>
        <c:ser>
          <c:idx val="35"/>
          <c:order val="35"/>
          <c:tx>
            <c:v>W hatch</c:v>
          </c:tx>
          <c:spPr>
            <a:ln xmlns:a="http://schemas.openxmlformats.org/drawingml/2006/main" w="11430">
              <a:solidFill>
                <a:srgbClr val="C8554B"/>
              </a:solidFill>
            </a:ln>
          </c:spPr>
          <c:marker>
            <c:symbol val="none"/>
          </c:marker>
          <c:xVal>
            <c:numRef>
              <c:f>'Chart Data'!$BS$2:$BS$3</c:f>
              <c:numCache>
                <c:formatCode>General</c:formatCode>
                <c:ptCount val="2"/>
                <c:pt idx="0">
                  <c:v>40</c:v>
                </c:pt>
                <c:pt idx="1">
                  <c:v>41</c:v>
                </c:pt>
              </c:numCache>
            </c:numRef>
          </c:xVal>
          <c:yVal>
            <c:numRef>
              <c:f>'Chart Data'!$BT$2:$BT$3</c:f>
              <c:numCache>
                <c:formatCode>0</c:formatCode>
                <c:ptCount val="2"/>
                <c:pt idx="0">
                  <c:v>59.5</c:v>
                </c:pt>
                <c:pt idx="1">
                  <c:v>59.5</c:v>
                </c:pt>
              </c:numCache>
            </c:numRef>
          </c:yVal>
          <c:smooth val="0"/>
        </c:ser>
        <c:ser>
          <c:idx val="36"/>
          <c:order val="36"/>
          <c:tx>
            <c:v>Qm</c:v>
          </c:tx>
          <c:spPr>
            <a:ln xmlns:a="http://schemas.openxmlformats.org/drawingml/2006/main" w="12383">
              <a:solidFill>
                <a:srgbClr val="445B6B"/>
              </a:solidFill>
            </a:ln>
          </c:spPr>
          <c:marker>
            <c:symbol val="none"/>
          </c:marker>
          <c:xVal>
            <c:numRef>
              <c:f>'Chart Data'!$BU$2:$BU$3</c:f>
              <c:numCache>
                <c:formatCode>General</c:formatCode>
                <c:ptCount val="2"/>
                <c:pt idx="0">
                  <c:v>40</c:v>
                </c:pt>
                <c:pt idx="1">
                  <c:v>40</c:v>
                </c:pt>
              </c:numCache>
            </c:numRef>
          </c:xVal>
          <c:yVal>
            <c:numRef>
              <c:f>'Chart Data'!$BV$2:$BV$3</c:f>
              <c:numCache>
                <c:formatCode>0</c:formatCode>
                <c:ptCount val="2"/>
                <c:pt idx="0">
                  <c:v>0</c:v>
                </c:pt>
                <c:pt idx="1">
                  <c:v>60</c:v>
                </c:pt>
              </c:numCache>
            </c:numRef>
          </c:yVal>
          <c:smooth val="0"/>
        </c:ser>
        <c:ser>
          <c:idx val="37"/>
          <c:order val="37"/>
          <c:tx>
            <c:v>Pm</c:v>
          </c:tx>
          <c:spPr>
            <a:ln xmlns:a="http://schemas.openxmlformats.org/drawingml/2006/main" w="12383">
              <a:solidFill>
                <a:srgbClr val="445B6B"/>
              </a:solidFill>
            </a:ln>
          </c:spPr>
          <c:marker>
            <c:symbol val="none"/>
          </c:marker>
          <c:xVal>
            <c:numRef>
              <c:f>'Chart Data'!$BW$2:$BW$3</c:f>
              <c:numCache>
                <c:formatCode>General</c:formatCode>
                <c:ptCount val="2"/>
                <c:pt idx="0">
                  <c:v>0</c:v>
                </c:pt>
                <c:pt idx="1">
                  <c:v>40</c:v>
                </c:pt>
              </c:numCache>
            </c:numRef>
          </c:xVal>
          <c:yVal>
            <c:numRef>
              <c:f>'Chart Data'!$BX$2:$BX$3</c:f>
              <c:numCache>
                <c:formatCode>0</c:formatCode>
                <c:ptCount val="2"/>
                <c:pt idx="0">
                  <c:v>60</c:v>
                </c:pt>
                <c:pt idx="1">
                  <c:v>60</c:v>
                </c:pt>
              </c:numCache>
            </c:numRef>
          </c:yVal>
          <c:smooth val="0"/>
        </c:ser>
        <c:ser>
          <c:idx val="38"/>
          <c:order val="38"/>
          <c:tx>
            <c:v>M</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M</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Data'!$BY$2:$BY$2</c:f>
              <c:numCache>
                <c:formatCode>General</c:formatCode>
                <c:ptCount val="1"/>
                <c:pt idx="0">
                  <c:v>41.5</c:v>
                </c:pt>
              </c:numCache>
            </c:numRef>
          </c:xVal>
          <c:yVal>
            <c:numRef>
              <c:f>'Chart Data'!$BZ$2:$BZ$2</c:f>
              <c:numCache>
                <c:formatCode>0</c:formatCode>
                <c:ptCount val="1"/>
                <c:pt idx="0">
                  <c:v>65.2</c:v>
                </c:pt>
              </c:numCache>
            </c:numRef>
          </c:yVal>
          <c:smooth val="0"/>
        </c:ser>
        <c:ser>
          <c:idx val="39"/>
          <c:order val="39"/>
          <c:tx>
            <c:v>Qe</c:v>
          </c:tx>
          <c:spPr>
            <a:ln xmlns:a="http://schemas.openxmlformats.org/drawingml/2006/main" w="12383">
              <a:solidFill>
                <a:srgbClr val="445B6B"/>
              </a:solidFill>
            </a:ln>
          </c:spPr>
          <c:marker>
            <c:symbol val="none"/>
          </c:marker>
          <c:xVal>
            <c:numRef>
              <c:f>'Chart Data'!$CA$2:$CA$3</c:f>
              <c:numCache>
                <c:formatCode>General</c:formatCode>
                <c:ptCount val="2"/>
                <c:pt idx="0">
                  <c:v>60</c:v>
                </c:pt>
                <c:pt idx="1">
                  <c:v>60</c:v>
                </c:pt>
              </c:numCache>
            </c:numRef>
          </c:xVal>
          <c:yVal>
            <c:numRef>
              <c:f>'Chart Data'!$CB$2:$CB$3</c:f>
              <c:numCache>
                <c:formatCode>0</c:formatCode>
                <c:ptCount val="2"/>
                <c:pt idx="0">
                  <c:v>0</c:v>
                </c:pt>
                <c:pt idx="1">
                  <c:v>50</c:v>
                </c:pt>
              </c:numCache>
            </c:numRef>
          </c:yVal>
          <c:smooth val="0"/>
        </c:ser>
        <c:ser>
          <c:idx val="40"/>
          <c:order val="40"/>
          <c:tx>
            <c:v>Pe</c:v>
          </c:tx>
          <c:spPr>
            <a:ln xmlns:a="http://schemas.openxmlformats.org/drawingml/2006/main" w="12383">
              <a:solidFill>
                <a:srgbClr val="445B6B"/>
              </a:solidFill>
            </a:ln>
          </c:spPr>
          <c:marker>
            <c:symbol val="none"/>
          </c:marker>
          <c:xVal>
            <c:numRef>
              <c:f>'Chart Data'!$CC$2:$CC$3</c:f>
              <c:numCache>
                <c:formatCode>General</c:formatCode>
                <c:ptCount val="2"/>
                <c:pt idx="0">
                  <c:v>0</c:v>
                </c:pt>
                <c:pt idx="1">
                  <c:v>60</c:v>
                </c:pt>
              </c:numCache>
            </c:numRef>
          </c:xVal>
          <c:yVal>
            <c:numRef>
              <c:f>'Chart Data'!$CD$2:$CD$3</c:f>
              <c:numCache>
                <c:formatCode>0</c:formatCode>
                <c:ptCount val="2"/>
                <c:pt idx="0">
                  <c:v>50</c:v>
                </c:pt>
                <c:pt idx="1">
                  <c:v>50</c:v>
                </c:pt>
              </c:numCache>
            </c:numRef>
          </c:yVal>
          <c:smooth val="0"/>
        </c:ser>
        <c:ser>
          <c:idx val="41"/>
          <c:order val="41"/>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Data'!$CE$2:$CE$2</c:f>
              <c:numCache>
                <c:formatCode>General</c:formatCode>
                <c:ptCount val="1"/>
                <c:pt idx="0">
                  <c:v>63.5</c:v>
                </c:pt>
              </c:numCache>
            </c:numRef>
          </c:xVal>
          <c:yVal>
            <c:numRef>
              <c:f>'Chart Data'!$CF$2:$CF$2</c:f>
              <c:numCache>
                <c:formatCode>0</c:formatCode>
                <c:ptCount val="1"/>
                <c:pt idx="0">
                  <c:v>59.6</c:v>
                </c:pt>
              </c:numCache>
            </c:numRef>
          </c:yVal>
          <c:smooth val="0"/>
        </c:ser>
        <c:ser>
          <c:idx val="42"/>
          <c:order val="42"/>
          <c:tx>
            <c:v>Vraag = GO</c:v>
          </c:tx>
          <c:spPr>
            <a:ln xmlns:a="http://schemas.openxmlformats.org/drawingml/2006/main" w="38100">
              <a:solidFill>
                <a:srgbClr val="17658A"/>
              </a:solidFill>
            </a:ln>
          </c:spPr>
          <c:marker>
            <c:symbol val="none"/>
          </c:marker>
          <c:xVal>
            <c:numRef>
              <c:f>'Chart Data'!$CG$2:$CG$3</c:f>
              <c:numCache>
                <c:formatCode>General</c:formatCode>
                <c:ptCount val="2"/>
                <c:pt idx="0">
                  <c:v>0</c:v>
                </c:pt>
                <c:pt idx="1">
                  <c:v>100</c:v>
                </c:pt>
              </c:numCache>
            </c:numRef>
          </c:xVal>
          <c:yVal>
            <c:numRef>
              <c:f>'Chart Data'!$CH$2:$CH$3</c:f>
              <c:numCache>
                <c:formatCode>0</c:formatCode>
                <c:ptCount val="2"/>
                <c:pt idx="0">
                  <c:v>80</c:v>
                </c:pt>
                <c:pt idx="1">
                  <c:v>30</c:v>
                </c:pt>
              </c:numCache>
            </c:numRef>
          </c:yVal>
          <c:smooth val="0"/>
        </c:ser>
        <c:ser>
          <c:idx val="43"/>
          <c:order val="43"/>
          <c:tx>
            <c:v>MK</c:v>
          </c:tx>
          <c:spPr>
            <a:ln xmlns:a="http://schemas.openxmlformats.org/drawingml/2006/main" w="38100">
              <a:solidFill>
                <a:srgbClr val="A94D16"/>
              </a:solidFill>
            </a:ln>
          </c:spPr>
          <c:marker>
            <c:symbol val="none"/>
          </c:marker>
          <c:xVal>
            <c:numRef>
              <c:f>'Chart Data'!$CI$2:$CI$3</c:f>
              <c:numCache>
                <c:formatCode>General</c:formatCode>
                <c:ptCount val="2"/>
                <c:pt idx="0">
                  <c:v>0</c:v>
                </c:pt>
                <c:pt idx="1">
                  <c:v>100</c:v>
                </c:pt>
              </c:numCache>
            </c:numRef>
          </c:xVal>
          <c:yVal>
            <c:numRef>
              <c:f>'Chart Data'!$CJ$2:$CJ$3</c:f>
              <c:numCache>
                <c:formatCode>0</c:formatCode>
                <c:ptCount val="2"/>
                <c:pt idx="0">
                  <c:v>20</c:v>
                </c:pt>
                <c:pt idx="1">
                  <c:v>70</c:v>
                </c:pt>
              </c:numCache>
            </c:numRef>
          </c:yVal>
          <c:smooth val="0"/>
        </c:ser>
        <c:ser>
          <c:idx val="44"/>
          <c:order val="44"/>
          <c:tx>
            <c:v>Vraag = GO</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Vraag = GO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Data'!$CK$2:$CK$2</c:f>
              <c:numCache>
                <c:formatCode>General</c:formatCode>
                <c:ptCount val="1"/>
                <c:pt idx="0">
                  <c:v>78</c:v>
                </c:pt>
              </c:numCache>
            </c:numRef>
          </c:xVal>
          <c:yVal>
            <c:numRef>
              <c:f>'Chart Data'!$CL$2:$CL$2</c:f>
              <c:numCache>
                <c:formatCode>0</c:formatCode>
                <c:ptCount val="1"/>
                <c:pt idx="0">
                  <c:v>26.6</c:v>
                </c:pt>
              </c:numCache>
            </c:numRef>
          </c:yVal>
          <c:smooth val="0"/>
        </c:ser>
        <c:ser>
          <c:idx val="45"/>
          <c:order val="45"/>
          <c:tx>
            <c:v>MK</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Data'!$CM$2:$CM$2</c:f>
              <c:numCache>
                <c:formatCode>General</c:formatCode>
                <c:ptCount val="1"/>
                <c:pt idx="0">
                  <c:v>89</c:v>
                </c:pt>
              </c:numCache>
            </c:numRef>
          </c:xVal>
          <c:yVal>
            <c:numRef>
              <c:f>'Chart Data'!$CN$2:$CN$2</c:f>
              <c:numCache>
                <c:formatCode>0</c:formatCode>
                <c:ptCount val="1"/>
                <c:pt idx="0">
                  <c:v>70.5</c:v>
                </c:pt>
              </c:numCache>
            </c:numRef>
          </c:yVal>
          <c:smooth val="0"/>
        </c:ser>
        <c:ser>
          <c:idx val="46"/>
          <c:order val="46"/>
          <c:tx>
            <c:v>M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Data'!$CO$2:$CO$2</c:f>
              <c:numCache>
                <c:formatCode>General</c:formatCode>
                <c:ptCount val="1"/>
                <c:pt idx="0">
                  <c:v>40</c:v>
                </c:pt>
              </c:numCache>
            </c:numRef>
          </c:xVal>
          <c:yVal>
            <c:numRef>
              <c:f>'Chart Data'!$CP$2:$CP$2</c:f>
              <c:numCache>
                <c:formatCode>0</c:formatCode>
                <c:ptCount val="1"/>
                <c:pt idx="0">
                  <c:v>60</c:v>
                </c:pt>
              </c:numCache>
            </c:numRef>
          </c:yVal>
          <c:smooth val="0"/>
        </c:ser>
        <c:ser>
          <c:idx val="47"/>
          <c:order val="47"/>
          <c:tx>
            <c:v>E point</c:v>
          </c:tx>
          <c:spPr>
            <a:ln xmlns:a="http://schemas.openxmlformats.org/drawingml/2006/main" w="0">
              <a:solidFill>
                <a:srgbClr val="183247"/>
              </a:solidFill>
            </a:ln>
          </c:spPr>
          <c:marker>
            <c:symbol val="circle"/>
            <c:size val="7"/>
            <c:spPr>
              <a:solidFill xmlns:a="http://schemas.openxmlformats.org/drawingml/2006/main">
                <a:srgbClr val="183247"/>
              </a:solidFill>
            </c:spPr>
          </c:marker>
          <c:xVal>
            <c:numRef>
              <c:f>'Chart Data'!$CQ$2:$CQ$2</c:f>
              <c:numCache>
                <c:formatCode>General</c:formatCode>
                <c:ptCount val="1"/>
                <c:pt idx="0">
                  <c:v>60</c:v>
                </c:pt>
              </c:numCache>
            </c:numRef>
          </c:xVal>
          <c:yVal>
            <c:numRef>
              <c:f>'Chart Data'!$CR$2:$CR$2</c:f>
              <c:numCache>
                <c:formatCode>0</c:formatCode>
                <c:ptCount val="1"/>
                <c:pt idx="0">
                  <c:v>50</c:v>
                </c:pt>
              </c:numCache>
            </c:numRef>
          </c:yVal>
          <c:smooth val="0"/>
        </c:ser>
        <c:ser>
          <c:idx val="48"/>
          <c:order val="48"/>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Data'!$CS$2:$CS$2</c:f>
              <c:numCache>
                <c:formatCode>General</c:formatCode>
                <c:ptCount val="1"/>
                <c:pt idx="0">
                  <c:v>16.8</c:v>
                </c:pt>
              </c:numCache>
            </c:numRef>
          </c:xVal>
          <c:yVal>
            <c:numRef>
              <c:f>'Chart Data'!$CT$2:$CT$2</c:f>
              <c:numCache>
                <c:formatCode>0</c:formatCode>
                <c:ptCount val="1"/>
                <c:pt idx="0">
                  <c:v>55</c:v>
                </c:pt>
              </c:numCache>
            </c:numRef>
          </c:yVal>
          <c:smooth val="0"/>
        </c:ser>
        <c:ser>
          <c:idx val="49"/>
          <c:order val="49"/>
          <c:tx>
            <c:v>B</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A3302A"/>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1950" b="1">
                      <a:solidFill>
                        <a:srgbClr val="A3302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Data'!$CU$2:$CU$2</c:f>
              <c:numCache>
                <c:formatCode>General</c:formatCode>
                <c:ptCount val="1"/>
                <c:pt idx="0">
                  <c:v>44.4</c:v>
                </c:pt>
              </c:numCache>
            </c:numRef>
          </c:xVal>
          <c:yVal>
            <c:numRef>
              <c:f>'Chart Data'!$CV$2:$CV$2</c:f>
              <c:numCache>
                <c:formatCode>0</c:formatCode>
                <c:ptCount val="1"/>
                <c:pt idx="0">
                  <c:v>50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MO, MK (€ per sessie)</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(sessies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3335">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1 Welvaartseffecten van monopolie">
            <a:extLst xmlns:a="http://schemas.openxmlformats.org/drawingml/2006/main">
              <a:ext uri="{FF2B5EF4-FFF2-40B4-BE49-F238E27FC236}">
                <a16:creationId xmlns:a16="http://schemas.microsoft.com/office/drawing/2014/main" id="{79AB37D4-331A-4FAC-9925-BA23A59E9F0B}"/>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§4.2.1 Welvaartseffecten van monopolie</a:t>
            </a:r>
          </a:p>
        </p:txBody>
      </p:sp>
      <p:sp>
        <p:nvSpPr>
          <p:cNvPr id="2" name="">
            <a:extLst xmlns:a="http://schemas.openxmlformats.org/drawingml/2006/main">
              <a:ext uri="{FF2B5EF4-FFF2-40B4-BE49-F238E27FC236}">
                <a16:creationId xmlns:a16="http://schemas.microsoft.com/office/drawing/2014/main" id="{D067B97B-1C65-4C08-985B-9C9861C2D37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13DBB1EA-8FAB-4F2E-AEF8-356B1667DC0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
            <a:extLst xmlns:a="http://schemas.openxmlformats.org/drawingml/2006/main">
              <a:ext uri="{FF2B5EF4-FFF2-40B4-BE49-F238E27FC236}">
                <a16:creationId xmlns:a16="http://schemas.microsoft.com/office/drawing/2014/main" id="{50C8858C-71DE-408D-86D6-BD21DCE4681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8113B8C1-29FB-4B94-91D8-E4259DA15FE6}"/>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26D055AE-0523-4C35-874D-BE6D2FF1D1B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63D0DB93-5E59-4AB2-A779-AC21274B66E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59C5B19-4E7C-44E1-85C2-F8EB61F72DDE}"/>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40A218A1-01A8-4F20-B87C-AFDD35D1667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7C2216C-E7DD-4B1F-95E4-A9DA1B34FD4E}"/>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5D5C89D-4074-4F62-AE44-17936C8D9E7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0443BD3E-C40A-48BB-9CB6-424BEAC3F38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F7E6D6B-3BB6-4CEF-9508-AE5BA90E21C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FA243B7-C63E-4664-B47D-8B9DC3DD6E4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A9FF5EE0-2FD2-4E71-B58B-D9BAB8B32D9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C0D60C3-E4D6-4504-871B-D6690847A3D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D6B021E-9F40-469A-B2D3-931823F67A5F}"/>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509B048-6218-46AE-BD18-7B7698D6137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43E4124-DA11-4733-BA2E-D284DC9F322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F47CAC4-98F4-476A-9F4B-329162D7A0E2}"/>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0B00007-6DC4-49B3-82AA-F973830F1C4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3B8FA0E-8683-44BE-8F02-B8CF97FBB69D}"/>
              </a:ext>
            </a:extLst>
          </p:cNvPr>
          <p:cNvSpPr>
            <a:spLocks xmlns:a="http://schemas.openxmlformats.org/drawingml/2006/main" noGrp="1"/>
          </p:cNvSpPr>
          <p:nvPr/>
        </p:nvSpPr>
        <p:spPr>
          <a:xfrm xmlns:a="http://schemas.openxmlformats.org/drawingml/2006/main">
            <a:off x="9258300" y="232410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Monopolie en efficiënt vergelijken.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CS, PS, TS en winst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Overdracht en verlies scheiden.</a:t>
            </a:r>
          </a:p>
        </p:txBody>
      </p:sp>
      <p:sp>
        <p:nvSpPr>
          <p:cNvPr id="23" name="">
            <a:extLst xmlns:a="http://schemas.openxmlformats.org/drawingml/2006/main">
              <a:ext uri="{FF2B5EF4-FFF2-40B4-BE49-F238E27FC236}">
                <a16:creationId xmlns:a16="http://schemas.microsoft.com/office/drawing/2014/main" id="{B63BF309-D7D2-48AE-8118-3896FAE08FBA}"/>
              </a:ext>
            </a:extLst>
          </p:cNvPr>
          <p:cNvSpPr>
            <a:spLocks xmlns:a="http://schemas.openxmlformats.org/drawingml/2006/main" noGrp="1"/>
          </p:cNvSpPr>
          <p:nvPr/>
        </p:nvSpPr>
        <p:spPr>
          <a:xfrm xmlns:a="http://schemas.openxmlformats.org/drawingml/2006/main">
            <a:off x="9258300" y="36195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9E8CE15-703D-4BF4-AD8C-58DD259A8AC3}"/>
              </a:ext>
            </a:extLst>
          </p:cNvPr>
          <p:cNvSpPr>
            <a:spLocks xmlns:a="http://schemas.openxmlformats.org/drawingml/2006/main" noGrp="1"/>
          </p:cNvSpPr>
          <p:nvPr/>
        </p:nvSpPr>
        <p:spPr>
          <a:xfrm xmlns:a="http://schemas.openxmlformats.org/drawingml/2006/main">
            <a:off x="9258300" y="38290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527A7C9-B21F-430E-923D-7C83B9754C8A}"/>
              </a:ext>
            </a:extLst>
          </p:cNvPr>
          <p:cNvSpPr>
            <a:spLocks xmlns:a="http://schemas.openxmlformats.org/drawingml/2006/main" noGrp="1"/>
          </p:cNvSpPr>
          <p:nvPr/>
        </p:nvSpPr>
        <p:spPr>
          <a:xfrm xmlns:a="http://schemas.openxmlformats.org/drawingml/2006/main">
            <a:off x="9258300" y="4362450"/>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59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55–57</a:t>
            </a:r>
          </a:p>
        </p:txBody>
      </p:sp>
      <p:sp>
        <p:nvSpPr>
          <p:cNvPr id="26" name="">
            <a:extLst xmlns:a="http://schemas.openxmlformats.org/drawingml/2006/main">
              <a:ext uri="{FF2B5EF4-FFF2-40B4-BE49-F238E27FC236}">
                <a16:creationId xmlns:a16="http://schemas.microsoft.com/office/drawing/2014/main" id="{27E4D517-D3B3-44DA-A013-D2ABAAFFAA81}"/>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95CE3FD-45BB-408F-95B8-37EB69944E32}"/>
              </a:ext>
            </a:extLst>
          </p:cNvPr>
          <p:cNvSpPr>
            <a:spLocks xmlns:a="http://schemas.openxmlformats.org/drawingml/2006/main" noGrp="1"/>
          </p:cNvSpPr>
          <p:nvPr/>
        </p:nvSpPr>
        <p:spPr>
          <a:xfrm xmlns:a="http://schemas.openxmlformats.org/drawingml/2006/main">
            <a:off x="9258300" y="5686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A952B85-401B-488B-8BC6-28000F895212}"/>
              </a:ext>
            </a:extLst>
          </p:cNvPr>
          <p:cNvSpPr>
            <a:spLocks xmlns:a="http://schemas.openxmlformats.org/drawingml/2006/main" noGrp="1"/>
          </p:cNvSpPr>
          <p:nvPr/>
        </p:nvSpPr>
        <p:spPr>
          <a:xfrm xmlns:a="http://schemas.openxmlformats.org/drawingml/2006/main">
            <a:off x="9258300" y="6229350"/>
            <a:ext cx="5381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§4.2.1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p:txBody>
      </p:sp>
    </p:spTree>
    <p:extLst>
      <p:ext uri="{BB962C8B-B14F-4D97-AF65-F5344CB8AC3E}">
        <p14:creationId xmlns:p14="http://schemas.microsoft.com/office/powerpoint/2010/main" val="14678384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Wat kun je na deze les?">
            <a:extLst xmlns:a="http://schemas.openxmlformats.org/drawingml/2006/main">
              <a:ext uri="{FF2B5EF4-FFF2-40B4-BE49-F238E27FC236}">
                <a16:creationId xmlns:a16="http://schemas.microsoft.com/office/drawing/2014/main" id="{D2F2A26E-4334-4A78-B23B-AF96D0C9A51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E81A07A2-5624-4F4D-A79A-9A6946A1D37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8C8B238E-3148-4661-8571-FF0D860AE3B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
            <a:extLst xmlns:a="http://schemas.openxmlformats.org/drawingml/2006/main">
              <a:ext uri="{FF2B5EF4-FFF2-40B4-BE49-F238E27FC236}">
                <a16:creationId xmlns:a16="http://schemas.microsoft.com/office/drawing/2014/main" id="{A232533E-481E-4926-B996-38949F64EB6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Uitkomsten vergelijken">
            <a:extLst xmlns:a="http://schemas.openxmlformats.org/drawingml/2006/main">
              <a:ext uri="{FF2B5EF4-FFF2-40B4-BE49-F238E27FC236}">
                <a16:creationId xmlns:a16="http://schemas.microsoft.com/office/drawing/2014/main" id="{E2A3D9F2-BC58-40EA-9E1D-28D596E0DA82}"/>
              </a:ext>
            </a:extLst>
          </p:cNvPr>
          <p:cNvSpPr>
            <a:spLocks xmlns:a="http://schemas.openxmlformats.org/drawingml/2006/main" noGrp="1"/>
          </p:cNvSpPr>
          <p:nvPr/>
        </p:nvSpPr>
        <p:spPr>
          <a:xfrm xmlns:a="http://schemas.openxmlformats.org/drawingml/2006/main">
            <a:off x="571500" y="2095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Uitkomsten vergelijken</a:t>
            </a:r>
          </a:p>
        </p:txBody>
      </p:sp>
      <p:sp>
        <p:nvSpPr>
          <p:cNvPr id="6" name="Qm via MO = MK; Qe via P = MK.">
            <a:extLst xmlns:a="http://schemas.openxmlformats.org/drawingml/2006/main">
              <a:ext uri="{FF2B5EF4-FFF2-40B4-BE49-F238E27FC236}">
                <a16:creationId xmlns:a16="http://schemas.microsoft.com/office/drawing/2014/main" id="{DFFA7F28-7832-4745-999A-82BE7490A798}"/>
              </a:ext>
            </a:extLst>
          </p:cNvPr>
          <p:cNvSpPr>
            <a:spLocks xmlns:a="http://schemas.openxmlformats.org/drawingml/2006/main" noGrp="1"/>
          </p:cNvSpPr>
          <p:nvPr/>
        </p:nvSpPr>
        <p:spPr>
          <a:xfrm xmlns:a="http://schemas.openxmlformats.org/drawingml/2006/main">
            <a:off x="6858000" y="2095500"/>
            <a:ext cx="781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Qm via MO = MK; Qe via P = MK.</a:t>
            </a:r>
          </a:p>
        </p:txBody>
      </p:sp>
      <p:sp>
        <p:nvSpPr>
          <p:cNvPr id="7" name="">
            <a:extLst xmlns:a="http://schemas.openxmlformats.org/drawingml/2006/main">
              <a:ext uri="{FF2B5EF4-FFF2-40B4-BE49-F238E27FC236}">
                <a16:creationId xmlns:a16="http://schemas.microsoft.com/office/drawing/2014/main" id="{6BD9FCD1-DFD1-4046-96D6-E9E1B26E8AD5}"/>
              </a:ext>
            </a:extLst>
          </p:cNvPr>
          <p:cNvSpPr>
            <a:spLocks xmlns:a="http://schemas.openxmlformats.org/drawingml/2006/main" noGrp="1"/>
          </p:cNvSpPr>
          <p:nvPr/>
        </p:nvSpPr>
        <p:spPr>
          <a:xfrm xmlns:a="http://schemas.openxmlformats.org/drawingml/2006/main">
            <a:off x="571500" y="3305175"/>
            <a:ext cx="14097000" cy="0"/>
          </a:xfrm>
          <a:prstGeom xmlns:a="http://schemas.openxmlformats.org/drawingml/2006/main" prst="line">
            <a:avLst/>
          </a:prstGeom>
          <a:ln xmlns:a="http://schemas.openxmlformats.org/drawingml/2006/main" w="19050">
            <a:solidFill>
              <a:srgbClr val="C6D2DB"/>
            </a:solidFill>
          </a:ln>
        </p:spPr>
      </p:sp>
      <p:sp>
        <p:nvSpPr>
          <p:cNvPr id="8" name="Voordeel berekenen">
            <a:extLst xmlns:a="http://schemas.openxmlformats.org/drawingml/2006/main">
              <a:ext uri="{FF2B5EF4-FFF2-40B4-BE49-F238E27FC236}">
                <a16:creationId xmlns:a16="http://schemas.microsoft.com/office/drawing/2014/main" id="{0A97DA9C-024B-4304-9567-FD4AA7A84BCE}"/>
              </a:ext>
            </a:extLst>
          </p:cNvPr>
          <p:cNvSpPr>
            <a:spLocks xmlns:a="http://schemas.openxmlformats.org/drawingml/2006/main" noGrp="1"/>
          </p:cNvSpPr>
          <p:nvPr/>
        </p:nvSpPr>
        <p:spPr>
          <a:xfrm xmlns:a="http://schemas.openxmlformats.org/drawingml/2006/main">
            <a:off x="571500" y="38100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Voordeel berekenen</a:t>
            </a:r>
          </a:p>
        </p:txBody>
      </p:sp>
      <p:sp>
        <p:nvSpPr>
          <p:cNvPr id="9" name="CS, PS, TS en winst bij dezelfde markt.">
            <a:extLst xmlns:a="http://schemas.openxmlformats.org/drawingml/2006/main">
              <a:ext uri="{FF2B5EF4-FFF2-40B4-BE49-F238E27FC236}">
                <a16:creationId xmlns:a16="http://schemas.microsoft.com/office/drawing/2014/main" id="{7BD95A4C-9FC2-4FF1-BBBB-E5945E2A1B61}"/>
              </a:ext>
            </a:extLst>
          </p:cNvPr>
          <p:cNvSpPr>
            <a:spLocks xmlns:a="http://schemas.openxmlformats.org/drawingml/2006/main" noGrp="1"/>
          </p:cNvSpPr>
          <p:nvPr/>
        </p:nvSpPr>
        <p:spPr>
          <a:xfrm xmlns:a="http://schemas.openxmlformats.org/drawingml/2006/main">
            <a:off x="6858000" y="3810000"/>
            <a:ext cx="781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CS, PS, TS en winst bij dezelfde markt.</a:t>
            </a:r>
          </a:p>
        </p:txBody>
      </p:sp>
      <p:sp>
        <p:nvSpPr>
          <p:cNvPr id="10" name="">
            <a:extLst xmlns:a="http://schemas.openxmlformats.org/drawingml/2006/main">
              <a:ext uri="{FF2B5EF4-FFF2-40B4-BE49-F238E27FC236}">
                <a16:creationId xmlns:a16="http://schemas.microsoft.com/office/drawing/2014/main" id="{54CE7849-3765-4D1C-9151-DC9230F362EC}"/>
              </a:ext>
            </a:extLst>
          </p:cNvPr>
          <p:cNvSpPr>
            <a:spLocks xmlns:a="http://schemas.openxmlformats.org/drawingml/2006/main" noGrp="1"/>
          </p:cNvSpPr>
          <p:nvPr/>
        </p:nvSpPr>
        <p:spPr>
          <a:xfrm xmlns:a="http://schemas.openxmlformats.org/drawingml/2006/main">
            <a:off x="571500" y="5019675"/>
            <a:ext cx="14097000" cy="0"/>
          </a:xfrm>
          <a:prstGeom xmlns:a="http://schemas.openxmlformats.org/drawingml/2006/main" prst="line">
            <a:avLst/>
          </a:prstGeom>
          <a:ln xmlns:a="http://schemas.openxmlformats.org/drawingml/2006/main" w="19050">
            <a:solidFill>
              <a:srgbClr val="C6D2DB"/>
            </a:solidFill>
          </a:ln>
        </p:spPr>
      </p:sp>
      <p:sp>
        <p:nvSpPr>
          <p:cNvPr id="11" name="Veranderingen verklaren">
            <a:extLst xmlns:a="http://schemas.openxmlformats.org/drawingml/2006/main">
              <a:ext uri="{FF2B5EF4-FFF2-40B4-BE49-F238E27FC236}">
                <a16:creationId xmlns:a16="http://schemas.microsoft.com/office/drawing/2014/main" id="{19881338-29DB-46C4-BA2B-180F35037A12}"/>
              </a:ext>
            </a:extLst>
          </p:cNvPr>
          <p:cNvSpPr>
            <a:spLocks xmlns:a="http://schemas.openxmlformats.org/drawingml/2006/main" noGrp="1"/>
          </p:cNvSpPr>
          <p:nvPr/>
        </p:nvSpPr>
        <p:spPr>
          <a:xfrm xmlns:a="http://schemas.openxmlformats.org/drawingml/2006/main">
            <a:off x="571500" y="5524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Veranderingen verklaren</a:t>
            </a:r>
          </a:p>
        </p:txBody>
      </p:sp>
      <p:sp>
        <p:nvSpPr>
          <p:cNvPr id="12" name="Overdracht, gemiste transacties en verdeling.">
            <a:extLst xmlns:a="http://schemas.openxmlformats.org/drawingml/2006/main">
              <a:ext uri="{FF2B5EF4-FFF2-40B4-BE49-F238E27FC236}">
                <a16:creationId xmlns:a16="http://schemas.microsoft.com/office/drawing/2014/main" id="{37A3BB64-1DE6-427B-8455-D47D8CB1D436}"/>
              </a:ext>
            </a:extLst>
          </p:cNvPr>
          <p:cNvSpPr>
            <a:spLocks xmlns:a="http://schemas.openxmlformats.org/drawingml/2006/main" noGrp="1"/>
          </p:cNvSpPr>
          <p:nvPr/>
        </p:nvSpPr>
        <p:spPr>
          <a:xfrm xmlns:a="http://schemas.openxmlformats.org/drawingml/2006/main">
            <a:off x="6858000" y="5524500"/>
            <a:ext cx="781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Overdracht, gemiste transacties en verdeling.</a:t>
            </a:r>
          </a:p>
        </p:txBody>
      </p:sp>
      <p:sp>
        <p:nvSpPr>
          <p:cNvPr id="13" name="">
            <a:extLst xmlns:a="http://schemas.openxmlformats.org/drawingml/2006/main">
              <a:ext uri="{FF2B5EF4-FFF2-40B4-BE49-F238E27FC236}">
                <a16:creationId xmlns:a16="http://schemas.microsoft.com/office/drawing/2014/main" id="{5548AA7E-82A2-4B7A-B40E-EFE70E67AB60}"/>
              </a:ext>
            </a:extLst>
          </p:cNvPr>
          <p:cNvSpPr>
            <a:spLocks xmlns:a="http://schemas.openxmlformats.org/drawingml/2006/main" noGrp="1"/>
          </p:cNvSpPr>
          <p:nvPr/>
        </p:nvSpPr>
        <p:spPr>
          <a:xfrm xmlns:a="http://schemas.openxmlformats.org/drawingml/2006/main">
            <a:off x="571500" y="6734175"/>
            <a:ext cx="14097000" cy="0"/>
          </a:xfrm>
          <a:prstGeom xmlns:a="http://schemas.openxmlformats.org/drawingml/2006/main" prst="line">
            <a:avLst/>
          </a:prstGeom>
          <a:ln xmlns:a="http://schemas.openxmlformats.org/drawingml/2006/main" w="19050">
            <a:solidFill>
              <a:srgbClr val="C6D2DB"/>
            </a:solidFill>
          </a:ln>
        </p:spPr>
      </p:sp>
      <p:sp>
        <p:nvSpPr>
          <p:cNvPr id="14" name="Dezelfde vraag, kosten en kwaliteit. Geen externe effecten.">
            <a:extLst xmlns:a="http://schemas.openxmlformats.org/drawingml/2006/main">
              <a:ext uri="{FF2B5EF4-FFF2-40B4-BE49-F238E27FC236}">
                <a16:creationId xmlns:a16="http://schemas.microsoft.com/office/drawing/2014/main" id="{31087CCA-055D-4B2D-8548-AF0B9BBA8762}"/>
              </a:ext>
            </a:extLst>
          </p:cNvPr>
          <p:cNvSpPr>
            <a:spLocks xmlns:a="http://schemas.openxmlformats.org/drawingml/2006/main" noGrp="1"/>
          </p:cNvSpPr>
          <p:nvPr/>
        </p:nvSpPr>
        <p:spPr>
          <a:xfrm xmlns:a="http://schemas.openxmlformats.org/drawingml/2006/main">
            <a:off x="571500" y="74295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Dezelfde vraag, kosten en kwaliteit. Geen externe effecten.</a:t>
            </a:r>
          </a:p>
        </p:txBody>
      </p:sp>
    </p:spTree>
    <p:extLst>
      <p:ext uri="{BB962C8B-B14F-4D97-AF65-F5344CB8AC3E}">
        <p14:creationId xmlns:p14="http://schemas.microsoft.com/office/powerpoint/2010/main" val="7940987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urplus en winst">
            <a:extLst xmlns:a="http://schemas.openxmlformats.org/drawingml/2006/main">
              <a:ext uri="{FF2B5EF4-FFF2-40B4-BE49-F238E27FC236}">
                <a16:creationId xmlns:a16="http://schemas.microsoft.com/office/drawing/2014/main" id="{BDF8DBF5-A371-4C61-9CB4-E00161A7C4F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Surplus en winst</a:t>
            </a:r>
          </a:p>
        </p:txBody>
      </p:sp>
      <p:sp>
        <p:nvSpPr>
          <p:cNvPr id="2" name="">
            <a:extLst xmlns:a="http://schemas.openxmlformats.org/drawingml/2006/main">
              <a:ext uri="{FF2B5EF4-FFF2-40B4-BE49-F238E27FC236}">
                <a16:creationId xmlns:a16="http://schemas.microsoft.com/office/drawing/2014/main" id="{E96BA5E4-A0D2-4E2A-8F82-560CAA05571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7F3026BB-B960-41DA-9375-10B07AC2812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3">
            <a:extLst xmlns:a="http://schemas.openxmlformats.org/drawingml/2006/main">
              <a:ext uri="{FF2B5EF4-FFF2-40B4-BE49-F238E27FC236}">
                <a16:creationId xmlns:a16="http://schemas.microsoft.com/office/drawing/2014/main" id="{D9642F72-BFD2-492D-AB46-CED666D5FE5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CS">
            <a:extLst xmlns:a="http://schemas.openxmlformats.org/drawingml/2006/main">
              <a:ext uri="{FF2B5EF4-FFF2-40B4-BE49-F238E27FC236}">
                <a16:creationId xmlns:a16="http://schemas.microsoft.com/office/drawing/2014/main" id="{C2073CCE-EB93-47DC-B4FB-5FDFC9DA72D9}"/>
              </a:ext>
            </a:extLst>
          </p:cNvPr>
          <p:cNvSpPr>
            <a:spLocks xmlns:a="http://schemas.openxmlformats.org/drawingml/2006/main" noGrp="1"/>
          </p:cNvSpPr>
          <p:nvPr/>
        </p:nvSpPr>
        <p:spPr>
          <a:xfrm xmlns:a="http://schemas.openxmlformats.org/drawingml/2006/main">
            <a:off x="571500" y="2143125"/>
            <a:ext cx="547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CS</a:t>
            </a:r>
          </a:p>
        </p:txBody>
      </p:sp>
      <p:sp>
        <p:nvSpPr>
          <p:cNvPr id="6" name="Betalingsbereidheid boven de betaalde prijs.">
            <a:extLst xmlns:a="http://schemas.openxmlformats.org/drawingml/2006/main">
              <a:ext uri="{FF2B5EF4-FFF2-40B4-BE49-F238E27FC236}">
                <a16:creationId xmlns:a16="http://schemas.microsoft.com/office/drawing/2014/main" id="{894A3C67-800A-4F05-9235-BA6D41BF274E}"/>
              </a:ext>
            </a:extLst>
          </p:cNvPr>
          <p:cNvSpPr>
            <a:spLocks xmlns:a="http://schemas.openxmlformats.org/drawingml/2006/main" noGrp="1"/>
          </p:cNvSpPr>
          <p:nvPr/>
        </p:nvSpPr>
        <p:spPr>
          <a:xfrm xmlns:a="http://schemas.openxmlformats.org/drawingml/2006/main">
            <a:off x="6381750" y="214312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Betalingsbereidheid boven de betaalde prijs.</a:t>
            </a:r>
          </a:p>
        </p:txBody>
      </p:sp>
      <p:sp>
        <p:nvSpPr>
          <p:cNvPr id="7" name="">
            <a:extLst xmlns:a="http://schemas.openxmlformats.org/drawingml/2006/main">
              <a:ext uri="{FF2B5EF4-FFF2-40B4-BE49-F238E27FC236}">
                <a16:creationId xmlns:a16="http://schemas.microsoft.com/office/drawing/2014/main" id="{C11F0140-BAFB-4B46-96EC-BF3E0C58BA9B}"/>
              </a:ext>
            </a:extLst>
          </p:cNvPr>
          <p:cNvSpPr>
            <a:spLocks xmlns:a="http://schemas.openxmlformats.org/drawingml/2006/main" noGrp="1"/>
          </p:cNvSpPr>
          <p:nvPr/>
        </p:nvSpPr>
        <p:spPr>
          <a:xfrm xmlns:a="http://schemas.openxmlformats.org/drawingml/2006/main">
            <a:off x="571500" y="3076575"/>
            <a:ext cx="14097000" cy="0"/>
          </a:xfrm>
          <a:prstGeom xmlns:a="http://schemas.openxmlformats.org/drawingml/2006/main" prst="line">
            <a:avLst/>
          </a:prstGeom>
          <a:ln xmlns:a="http://schemas.openxmlformats.org/drawingml/2006/main" w="19050">
            <a:solidFill>
              <a:srgbClr val="C6D2DB"/>
            </a:solidFill>
          </a:ln>
        </p:spPr>
      </p:sp>
      <p:sp>
        <p:nvSpPr>
          <p:cNvPr id="8" name="PS">
            <a:extLst xmlns:a="http://schemas.openxmlformats.org/drawingml/2006/main">
              <a:ext uri="{FF2B5EF4-FFF2-40B4-BE49-F238E27FC236}">
                <a16:creationId xmlns:a16="http://schemas.microsoft.com/office/drawing/2014/main" id="{0BE28A77-66EE-4C68-9252-42C8BE4CD468}"/>
              </a:ext>
            </a:extLst>
          </p:cNvPr>
          <p:cNvSpPr>
            <a:spLocks xmlns:a="http://schemas.openxmlformats.org/drawingml/2006/main" noGrp="1"/>
          </p:cNvSpPr>
          <p:nvPr/>
        </p:nvSpPr>
        <p:spPr>
          <a:xfrm xmlns:a="http://schemas.openxmlformats.org/drawingml/2006/main">
            <a:off x="571500" y="3476625"/>
            <a:ext cx="547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PS</a:t>
            </a:r>
          </a:p>
        </p:txBody>
      </p:sp>
      <p:sp>
        <p:nvSpPr>
          <p:cNvPr id="9" name="Opbrengst boven de variabele kosten.">
            <a:extLst xmlns:a="http://schemas.openxmlformats.org/drawingml/2006/main">
              <a:ext uri="{FF2B5EF4-FFF2-40B4-BE49-F238E27FC236}">
                <a16:creationId xmlns:a16="http://schemas.microsoft.com/office/drawing/2014/main" id="{416E447A-478B-4F32-9A4F-8A4483AD69BB}"/>
              </a:ext>
            </a:extLst>
          </p:cNvPr>
          <p:cNvSpPr>
            <a:spLocks xmlns:a="http://schemas.openxmlformats.org/drawingml/2006/main" noGrp="1"/>
          </p:cNvSpPr>
          <p:nvPr/>
        </p:nvSpPr>
        <p:spPr>
          <a:xfrm xmlns:a="http://schemas.openxmlformats.org/drawingml/2006/main">
            <a:off x="6381750" y="347662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Opbrengst boven de variabele kosten.</a:t>
            </a:r>
          </a:p>
        </p:txBody>
      </p:sp>
      <p:sp>
        <p:nvSpPr>
          <p:cNvPr id="10" name="">
            <a:extLst xmlns:a="http://schemas.openxmlformats.org/drawingml/2006/main">
              <a:ext uri="{FF2B5EF4-FFF2-40B4-BE49-F238E27FC236}">
                <a16:creationId xmlns:a16="http://schemas.microsoft.com/office/drawing/2014/main" id="{658C66A0-27C6-4048-B9C4-841A32E30F56}"/>
              </a:ext>
            </a:extLst>
          </p:cNvPr>
          <p:cNvSpPr>
            <a:spLocks xmlns:a="http://schemas.openxmlformats.org/drawingml/2006/main" noGrp="1"/>
          </p:cNvSpPr>
          <p:nvPr/>
        </p:nvSpPr>
        <p:spPr>
          <a:xfrm xmlns:a="http://schemas.openxmlformats.org/drawingml/2006/main">
            <a:off x="571500" y="4410075"/>
            <a:ext cx="14097000" cy="0"/>
          </a:xfrm>
          <a:prstGeom xmlns:a="http://schemas.openxmlformats.org/drawingml/2006/main" prst="line">
            <a:avLst/>
          </a:prstGeom>
          <a:ln xmlns:a="http://schemas.openxmlformats.org/drawingml/2006/main" w="19050">
            <a:solidFill>
              <a:srgbClr val="C6D2DB"/>
            </a:solidFill>
          </a:ln>
        </p:spPr>
      </p:sp>
      <p:sp>
        <p:nvSpPr>
          <p:cNvPr id="11" name="TS = CS + PS">
            <a:extLst xmlns:a="http://schemas.openxmlformats.org/drawingml/2006/main">
              <a:ext uri="{FF2B5EF4-FFF2-40B4-BE49-F238E27FC236}">
                <a16:creationId xmlns:a16="http://schemas.microsoft.com/office/drawing/2014/main" id="{77806CD4-79AD-4984-9222-1907A33C7A88}"/>
              </a:ext>
            </a:extLst>
          </p:cNvPr>
          <p:cNvSpPr>
            <a:spLocks xmlns:a="http://schemas.openxmlformats.org/drawingml/2006/main" noGrp="1"/>
          </p:cNvSpPr>
          <p:nvPr/>
        </p:nvSpPr>
        <p:spPr>
          <a:xfrm xmlns:a="http://schemas.openxmlformats.org/drawingml/2006/main">
            <a:off x="571500" y="4810125"/>
            <a:ext cx="547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TS = CS + PS</a:t>
            </a:r>
          </a:p>
        </p:txBody>
      </p:sp>
      <p:sp>
        <p:nvSpPr>
          <p:cNvPr id="12" name="Voordeel van kopers en aanbieder samen.">
            <a:extLst xmlns:a="http://schemas.openxmlformats.org/drawingml/2006/main">
              <a:ext uri="{FF2B5EF4-FFF2-40B4-BE49-F238E27FC236}">
                <a16:creationId xmlns:a16="http://schemas.microsoft.com/office/drawing/2014/main" id="{3F788CF9-1225-46F7-BDFD-9D09E2D7017B}"/>
              </a:ext>
            </a:extLst>
          </p:cNvPr>
          <p:cNvSpPr>
            <a:spLocks xmlns:a="http://schemas.openxmlformats.org/drawingml/2006/main" noGrp="1"/>
          </p:cNvSpPr>
          <p:nvPr/>
        </p:nvSpPr>
        <p:spPr>
          <a:xfrm xmlns:a="http://schemas.openxmlformats.org/drawingml/2006/main">
            <a:off x="6381750" y="481012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Voordeel van kopers en aanbieder samen.</a:t>
            </a:r>
          </a:p>
        </p:txBody>
      </p:sp>
      <p:sp>
        <p:nvSpPr>
          <p:cNvPr id="13" name="">
            <a:extLst xmlns:a="http://schemas.openxmlformats.org/drawingml/2006/main">
              <a:ext uri="{FF2B5EF4-FFF2-40B4-BE49-F238E27FC236}">
                <a16:creationId xmlns:a16="http://schemas.microsoft.com/office/drawing/2014/main" id="{5D8F9A05-DDA8-4066-B714-B336F94A5058}"/>
              </a:ext>
            </a:extLst>
          </p:cNvPr>
          <p:cNvSpPr>
            <a:spLocks xmlns:a="http://schemas.openxmlformats.org/drawingml/2006/main" noGrp="1"/>
          </p:cNvSpPr>
          <p:nvPr/>
        </p:nvSpPr>
        <p:spPr>
          <a:xfrm xmlns:a="http://schemas.openxmlformats.org/drawingml/2006/main">
            <a:off x="571500" y="5743575"/>
            <a:ext cx="14097000" cy="0"/>
          </a:xfrm>
          <a:prstGeom xmlns:a="http://schemas.openxmlformats.org/drawingml/2006/main" prst="line">
            <a:avLst/>
          </a:prstGeom>
          <a:ln xmlns:a="http://schemas.openxmlformats.org/drawingml/2006/main" w="19050">
            <a:solidFill>
              <a:srgbClr val="C6D2DB"/>
            </a:solidFill>
          </a:ln>
        </p:spPr>
      </p:sp>
      <p:sp>
        <p:nvSpPr>
          <p:cNvPr id="14" name="Winst = PS − TCK">
            <a:extLst xmlns:a="http://schemas.openxmlformats.org/drawingml/2006/main">
              <a:ext uri="{FF2B5EF4-FFF2-40B4-BE49-F238E27FC236}">
                <a16:creationId xmlns:a16="http://schemas.microsoft.com/office/drawing/2014/main" id="{9881B79A-2E25-45F1-A299-0674383F1BDD}"/>
              </a:ext>
            </a:extLst>
          </p:cNvPr>
          <p:cNvSpPr>
            <a:spLocks xmlns:a="http://schemas.openxmlformats.org/drawingml/2006/main" noGrp="1"/>
          </p:cNvSpPr>
          <p:nvPr/>
        </p:nvSpPr>
        <p:spPr>
          <a:xfrm xmlns:a="http://schemas.openxmlformats.org/drawingml/2006/main">
            <a:off x="571500" y="6143625"/>
            <a:ext cx="547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Winst = PS − TCK</a:t>
            </a:r>
          </a:p>
        </p:txBody>
      </p:sp>
      <p:sp>
        <p:nvSpPr>
          <p:cNvPr id="15" name="Constante kosten moeten er nog af.">
            <a:extLst xmlns:a="http://schemas.openxmlformats.org/drawingml/2006/main">
              <a:ext uri="{FF2B5EF4-FFF2-40B4-BE49-F238E27FC236}">
                <a16:creationId xmlns:a16="http://schemas.microsoft.com/office/drawing/2014/main" id="{D909A0A4-5261-4CF1-96FB-0A527297EA16}"/>
              </a:ext>
            </a:extLst>
          </p:cNvPr>
          <p:cNvSpPr>
            <a:spLocks xmlns:a="http://schemas.openxmlformats.org/drawingml/2006/main" noGrp="1"/>
          </p:cNvSpPr>
          <p:nvPr/>
        </p:nvSpPr>
        <p:spPr>
          <a:xfrm xmlns:a="http://schemas.openxmlformats.org/drawingml/2006/main">
            <a:off x="6381750" y="6143625"/>
            <a:ext cx="819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Constante kosten moeten er nog af.</a:t>
            </a:r>
          </a:p>
        </p:txBody>
      </p:sp>
    </p:spTree>
    <p:extLst>
      <p:ext uri="{BB962C8B-B14F-4D97-AF65-F5344CB8AC3E}">
        <p14:creationId xmlns:p14="http://schemas.microsoft.com/office/powerpoint/2010/main" val="17309020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én aanbieder van ovenruimte">
            <a:extLst xmlns:a="http://schemas.openxmlformats.org/drawingml/2006/main">
              <a:ext uri="{FF2B5EF4-FFF2-40B4-BE49-F238E27FC236}">
                <a16:creationId xmlns:a16="http://schemas.microsoft.com/office/drawing/2014/main" id="{D6FC75E7-2815-4E8C-AF51-E3050C8D18F4}"/>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Eén aanbieder van ovenruimte</a:t>
            </a:r>
          </a:p>
        </p:txBody>
      </p:sp>
      <p:sp>
        <p:nvSpPr>
          <p:cNvPr id="2" name="">
            <a:extLst xmlns:a="http://schemas.openxmlformats.org/drawingml/2006/main">
              <a:ext uri="{FF2B5EF4-FFF2-40B4-BE49-F238E27FC236}">
                <a16:creationId xmlns:a16="http://schemas.microsoft.com/office/drawing/2014/main" id="{269DE22F-868F-4D5B-BCEA-39B2AE94627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262421D6-E551-4972-8226-3FF9DEF84F2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4">
            <a:extLst xmlns:a="http://schemas.openxmlformats.org/drawingml/2006/main">
              <a:ext uri="{FF2B5EF4-FFF2-40B4-BE49-F238E27FC236}">
                <a16:creationId xmlns:a16="http://schemas.microsoft.com/office/drawing/2014/main" id="{1D32AFEB-2A11-4566-9B3B-3E069CB7FA7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 Keramiekoven">
            <a:extLst xmlns:a="http://schemas.openxmlformats.org/drawingml/2006/main">
              <a:ext uri="{FF2B5EF4-FFF2-40B4-BE49-F238E27FC236}">
                <a16:creationId xmlns:a16="http://schemas.microsoft.com/office/drawing/2014/main" id="{9EBC9348-B6AA-4A66-9D64-20EC87D3D7A5}"/>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sp>
        <p:nvSpPr>
          <p:cNvPr id="6" name="Eén keramiekatelier verhuurt bakbeurten tegen één prijs.">
            <a:extLst xmlns:a="http://schemas.openxmlformats.org/drawingml/2006/main">
              <a:ext uri="{FF2B5EF4-FFF2-40B4-BE49-F238E27FC236}">
                <a16:creationId xmlns:a16="http://schemas.microsoft.com/office/drawing/2014/main" id="{209E7039-9512-4CAE-BFC6-D17028B0BE7B}"/>
              </a:ext>
            </a:extLst>
          </p:cNvPr>
          <p:cNvSpPr>
            <a:spLocks xmlns:a="http://schemas.openxmlformats.org/drawingml/2006/main" noGrp="1"/>
          </p:cNvSpPr>
          <p:nvPr/>
        </p:nvSpPr>
        <p:spPr>
          <a:xfrm xmlns:a="http://schemas.openxmlformats.org/drawingml/2006/main">
            <a:off x="571500" y="23812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Eén keramiekatelier verhuurt bakbeurten tegen één prijs.</a:t>
            </a:r>
          </a:p>
        </p:txBody>
      </p:sp>
      <p:graphicFrame>
        <p:nvGraphicFramePr>
          <p:cNvPr id="15" name=""/>
          <p:cNvGraphicFramePr/>
          <p:nvPr/>
        </p:nvGraphicFramePr>
        <p:xfrm>
          <a:off xmlns:a="http://schemas.openxmlformats.org/drawingml/2006/main" x="571500" y="3371850"/>
          <a:ext xmlns:a="http://schemas.openxmlformats.org/drawingml/2006/main" cx="14097000" cy="3143250"/>
        </p:xfrm>
        <a:graphic xmlns:a="http://schemas.openxmlformats.org/drawingml/2006/main">
          <a:graphicData uri="http://schemas.openxmlformats.org/drawingml/2006/table">
            <a:tbl>
              <a:tblPr/>
              <a:tblGrid>
                <a:gridCol w="7143750"/>
                <a:gridCol w="6953250"/>
              </a:tblGrid>
              <a:tr h="785813">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Betekenis</a:t>
                      </a:r>
                    </a:p>
                  </a:txBody>
                  <a:tcPr marL="91440" marR="91440" marT="45720" marB="45720" anchor="ctr">
                    <a:solidFill>
                      <a:srgbClr val="183247"/>
                    </a:solidFill>
                  </a:tcPr>
                </a:tc>
              </a:tr>
              <a:tr h="785813">
                <a:tc>
                  <a:txBody>
                    <a:bodyPr lIns="171450" tIns="95250" rIns="152400" bIns="95250"/>
                    <a:lstStyle/>
                    <a:p>
                      <a:r>
                        <a:rPr sz="2550" b="0">
                          <a:solidFill>
                            <a:srgbClr val="183247"/>
                          </a:solidFill>
                          <a:latin typeface="Arial"/>
                          <a:ea typeface="Arial"/>
                          <a:cs typeface="Arial"/>
                        </a:rPr>
                        <a:t>P = 96 − 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in euro per bakbeurt</a:t>
                      </a:r>
                    </a:p>
                  </a:txBody>
                  <a:tcPr marL="91440" marR="91440" marT="45720" marB="45720" anchor="ctr">
                    <a:solidFill>
                      <a:srgbClr val="FFFFFF"/>
                    </a:solidFill>
                  </a:tcPr>
                </a:tc>
              </a:tr>
              <a:tr h="785813">
                <a:tc>
                  <a:txBody>
                    <a:bodyPr lIns="171450" tIns="95250" rIns="152400" bIns="95250"/>
                    <a:lstStyle/>
                    <a:p>
                      <a:r>
                        <a:rPr sz="2550" b="0">
                          <a:solidFill>
                            <a:srgbClr val="183247"/>
                          </a:solidFill>
                          <a:latin typeface="Arial"/>
                          <a:ea typeface="Arial"/>
                          <a:cs typeface="Arial"/>
                        </a:rPr>
                        <a:t>TK = 144 + 24Q + 0,5Q²</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TK in euro per week</a:t>
                      </a:r>
                    </a:p>
                  </a:txBody>
                  <a:tcPr marL="91440" marR="91440" marT="45720" marB="45720" anchor="ctr">
                    <a:solidFill>
                      <a:srgbClr val="EFF4F7"/>
                    </a:solidFill>
                  </a:tcPr>
                </a:tc>
              </a:tr>
              <a:tr h="785813">
                <a:tc>
                  <a:txBody>
                    <a:bodyPr lIns="171450" tIns="95250" rIns="152400" bIns="95250"/>
                    <a:lstStyle/>
                    <a:p>
                      <a:r>
                        <a:rPr sz="2550" b="0">
                          <a:solidFill>
                            <a:srgbClr val="183247"/>
                          </a:solidFill>
                          <a:latin typeface="Arial"/>
                          <a:ea typeface="Arial"/>
                          <a:cs typeface="Arial"/>
                        </a:rPr>
                        <a:t>0 ≤ Q ≤ 60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in bakbeurten per week</a:t>
                      </a:r>
                    </a:p>
                  </a:txBody>
                  <a:tcPr marL="91440" marR="91440" marT="45720" marB="45720" anchor="ctr">
                    <a:solidFill>
                      <a:srgbClr val="FFFFFF"/>
                    </a:solidFill>
                  </a:tcPr>
                </a:tc>
              </a:tr>
            </a:tbl>
          </a:graphicData>
        </a:graphic>
      </p:graphicFrame>
      <p:sp>
        <p:nvSpPr>
          <p:cNvPr id="8" name="Dezelfde vraag en kosten. TCK = € 144. Geen externe effecten.">
            <a:extLst xmlns:a="http://schemas.openxmlformats.org/drawingml/2006/main">
              <a:ext uri="{FF2B5EF4-FFF2-40B4-BE49-F238E27FC236}">
                <a16:creationId xmlns:a16="http://schemas.microsoft.com/office/drawing/2014/main" id="{4CAEF763-41B5-41C2-B56B-B2F98A378734}"/>
              </a:ext>
            </a:extLst>
          </p:cNvPr>
          <p:cNvSpPr>
            <a:spLocks xmlns:a="http://schemas.openxmlformats.org/drawingml/2006/main" noGrp="1"/>
          </p:cNvSpPr>
          <p:nvPr/>
        </p:nvSpPr>
        <p:spPr>
          <a:xfrm xmlns:a="http://schemas.openxmlformats.org/drawingml/2006/main">
            <a:off x="571500" y="709612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Dezelfde vraag en kosten. TCK = € 144. Geen externe effecten.</a:t>
            </a:r>
          </a:p>
        </p:txBody>
      </p:sp>
    </p:spTree>
    <p:extLst>
      <p:ext uri="{BB962C8B-B14F-4D97-AF65-F5344CB8AC3E}">
        <p14:creationId xmlns:p14="http://schemas.microsoft.com/office/powerpoint/2010/main" val="18180846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monopolist kiest eerst de hoeveelheid">
            <a:extLst xmlns:a="http://schemas.openxmlformats.org/drawingml/2006/main">
              <a:ext uri="{FF2B5EF4-FFF2-40B4-BE49-F238E27FC236}">
                <a16:creationId xmlns:a16="http://schemas.microsoft.com/office/drawing/2014/main" id="{8CF7AB9F-5BFD-4EEC-AD64-539FFC3AA34A}"/>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monopolist kiest eerst de hoeveelheid</a:t>
            </a:r>
          </a:p>
        </p:txBody>
      </p:sp>
      <p:sp>
        <p:nvSpPr>
          <p:cNvPr id="2" name="">
            <a:extLst xmlns:a="http://schemas.openxmlformats.org/drawingml/2006/main">
              <a:ext uri="{FF2B5EF4-FFF2-40B4-BE49-F238E27FC236}">
                <a16:creationId xmlns:a16="http://schemas.microsoft.com/office/drawing/2014/main" id="{D6C1CCE5-433E-461B-B432-D44BD022A77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7863DA00-72A7-48FB-9D2B-114F15AB6A2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5">
            <a:extLst xmlns:a="http://schemas.openxmlformats.org/drawingml/2006/main">
              <a:ext uri="{FF2B5EF4-FFF2-40B4-BE49-F238E27FC236}">
                <a16:creationId xmlns:a16="http://schemas.microsoft.com/office/drawing/2014/main" id="{00E37DA4-109E-4FD7-BF76-101E813A8B9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 Keramiekoven">
            <a:extLst xmlns:a="http://schemas.openxmlformats.org/drawingml/2006/main">
              <a:ext uri="{FF2B5EF4-FFF2-40B4-BE49-F238E27FC236}">
                <a16:creationId xmlns:a16="http://schemas.microsoft.com/office/drawing/2014/main" id="{F65C24BC-48CD-4D36-9D1D-8153FADDB71E}"/>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ac417c4857f64ce8"/>
          </a:graphicData>
        </a:graphic>
      </p:graphicFrame>
      <p:sp>
        <p:nvSpPr>
          <p:cNvPr id="7" name="MO = MK">
            <a:extLst xmlns:a="http://schemas.openxmlformats.org/drawingml/2006/main">
              <a:ext uri="{FF2B5EF4-FFF2-40B4-BE49-F238E27FC236}">
                <a16:creationId xmlns:a16="http://schemas.microsoft.com/office/drawing/2014/main" id="{67597A3D-1424-45BF-AAD7-73585A809994}"/>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MO = MK</a:t>
            </a:r>
          </a:p>
        </p:txBody>
      </p:sp>
      <p:sp>
        <p:nvSpPr>
          <p:cNvPr id="8" name="TO = 96Q − Q²&#10;MO = 96 − 2Q&#10;MK = 24 + Q&#10;&#10;96 − 2Q = 24 + Q&#10;72 = 3Q">
            <a:extLst xmlns:a="http://schemas.openxmlformats.org/drawingml/2006/main">
              <a:ext uri="{FF2B5EF4-FFF2-40B4-BE49-F238E27FC236}">
                <a16:creationId xmlns:a16="http://schemas.microsoft.com/office/drawing/2014/main" id="{AA267D3B-A339-4D43-944F-0ECD237094B0}"/>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TO = 96Q − Q²</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MO = 96 − 2Q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MK = 24 + 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96 − 2Q = 24 + 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72 = 3Q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Qm = 24</a:t>
            </a:r>
          </a:p>
        </p:txBody>
      </p:sp>
      <p:sp>
        <p:nvSpPr>
          <p:cNvPr id="9" name="24 past binnen&#10;de capaciteit van 60.">
            <a:extLst xmlns:a="http://schemas.openxmlformats.org/drawingml/2006/main">
              <a:ext uri="{FF2B5EF4-FFF2-40B4-BE49-F238E27FC236}">
                <a16:creationId xmlns:a16="http://schemas.microsoft.com/office/drawing/2014/main" id="{FCA08313-942B-4A9B-960E-E6EC8DBFDC69}"/>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24 past binnen</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de capaciteit van 60.</a:t>
            </a:r>
          </a:p>
        </p:txBody>
      </p:sp>
    </p:spTree>
    <p:extLst>
      <p:ext uri="{BB962C8B-B14F-4D97-AF65-F5344CB8AC3E}">
        <p14:creationId xmlns:p14="http://schemas.microsoft.com/office/powerpoint/2010/main" val="9788230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prijs hoort bij de vraaglijn">
            <a:extLst xmlns:a="http://schemas.openxmlformats.org/drawingml/2006/main">
              <a:ext uri="{FF2B5EF4-FFF2-40B4-BE49-F238E27FC236}">
                <a16:creationId xmlns:a16="http://schemas.microsoft.com/office/drawing/2014/main" id="{D7BCAC07-B866-4387-A853-AC6049FA0DBA}"/>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prijs hoort bij de vraaglijn</a:t>
            </a:r>
          </a:p>
        </p:txBody>
      </p:sp>
      <p:sp>
        <p:nvSpPr>
          <p:cNvPr id="2" name="">
            <a:extLst xmlns:a="http://schemas.openxmlformats.org/drawingml/2006/main">
              <a:ext uri="{FF2B5EF4-FFF2-40B4-BE49-F238E27FC236}">
                <a16:creationId xmlns:a16="http://schemas.microsoft.com/office/drawing/2014/main" id="{BBBCA805-B441-4FEE-8A39-1EDB1A4E0D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9D0EF6D5-766C-4B46-A77C-07DB6556197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6">
            <a:extLst xmlns:a="http://schemas.openxmlformats.org/drawingml/2006/main">
              <a:ext uri="{FF2B5EF4-FFF2-40B4-BE49-F238E27FC236}">
                <a16:creationId xmlns:a16="http://schemas.microsoft.com/office/drawing/2014/main" id="{3C6EFBF4-7247-42E7-81B3-DA6A80A9CF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 Keramiekoven">
            <a:extLst xmlns:a="http://schemas.openxmlformats.org/drawingml/2006/main">
              <a:ext uri="{FF2B5EF4-FFF2-40B4-BE49-F238E27FC236}">
                <a16:creationId xmlns:a16="http://schemas.microsoft.com/office/drawing/2014/main" id="{281FC584-CA7C-4900-A5B9-ADCB976CD0F5}"/>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f7d9c8239e884bc3"/>
          </a:graphicData>
        </a:graphic>
      </p:graphicFrame>
      <p:sp>
        <p:nvSpPr>
          <p:cNvPr id="7" name="Pm = 96 − Qm">
            <a:extLst xmlns:a="http://schemas.openxmlformats.org/drawingml/2006/main">
              <a:ext uri="{FF2B5EF4-FFF2-40B4-BE49-F238E27FC236}">
                <a16:creationId xmlns:a16="http://schemas.microsoft.com/office/drawing/2014/main" id="{8952EE67-BD2A-411C-B569-72E0A76FD3B8}"/>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Pm = 96 − Qm</a:t>
            </a:r>
          </a:p>
        </p:txBody>
      </p:sp>
      <p:sp>
        <p:nvSpPr>
          <p:cNvPr id="8" name="Pm = 96 − 24&#10;Pm = € 72&#10;per bakbeurt&#10;&#10;M = (24, 72)">
            <a:extLst xmlns:a="http://schemas.openxmlformats.org/drawingml/2006/main">
              <a:ext uri="{FF2B5EF4-FFF2-40B4-BE49-F238E27FC236}">
                <a16:creationId xmlns:a16="http://schemas.microsoft.com/office/drawing/2014/main" id="{A1633DD3-7A0D-4F30-99EF-D9F366C4FA4F}"/>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Pm = 96 − 24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Pm = € 72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per bakbeurt</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 = (24, 72)</a:t>
            </a:r>
          </a:p>
        </p:txBody>
      </p:sp>
      <p:sp>
        <p:nvSpPr>
          <p:cNvPr id="9" name="Bij MO = MK staat&#10;€ 48, geen € 72.">
            <a:extLst xmlns:a="http://schemas.openxmlformats.org/drawingml/2006/main">
              <a:ext uri="{FF2B5EF4-FFF2-40B4-BE49-F238E27FC236}">
                <a16:creationId xmlns:a16="http://schemas.microsoft.com/office/drawing/2014/main" id="{77DFB788-2DE0-4BFC-93A5-C83C71981F50}"/>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Bij MO = MK staat</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€ 48, geen € 72.</a:t>
            </a:r>
          </a:p>
        </p:txBody>
      </p:sp>
    </p:spTree>
    <p:extLst>
      <p:ext uri="{BB962C8B-B14F-4D97-AF65-F5344CB8AC3E}">
        <p14:creationId xmlns:p14="http://schemas.microsoft.com/office/powerpoint/2010/main" val="15170230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fficiënt: de laatste transactie levert nog voordeel">
            <a:extLst xmlns:a="http://schemas.openxmlformats.org/drawingml/2006/main">
              <a:ext uri="{FF2B5EF4-FFF2-40B4-BE49-F238E27FC236}">
                <a16:creationId xmlns:a16="http://schemas.microsoft.com/office/drawing/2014/main" id="{016B08C2-86AC-456F-AB43-2509786262E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Efficiënt: de laatste transactie levert nog voordeel</a:t>
            </a:r>
          </a:p>
        </p:txBody>
      </p:sp>
      <p:sp>
        <p:nvSpPr>
          <p:cNvPr id="2" name="">
            <a:extLst xmlns:a="http://schemas.openxmlformats.org/drawingml/2006/main">
              <a:ext uri="{FF2B5EF4-FFF2-40B4-BE49-F238E27FC236}">
                <a16:creationId xmlns:a16="http://schemas.microsoft.com/office/drawing/2014/main" id="{5A5B58CF-A4E7-48FF-8E8C-7A249107F85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419CDBD3-80CE-400F-BD4F-5AB5B0F7B06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7">
            <a:extLst xmlns:a="http://schemas.openxmlformats.org/drawingml/2006/main">
              <a:ext uri="{FF2B5EF4-FFF2-40B4-BE49-F238E27FC236}">
                <a16:creationId xmlns:a16="http://schemas.microsoft.com/office/drawing/2014/main" id="{E8D6F42A-27D7-4D66-A3D1-AAEFD4545B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 Keramiekoven">
            <a:extLst xmlns:a="http://schemas.openxmlformats.org/drawingml/2006/main">
              <a:ext uri="{FF2B5EF4-FFF2-40B4-BE49-F238E27FC236}">
                <a16:creationId xmlns:a16="http://schemas.microsoft.com/office/drawing/2014/main" id="{B515710B-B902-4498-953F-F95DA808B377}"/>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30ed0ec4b54b403b"/>
          </a:graphicData>
        </a:graphic>
      </p:graphicFrame>
      <p:sp>
        <p:nvSpPr>
          <p:cNvPr id="7" name="P = MK">
            <a:extLst xmlns:a="http://schemas.openxmlformats.org/drawingml/2006/main">
              <a:ext uri="{FF2B5EF4-FFF2-40B4-BE49-F238E27FC236}">
                <a16:creationId xmlns:a16="http://schemas.microsoft.com/office/drawing/2014/main" id="{DE013813-FC9E-4761-98D5-5F958C178EEB}"/>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 = MK</a:t>
            </a:r>
          </a:p>
        </p:txBody>
      </p:sp>
      <p:sp>
        <p:nvSpPr>
          <p:cNvPr id="8" name="96 − Q = 24 + Q&#10;72 = 2Q&#10;Qe = 36&#10;Pe = 96 − 36 = € 60">
            <a:extLst xmlns:a="http://schemas.openxmlformats.org/drawingml/2006/main">
              <a:ext uri="{FF2B5EF4-FFF2-40B4-BE49-F238E27FC236}">
                <a16:creationId xmlns:a16="http://schemas.microsoft.com/office/drawing/2014/main" id="{8DB6F733-F572-475D-BD55-F2A3E699FFBD}"/>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96 − Q = 24 + 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72 = 2Q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Qe = 36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Pe = 96 − 36 = € 60</a:t>
            </a:r>
          </a:p>
        </p:txBody>
      </p:sp>
      <p:sp>
        <p:nvSpPr>
          <p:cNvPr id="9" name="Tussen 24 en 36:&#10;P &gt; MK.">
            <a:extLst xmlns:a="http://schemas.openxmlformats.org/drawingml/2006/main">
              <a:ext uri="{FF2B5EF4-FFF2-40B4-BE49-F238E27FC236}">
                <a16:creationId xmlns:a16="http://schemas.microsoft.com/office/drawing/2014/main" id="{EC248292-C3C7-4E64-AF03-BC4946ED87D6}"/>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Tussen 24 en 36:</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P &gt; MK.</a:t>
            </a:r>
          </a:p>
        </p:txBody>
      </p:sp>
    </p:spTree>
    <p:extLst>
      <p:ext uri="{BB962C8B-B14F-4D97-AF65-F5344CB8AC3E}">
        <p14:creationId xmlns:p14="http://schemas.microsoft.com/office/powerpoint/2010/main" val="718004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nsumentensurplus bij monopolie">
            <a:extLst xmlns:a="http://schemas.openxmlformats.org/drawingml/2006/main">
              <a:ext uri="{FF2B5EF4-FFF2-40B4-BE49-F238E27FC236}">
                <a16:creationId xmlns:a16="http://schemas.microsoft.com/office/drawing/2014/main" id="{632FBCE9-C789-4DC4-BE7B-CFED78B0226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Consumentensurplus bij monopolie</a:t>
            </a:r>
          </a:p>
        </p:txBody>
      </p:sp>
      <p:sp>
        <p:nvSpPr>
          <p:cNvPr id="2" name="">
            <a:extLst xmlns:a="http://schemas.openxmlformats.org/drawingml/2006/main">
              <a:ext uri="{FF2B5EF4-FFF2-40B4-BE49-F238E27FC236}">
                <a16:creationId xmlns:a16="http://schemas.microsoft.com/office/drawing/2014/main" id="{4048E029-0A8C-48CE-9699-BA080E5373B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5029C7F3-8B15-4744-8A35-C66B4246C64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8">
            <a:extLst xmlns:a="http://schemas.openxmlformats.org/drawingml/2006/main">
              <a:ext uri="{FF2B5EF4-FFF2-40B4-BE49-F238E27FC236}">
                <a16:creationId xmlns:a16="http://schemas.microsoft.com/office/drawing/2014/main" id="{B71919CC-F354-49A0-B230-60988B82BE4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 Keramiekoven">
            <a:extLst xmlns:a="http://schemas.openxmlformats.org/drawingml/2006/main">
              <a:ext uri="{FF2B5EF4-FFF2-40B4-BE49-F238E27FC236}">
                <a16:creationId xmlns:a16="http://schemas.microsoft.com/office/drawing/2014/main" id="{B5AE032F-1607-4048-B2CE-F00E94A46526}"/>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b7b1b717b89a4cb9"/>
          </a:graphicData>
        </a:graphic>
      </p:graphicFrame>
      <p:sp>
        <p:nvSpPr>
          <p:cNvPr id="7" name="CS: boven Pm">
            <a:extLst xmlns:a="http://schemas.openxmlformats.org/drawingml/2006/main">
              <a:ext uri="{FF2B5EF4-FFF2-40B4-BE49-F238E27FC236}">
                <a16:creationId xmlns:a16="http://schemas.microsoft.com/office/drawing/2014/main" id="{DFD5E686-96FA-4190-9111-0E42403E50A9}"/>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CS: boven Pm</a:t>
            </a:r>
          </a:p>
        </p:txBody>
      </p:sp>
      <p:sp>
        <p:nvSpPr>
          <p:cNvPr id="8" name="Basis = 24&#10;Hoogte = 96 − 72&#10;&#10;CS = ½ × 24 × 24&#10;CS = € 288 per wee">
            <a:extLst xmlns:a="http://schemas.openxmlformats.org/drawingml/2006/main">
              <a:ext uri="{FF2B5EF4-FFF2-40B4-BE49-F238E27FC236}">
                <a16:creationId xmlns:a16="http://schemas.microsoft.com/office/drawing/2014/main" id="{1CB5B022-42C6-4427-9E8C-57452E229271}"/>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Basis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Hoogte = 96 − 72</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CS = ½ × 24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CS = € 288 per week</a:t>
            </a:r>
          </a:p>
        </p:txBody>
      </p:sp>
      <p:sp>
        <p:nvSpPr>
          <p:cNvPr id="9" name="Alleen de 24 verkochte&#10;bakbeurten tellen.">
            <a:extLst xmlns:a="http://schemas.openxmlformats.org/drawingml/2006/main">
              <a:ext uri="{FF2B5EF4-FFF2-40B4-BE49-F238E27FC236}">
                <a16:creationId xmlns:a16="http://schemas.microsoft.com/office/drawing/2014/main" id="{16FDA5AF-0399-4C43-B161-0A77FA8A402C}"/>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Alleen de 24 verkochte</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bakbeurten tellen.</a:t>
            </a:r>
          </a:p>
        </p:txBody>
      </p:sp>
    </p:spTree>
    <p:extLst>
      <p:ext uri="{BB962C8B-B14F-4D97-AF65-F5344CB8AC3E}">
        <p14:creationId xmlns:p14="http://schemas.microsoft.com/office/powerpoint/2010/main" val="2317027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ducentensurplus bij monopolie">
            <a:extLst xmlns:a="http://schemas.openxmlformats.org/drawingml/2006/main">
              <a:ext uri="{FF2B5EF4-FFF2-40B4-BE49-F238E27FC236}">
                <a16:creationId xmlns:a16="http://schemas.microsoft.com/office/drawing/2014/main" id="{95AC95B1-2BDC-49B7-B988-1CC9F27EF386}"/>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Producentensurplus bij monopolie</a:t>
            </a:r>
          </a:p>
        </p:txBody>
      </p:sp>
      <p:sp>
        <p:nvSpPr>
          <p:cNvPr id="2" name="">
            <a:extLst xmlns:a="http://schemas.openxmlformats.org/drawingml/2006/main">
              <a:ext uri="{FF2B5EF4-FFF2-40B4-BE49-F238E27FC236}">
                <a16:creationId xmlns:a16="http://schemas.microsoft.com/office/drawing/2014/main" id="{568C841F-F1E2-4FC3-86ED-2EA6B6034E0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3394A119-D4C0-4E13-8EF1-DA31C852063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9">
            <a:extLst xmlns:a="http://schemas.openxmlformats.org/drawingml/2006/main">
              <a:ext uri="{FF2B5EF4-FFF2-40B4-BE49-F238E27FC236}">
                <a16:creationId xmlns:a16="http://schemas.microsoft.com/office/drawing/2014/main" id="{08DADAAC-7B43-4B3E-BB45-7C0B13A0F8D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 Keramiekoven">
            <a:extLst xmlns:a="http://schemas.openxmlformats.org/drawingml/2006/main">
              <a:ext uri="{FF2B5EF4-FFF2-40B4-BE49-F238E27FC236}">
                <a16:creationId xmlns:a16="http://schemas.microsoft.com/office/drawing/2014/main" id="{9884702F-6216-48D5-9B95-444EC7251A1A}"/>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1433e4159bd34830"/>
          </a:graphicData>
        </a:graphic>
      </p:graphicFrame>
      <p:sp>
        <p:nvSpPr>
          <p:cNvPr id="7" name="PS: boven MK">
            <a:extLst xmlns:a="http://schemas.openxmlformats.org/drawingml/2006/main">
              <a:ext uri="{FF2B5EF4-FFF2-40B4-BE49-F238E27FC236}">
                <a16:creationId xmlns:a16="http://schemas.microsoft.com/office/drawing/2014/main" id="{130F1B2D-5CEB-44CD-A71A-57F083B2F5A9}"/>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PS: boven MK</a:t>
            </a:r>
          </a:p>
        </p:txBody>
      </p:sp>
      <p:sp>
        <p:nvSpPr>
          <p:cNvPr id="8" name="MK(24) = 48&#10;&#10;Rechthoek:&#10;24 × (72 − 48) = 576&#10;Driehoek:&#10;½ × 24 × ">
            <a:extLst xmlns:a="http://schemas.openxmlformats.org/drawingml/2006/main">
              <a:ext uri="{FF2B5EF4-FFF2-40B4-BE49-F238E27FC236}">
                <a16:creationId xmlns:a16="http://schemas.microsoft.com/office/drawing/2014/main" id="{A3579363-E37A-4D95-B5A8-BC3A6160C262}"/>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MK(24) = 48</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Rechthoek: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24 × (72 − 48) = 576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Driehoek: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24 × (48 − 24) = 288</a:t>
            </a:r>
          </a:p>
        </p:txBody>
      </p:sp>
      <p:sp>
        <p:nvSpPr>
          <p:cNvPr id="9" name="PS = 576 + 288&#10;= € 864 per week">
            <a:extLst xmlns:a="http://schemas.openxmlformats.org/drawingml/2006/main">
              <a:ext uri="{FF2B5EF4-FFF2-40B4-BE49-F238E27FC236}">
                <a16:creationId xmlns:a16="http://schemas.microsoft.com/office/drawing/2014/main" id="{718A2AC2-AAFE-4DDF-8CEB-7D60579F655E}"/>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PS = 576 + 288</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 € 864 per week</a:t>
            </a:r>
          </a:p>
        </p:txBody>
      </p:sp>
    </p:spTree>
    <p:extLst>
      <p:ext uri="{BB962C8B-B14F-4D97-AF65-F5344CB8AC3E}">
        <p14:creationId xmlns:p14="http://schemas.microsoft.com/office/powerpoint/2010/main" val="19726969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an producentensurplus naar winst">
            <a:extLst xmlns:a="http://schemas.openxmlformats.org/drawingml/2006/main">
              <a:ext uri="{FF2B5EF4-FFF2-40B4-BE49-F238E27FC236}">
                <a16:creationId xmlns:a16="http://schemas.microsoft.com/office/drawing/2014/main" id="{8F4708CA-76EF-4800-AFD5-CDFCA5B2DF0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Van producentensurplus naar winst</a:t>
            </a:r>
          </a:p>
        </p:txBody>
      </p:sp>
      <p:sp>
        <p:nvSpPr>
          <p:cNvPr id="2" name="">
            <a:extLst xmlns:a="http://schemas.openxmlformats.org/drawingml/2006/main">
              <a:ext uri="{FF2B5EF4-FFF2-40B4-BE49-F238E27FC236}">
                <a16:creationId xmlns:a16="http://schemas.microsoft.com/office/drawing/2014/main" id="{986E6BDA-E61A-4C15-BBEA-CBC78193F9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54731796-D9D3-4D7F-9C9F-D01F5F3D659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0">
            <a:extLst xmlns:a="http://schemas.openxmlformats.org/drawingml/2006/main">
              <a:ext uri="{FF2B5EF4-FFF2-40B4-BE49-F238E27FC236}">
                <a16:creationId xmlns:a16="http://schemas.microsoft.com/office/drawing/2014/main" id="{D75AF765-77BA-42C3-BEAB-D690DE2BC2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 Keramiekoven">
            <a:extLst xmlns:a="http://schemas.openxmlformats.org/drawingml/2006/main">
              <a:ext uri="{FF2B5EF4-FFF2-40B4-BE49-F238E27FC236}">
                <a16:creationId xmlns:a16="http://schemas.microsoft.com/office/drawing/2014/main" id="{F5921C17-6DA7-4DAC-84C4-67CDE15D8538}"/>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sp>
        <p:nvSpPr>
          <p:cNvPr id="6" name="Winst = PS − TCK = 864 − 144 = € 720 per week">
            <a:extLst xmlns:a="http://schemas.openxmlformats.org/drawingml/2006/main">
              <a:ext uri="{FF2B5EF4-FFF2-40B4-BE49-F238E27FC236}">
                <a16:creationId xmlns:a16="http://schemas.microsoft.com/office/drawing/2014/main" id="{5A5928C2-E640-4ABE-8126-13E84F9AA9C7}"/>
              </a:ext>
            </a:extLst>
          </p:cNvPr>
          <p:cNvSpPr>
            <a:spLocks xmlns:a="http://schemas.openxmlformats.org/drawingml/2006/main" noGrp="1"/>
          </p:cNvSpPr>
          <p:nvPr/>
        </p:nvSpPr>
        <p:spPr>
          <a:xfrm xmlns:a="http://schemas.openxmlformats.org/drawingml/2006/main">
            <a:off x="571500" y="25336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Winst = PS − TCK = 864 − 144 = € 720 per week</a:t>
            </a:r>
          </a:p>
        </p:txBody>
      </p:sp>
      <p:graphicFrame>
        <p:nvGraphicFramePr>
          <p:cNvPr id="14" name=""/>
          <p:cNvGraphicFramePr/>
          <p:nvPr/>
        </p:nvGraphicFramePr>
        <p:xfrm>
          <a:off xmlns:a="http://schemas.openxmlformats.org/drawingml/2006/main" x="571500" y="3848100"/>
          <a:ext xmlns:a="http://schemas.openxmlformats.org/drawingml/2006/main" cx="14097000" cy="3286125"/>
        </p:xfrm>
        <a:graphic xmlns:a="http://schemas.openxmlformats.org/drawingml/2006/main">
          <a:graphicData uri="http://schemas.openxmlformats.org/drawingml/2006/table">
            <a:tbl>
              <a:tblPr/>
              <a:tblGrid>
                <a:gridCol w="10382250"/>
                <a:gridCol w="3714750"/>
              </a:tblGrid>
              <a:tr h="657225">
                <a:tc>
                  <a:txBody>
                    <a:bodyPr lIns="171450" tIns="95250" rIns="152400" bIns="95250"/>
                    <a:lstStyle/>
                    <a:p>
                      <a:r>
                        <a:rPr sz="2475" b="1">
                          <a:solidFill>
                            <a:srgbClr val="FFFFFF"/>
                          </a:solidFill>
                          <a:latin typeface="Arial"/>
                          <a:ea typeface="Arial"/>
                          <a:cs typeface="Arial"/>
                        </a:rPr>
                        <a:t>Controle via totalen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 per week</a:t>
                      </a:r>
                    </a:p>
                  </a:txBody>
                  <a:tcPr marL="91440" marR="91440" marT="45720" marB="45720" anchor="ctr">
                    <a:solidFill>
                      <a:srgbClr val="183247"/>
                    </a:solidFill>
                  </a:tcPr>
                </a:tc>
              </a:tr>
              <a:tr h="657225">
                <a:tc>
                  <a:txBody>
                    <a:bodyPr lIns="171450" tIns="95250" rIns="152400" bIns="95250"/>
                    <a:lstStyle/>
                    <a:p>
                      <a:r>
                        <a:rPr sz="2475" b="0">
                          <a:solidFill>
                            <a:srgbClr val="183247"/>
                          </a:solidFill>
                          <a:latin typeface="Arial"/>
                          <a:ea typeface="Arial"/>
                          <a:cs typeface="Arial"/>
                        </a:rPr>
                        <a:t>TO = 72 × 24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1.728</a:t>
                      </a:r>
                    </a:p>
                  </a:txBody>
                  <a:tcPr marL="91440" marR="91440" marT="45720" marB="45720" anchor="ctr">
                    <a:solidFill>
                      <a:srgbClr val="FFFFFF"/>
                    </a:solidFill>
                  </a:tcPr>
                </a:tc>
              </a:tr>
              <a:tr h="657225">
                <a:tc>
                  <a:txBody>
                    <a:bodyPr lIns="171450" tIns="95250" rIns="152400" bIns="95250"/>
                    <a:lstStyle/>
                    <a:p>
                      <a:r>
                        <a:rPr sz="2475" b="0">
                          <a:solidFill>
                            <a:srgbClr val="183247"/>
                          </a:solidFill>
                          <a:latin typeface="Arial"/>
                          <a:ea typeface="Arial"/>
                          <a:cs typeface="Arial"/>
                        </a:rPr>
                        <a:t>TVK = 24 × 24 + 0,5 × 24²</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864</a:t>
                      </a:r>
                    </a:p>
                  </a:txBody>
                  <a:tcPr marL="91440" marR="91440" marT="45720" marB="45720" anchor="ctr">
                    <a:solidFill>
                      <a:srgbClr val="EFF4F7"/>
                    </a:solidFill>
                  </a:tcPr>
                </a:tc>
              </a:tr>
              <a:tr h="657225">
                <a:tc>
                  <a:txBody>
                    <a:bodyPr lIns="171450" tIns="95250" rIns="152400" bIns="95250"/>
                    <a:lstStyle/>
                    <a:p>
                      <a:r>
                        <a:rPr sz="2475" b="0">
                          <a:solidFill>
                            <a:srgbClr val="183247"/>
                          </a:solidFill>
                          <a:latin typeface="Arial"/>
                          <a:ea typeface="Arial"/>
                          <a:cs typeface="Arial"/>
                        </a:rPr>
                        <a:t>TK = 144 + 864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1.008</a:t>
                      </a:r>
                    </a:p>
                  </a:txBody>
                  <a:tcPr marL="91440" marR="91440" marT="45720" marB="45720" anchor="ctr">
                    <a:solidFill>
                      <a:srgbClr val="FFFFFF"/>
                    </a:solidFill>
                  </a:tcPr>
                </a:tc>
              </a:tr>
              <a:tr h="657225">
                <a:tc>
                  <a:txBody>
                    <a:bodyPr lIns="171450" tIns="95250" rIns="152400" bIns="95250"/>
                    <a:lstStyle/>
                    <a:p>
                      <a:r>
                        <a:rPr sz="2475" b="0">
                          <a:solidFill>
                            <a:srgbClr val="183247"/>
                          </a:solidFill>
                          <a:latin typeface="Arial"/>
                          <a:ea typeface="Arial"/>
                          <a:cs typeface="Arial"/>
                        </a:rPr>
                        <a:t>Winst = 1.728 − 1.008</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720</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6323126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urplus bij de efficiënte hoeveelheid">
            <a:extLst xmlns:a="http://schemas.openxmlformats.org/drawingml/2006/main">
              <a:ext uri="{FF2B5EF4-FFF2-40B4-BE49-F238E27FC236}">
                <a16:creationId xmlns:a16="http://schemas.microsoft.com/office/drawing/2014/main" id="{B2794382-02A3-43FA-9A75-2D2668848A4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Surplus bij de efficiënte hoeveelheid</a:t>
            </a:r>
          </a:p>
        </p:txBody>
      </p:sp>
      <p:sp>
        <p:nvSpPr>
          <p:cNvPr id="2" name="">
            <a:extLst xmlns:a="http://schemas.openxmlformats.org/drawingml/2006/main">
              <a:ext uri="{FF2B5EF4-FFF2-40B4-BE49-F238E27FC236}">
                <a16:creationId xmlns:a16="http://schemas.microsoft.com/office/drawing/2014/main" id="{34E61CA0-3554-4F8B-9063-5A9D8CC3751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49CCB3E0-F0E7-43D2-BF70-E4F714F6BC3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1">
            <a:extLst xmlns:a="http://schemas.openxmlformats.org/drawingml/2006/main">
              <a:ext uri="{FF2B5EF4-FFF2-40B4-BE49-F238E27FC236}">
                <a16:creationId xmlns:a16="http://schemas.microsoft.com/office/drawing/2014/main" id="{11A750D6-0E98-4E30-82C0-6608102D00F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 Keramiekoven">
            <a:extLst xmlns:a="http://schemas.openxmlformats.org/drawingml/2006/main">
              <a:ext uri="{FF2B5EF4-FFF2-40B4-BE49-F238E27FC236}">
                <a16:creationId xmlns:a16="http://schemas.microsoft.com/office/drawing/2014/main" id="{40949264-AE5F-4240-AC9A-0F1BA64BD2E0}"/>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e7a5ec6deebb41a8"/>
          </a:graphicData>
        </a:graphic>
      </p:graphicFrame>
      <p:sp>
        <p:nvSpPr>
          <p:cNvPr id="7" name="Qe = 36, Pe = € 60">
            <a:extLst xmlns:a="http://schemas.openxmlformats.org/drawingml/2006/main">
              <a:ext uri="{FF2B5EF4-FFF2-40B4-BE49-F238E27FC236}">
                <a16:creationId xmlns:a16="http://schemas.microsoft.com/office/drawing/2014/main" id="{041F1C49-F781-4B85-9B49-3B284D852608}"/>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Qe = 36, Pe = € 60</a:t>
            </a:r>
          </a:p>
        </p:txBody>
      </p:sp>
      <p:sp>
        <p:nvSpPr>
          <p:cNvPr id="8" name="CS = ½ × 36 × (96 − 60)&#10;= € 648 per week&#10;&#10;PS = ½ × 36 × (60 − 24">
            <a:extLst xmlns:a="http://schemas.openxmlformats.org/drawingml/2006/main">
              <a:ext uri="{FF2B5EF4-FFF2-40B4-BE49-F238E27FC236}">
                <a16:creationId xmlns:a16="http://schemas.microsoft.com/office/drawing/2014/main" id="{BC6B251E-3D1B-4F0B-8C87-DE6CCD366C69}"/>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CS = ½ × 36 × (96 − 60)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€ 648 per week</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PS = ½ × 36 × (60 − 24)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€ 648 per week</a:t>
            </a:r>
          </a:p>
        </p:txBody>
      </p:sp>
      <p:sp>
        <p:nvSpPr>
          <p:cNvPr id="9" name="TS = 648 + 648&#10;= € 1.296 per week">
            <a:extLst xmlns:a="http://schemas.openxmlformats.org/drawingml/2006/main">
              <a:ext uri="{FF2B5EF4-FFF2-40B4-BE49-F238E27FC236}">
                <a16:creationId xmlns:a16="http://schemas.microsoft.com/office/drawing/2014/main" id="{D7D3FE1E-0E2C-4F32-BC15-10349903EF7A}"/>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TS = 648 + 648</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 € 1.296 per week</a:t>
            </a:r>
          </a:p>
        </p:txBody>
      </p:sp>
    </p:spTree>
    <p:extLst>
      <p:ext uri="{BB962C8B-B14F-4D97-AF65-F5344CB8AC3E}">
        <p14:creationId xmlns:p14="http://schemas.microsoft.com/office/powerpoint/2010/main" val="686590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eer winst, minder totaal surplus">
            <a:extLst xmlns:a="http://schemas.openxmlformats.org/drawingml/2006/main">
              <a:ext uri="{FF2B5EF4-FFF2-40B4-BE49-F238E27FC236}">
                <a16:creationId xmlns:a16="http://schemas.microsoft.com/office/drawing/2014/main" id="{5E715ACF-D648-4A21-A85F-9D6BC2B55492}"/>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Meer winst, minder totaal surplus</a:t>
            </a:r>
          </a:p>
        </p:txBody>
      </p:sp>
      <p:sp>
        <p:nvSpPr>
          <p:cNvPr id="2" name="">
            <a:extLst xmlns:a="http://schemas.openxmlformats.org/drawingml/2006/main">
              <a:ext uri="{FF2B5EF4-FFF2-40B4-BE49-F238E27FC236}">
                <a16:creationId xmlns:a16="http://schemas.microsoft.com/office/drawing/2014/main" id="{523ADCC8-B753-4DDF-9D78-A9CEAE09BF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3C12DA27-19BF-43C6-B518-4EA2B30BD40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2">
            <a:extLst xmlns:a="http://schemas.openxmlformats.org/drawingml/2006/main">
              <a:ext uri="{FF2B5EF4-FFF2-40B4-BE49-F238E27FC236}">
                <a16:creationId xmlns:a16="http://schemas.microsoft.com/office/drawing/2014/main" id="{CAEEE969-2CA0-4F2F-9EF6-FFDF467FA79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 Keramiekoven">
            <a:extLst xmlns:a="http://schemas.openxmlformats.org/drawingml/2006/main">
              <a:ext uri="{FF2B5EF4-FFF2-40B4-BE49-F238E27FC236}">
                <a16:creationId xmlns:a16="http://schemas.microsoft.com/office/drawing/2014/main" id="{FA09FBA2-C47F-4160-A140-A99ADA449904}"/>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3" name=""/>
          <p:cNvGraphicFramePr/>
          <p:nvPr/>
        </p:nvGraphicFramePr>
        <p:xfrm>
          <a:off xmlns:a="http://schemas.openxmlformats.org/drawingml/2006/main" x="571500" y="2590800"/>
          <a:ext xmlns:a="http://schemas.openxmlformats.org/drawingml/2006/main" cx="14097000" cy="3829050"/>
        </p:xfrm>
        <a:graphic xmlns:a="http://schemas.openxmlformats.org/drawingml/2006/main">
          <a:graphicData uri="http://schemas.openxmlformats.org/drawingml/2006/table">
            <a:tbl>
              <a:tblPr/>
              <a:tblGrid>
                <a:gridCol w="6286500"/>
                <a:gridCol w="3905250"/>
                <a:gridCol w="3905250"/>
              </a:tblGrid>
              <a:tr h="765810">
                <a:tc>
                  <a:txBody>
                    <a:bodyPr lIns="171450" tIns="95250" rIns="152400" bIns="95250"/>
                    <a:lstStyle/>
                    <a:p>
                      <a:r>
                        <a:rPr sz="2625"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Monopolie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Efficiënt</a:t>
                      </a:r>
                    </a:p>
                  </a:txBody>
                  <a:tcPr marL="91440" marR="91440" marT="45720" marB="45720" anchor="ctr">
                    <a:solidFill>
                      <a:srgbClr val="183247"/>
                    </a:solidFill>
                  </a:tcPr>
                </a:tc>
              </a:tr>
              <a:tr h="765810">
                <a:tc>
                  <a:txBody>
                    <a:bodyPr lIns="171450" tIns="95250" rIns="152400" bIns="95250"/>
                    <a:lstStyle/>
                    <a:p>
                      <a:r>
                        <a:rPr sz="262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288</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648</a:t>
                      </a:r>
                    </a:p>
                  </a:txBody>
                  <a:tcPr marL="91440" marR="91440" marT="45720" marB="45720" anchor="ctr">
                    <a:solidFill>
                      <a:srgbClr val="FFFFFF"/>
                    </a:solidFill>
                  </a:tcPr>
                </a:tc>
              </a:tr>
              <a:tr h="765810">
                <a:tc>
                  <a:txBody>
                    <a:bodyPr lIns="171450" tIns="95250" rIns="152400" bIns="95250"/>
                    <a:lstStyle/>
                    <a:p>
                      <a:r>
                        <a:rPr sz="262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864</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648</a:t>
                      </a:r>
                    </a:p>
                  </a:txBody>
                  <a:tcPr marL="91440" marR="91440" marT="45720" marB="45720" anchor="ctr">
                    <a:solidFill>
                      <a:srgbClr val="EFF4F7"/>
                    </a:solidFill>
                  </a:tcPr>
                </a:tc>
              </a:tr>
              <a:tr h="765810">
                <a:tc>
                  <a:txBody>
                    <a:bodyPr lIns="171450" tIns="95250" rIns="152400" bIns="95250"/>
                    <a:lstStyle/>
                    <a:p>
                      <a:r>
                        <a:rPr sz="2625"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1.152</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1.296</a:t>
                      </a:r>
                    </a:p>
                  </a:txBody>
                  <a:tcPr marL="91440" marR="91440" marT="45720" marB="45720" anchor="ctr">
                    <a:solidFill>
                      <a:srgbClr val="FFFFFF"/>
                    </a:solidFill>
                  </a:tcPr>
                </a:tc>
              </a:tr>
              <a:tr h="765810">
                <a:tc>
                  <a:txBody>
                    <a:bodyPr lIns="171450" tIns="95250" rIns="152400" bIns="95250"/>
                    <a:lstStyle/>
                    <a:p>
                      <a:r>
                        <a:rPr sz="2625" b="0">
                          <a:solidFill>
                            <a:srgbClr val="183247"/>
                          </a:solidFill>
                          <a:latin typeface="Arial"/>
                          <a:ea typeface="Arial"/>
                          <a:cs typeface="Arial"/>
                        </a:rPr>
                        <a:t>Winst = PS − 144</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720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504</a:t>
                      </a:r>
                    </a:p>
                  </a:txBody>
                  <a:tcPr marL="91440" marR="91440" marT="45720" marB="45720" anchor="ctr">
                    <a:solidFill>
                      <a:srgbClr val="EFF4F7"/>
                    </a:solidFill>
                  </a:tcPr>
                </a:tc>
              </a:tr>
            </a:tbl>
          </a:graphicData>
        </a:graphic>
      </p:graphicFrame>
      <p:sp>
        <p:nvSpPr>
          <p:cNvPr id="7" name="Het gezamenlijke voordeel daalt met 1.296 − 1.152 = € 144.">
            <a:extLst xmlns:a="http://schemas.openxmlformats.org/drawingml/2006/main">
              <a:ext uri="{FF2B5EF4-FFF2-40B4-BE49-F238E27FC236}">
                <a16:creationId xmlns:a16="http://schemas.microsoft.com/office/drawing/2014/main" id="{4FE171EC-378B-417F-8174-6C91FB8AC25A}"/>
              </a:ext>
            </a:extLst>
          </p:cNvPr>
          <p:cNvSpPr>
            <a:spLocks xmlns:a="http://schemas.openxmlformats.org/drawingml/2006/main" noGrp="1"/>
          </p:cNvSpPr>
          <p:nvPr/>
        </p:nvSpPr>
        <p:spPr>
          <a:xfrm xmlns:a="http://schemas.openxmlformats.org/drawingml/2006/main">
            <a:off x="571500" y="697230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3302A"/>
                </a:solidFill>
                <a:latin typeface="Arial"/>
                <a:ea typeface="Arial"/>
                <a:cs typeface="Arial"/>
              </a:defRPr>
            </a:pPr>
            <a:r>
              <a:rPr sz="2850" b="1">
                <a:solidFill>
                  <a:srgbClr val="A3302A"/>
                </a:solidFill>
                <a:latin typeface="Arial"/>
                <a:ea typeface="Arial"/>
                <a:cs typeface="Arial"/>
              </a:rPr>
              <a:t>Het gezamenlijke voordeel daalt met 1.296 − 1.152 = € 144.</a:t>
            </a:r>
          </a:p>
        </p:txBody>
      </p:sp>
    </p:spTree>
    <p:extLst>
      <p:ext uri="{BB962C8B-B14F-4D97-AF65-F5344CB8AC3E}">
        <p14:creationId xmlns:p14="http://schemas.microsoft.com/office/powerpoint/2010/main" val="291047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verdracht op blijvende verkopen">
            <a:extLst xmlns:a="http://schemas.openxmlformats.org/drawingml/2006/main">
              <a:ext uri="{FF2B5EF4-FFF2-40B4-BE49-F238E27FC236}">
                <a16:creationId xmlns:a16="http://schemas.microsoft.com/office/drawing/2014/main" id="{998FC36A-CFF9-40F4-A150-3E2CB1933E90}"/>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Overdracht op blijvende verkopen</a:t>
            </a:r>
          </a:p>
        </p:txBody>
      </p:sp>
      <p:sp>
        <p:nvSpPr>
          <p:cNvPr id="2" name="">
            <a:extLst xmlns:a="http://schemas.openxmlformats.org/drawingml/2006/main">
              <a:ext uri="{FF2B5EF4-FFF2-40B4-BE49-F238E27FC236}">
                <a16:creationId xmlns:a16="http://schemas.microsoft.com/office/drawing/2014/main" id="{F3A89160-1032-416F-8128-47C31AC5612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72E393D6-11FF-48E0-980A-59E044AD63C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3">
            <a:extLst xmlns:a="http://schemas.openxmlformats.org/drawingml/2006/main">
              <a:ext uri="{FF2B5EF4-FFF2-40B4-BE49-F238E27FC236}">
                <a16:creationId xmlns:a16="http://schemas.microsoft.com/office/drawing/2014/main" id="{5B15E341-4E05-4569-B500-50D90A04C7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 Keramiekoven">
            <a:extLst xmlns:a="http://schemas.openxmlformats.org/drawingml/2006/main">
              <a:ext uri="{FF2B5EF4-FFF2-40B4-BE49-F238E27FC236}">
                <a16:creationId xmlns:a16="http://schemas.microsoft.com/office/drawing/2014/main" id="{E78E8E5A-2117-4408-8B5F-CD14B01CD8FE}"/>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f461e3601c624976"/>
          </a:graphicData>
        </a:graphic>
      </p:graphicFrame>
      <p:sp>
        <p:nvSpPr>
          <p:cNvPr id="7" name="A: geld verschuift">
            <a:extLst xmlns:a="http://schemas.openxmlformats.org/drawingml/2006/main">
              <a:ext uri="{FF2B5EF4-FFF2-40B4-BE49-F238E27FC236}">
                <a16:creationId xmlns:a16="http://schemas.microsoft.com/office/drawing/2014/main" id="{08363229-CE49-4797-92F3-3FE44AB33797}"/>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A: geld verschuift</a:t>
            </a:r>
          </a:p>
        </p:txBody>
      </p:sp>
      <p:sp>
        <p:nvSpPr>
          <p:cNvPr id="8" name="24 bakbeurten blijven.&#10;De prijs stijgt met&#10;72 − 60 = € 12.&#10;&#10;A = ">
            <a:extLst xmlns:a="http://schemas.openxmlformats.org/drawingml/2006/main">
              <a:ext uri="{FF2B5EF4-FFF2-40B4-BE49-F238E27FC236}">
                <a16:creationId xmlns:a16="http://schemas.microsoft.com/office/drawing/2014/main" id="{21DB391A-9DA0-4E6E-A154-EED629B47EF5}"/>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24 bakbeurten blijven.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De prijs stijgt met</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72 − 60 = € 12.</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A = 24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€ 288 per week</a:t>
            </a:r>
          </a:p>
        </p:txBody>
      </p:sp>
      <p:sp>
        <p:nvSpPr>
          <p:cNvPr id="9" name="Alleen A:&#10;CS −288; PS +288&#10;TS verandert niet.">
            <a:extLst xmlns:a="http://schemas.openxmlformats.org/drawingml/2006/main">
              <a:ext uri="{FF2B5EF4-FFF2-40B4-BE49-F238E27FC236}">
                <a16:creationId xmlns:a16="http://schemas.microsoft.com/office/drawing/2014/main" id="{C257BB10-DC79-4A2C-941D-EC4099CFECBE}"/>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Alleen A:</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CS −288; PS +288</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TS verandert niet.</a:t>
            </a:r>
          </a:p>
        </p:txBody>
      </p:sp>
    </p:spTree>
    <p:extLst>
      <p:ext uri="{BB962C8B-B14F-4D97-AF65-F5344CB8AC3E}">
        <p14:creationId xmlns:p14="http://schemas.microsoft.com/office/powerpoint/2010/main" val="16506285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elvaartsverlies door gemiste transacties">
            <a:extLst xmlns:a="http://schemas.openxmlformats.org/drawingml/2006/main">
              <a:ext uri="{FF2B5EF4-FFF2-40B4-BE49-F238E27FC236}">
                <a16:creationId xmlns:a16="http://schemas.microsoft.com/office/drawing/2014/main" id="{B042C9C9-FFD0-4A39-B697-CB62B7735AA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Welvaartsverlies door gemiste transacties</a:t>
            </a:r>
          </a:p>
        </p:txBody>
      </p:sp>
      <p:sp>
        <p:nvSpPr>
          <p:cNvPr id="2" name="">
            <a:extLst xmlns:a="http://schemas.openxmlformats.org/drawingml/2006/main">
              <a:ext uri="{FF2B5EF4-FFF2-40B4-BE49-F238E27FC236}">
                <a16:creationId xmlns:a16="http://schemas.microsoft.com/office/drawing/2014/main" id="{B9267DF4-7237-47BF-997F-B0AFB44CD5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5E4D2124-8EB9-4886-85C0-1ED36177FCC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4">
            <a:extLst xmlns:a="http://schemas.openxmlformats.org/drawingml/2006/main">
              <a:ext uri="{FF2B5EF4-FFF2-40B4-BE49-F238E27FC236}">
                <a16:creationId xmlns:a16="http://schemas.microsoft.com/office/drawing/2014/main" id="{16C54F49-88A0-4B7B-AEBE-A83A26460B7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 Keramiekoven">
            <a:extLst xmlns:a="http://schemas.openxmlformats.org/drawingml/2006/main">
              <a:ext uri="{FF2B5EF4-FFF2-40B4-BE49-F238E27FC236}">
                <a16:creationId xmlns:a16="http://schemas.microsoft.com/office/drawing/2014/main" id="{7698CF5A-7963-4F9C-B34E-109B9C01598D}"/>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0443b1d79d554e45"/>
          </a:graphicData>
        </a:graphic>
      </p:graphicFrame>
      <p:sp>
        <p:nvSpPr>
          <p:cNvPr id="7" name="B: voordeel verdwijnt">
            <a:extLst xmlns:a="http://schemas.openxmlformats.org/drawingml/2006/main">
              <a:ext uri="{FF2B5EF4-FFF2-40B4-BE49-F238E27FC236}">
                <a16:creationId xmlns:a16="http://schemas.microsoft.com/office/drawing/2014/main" id="{7BD436AF-EB12-4CF5-B810-1479CA45FD47}"/>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3302A"/>
                </a:solidFill>
                <a:latin typeface="Arial"/>
                <a:ea typeface="Arial"/>
                <a:cs typeface="Arial"/>
              </a:defRPr>
            </a:pPr>
            <a:r>
              <a:rPr sz="2625" b="1">
                <a:solidFill>
                  <a:srgbClr val="A3302A"/>
                </a:solidFill>
                <a:latin typeface="Arial"/>
                <a:ea typeface="Arial"/>
                <a:cs typeface="Arial"/>
              </a:rPr>
              <a:t>B: voordeel verdwijnt</a:t>
            </a:r>
          </a:p>
        </p:txBody>
      </p:sp>
      <p:sp>
        <p:nvSpPr>
          <p:cNvPr id="8" name="Basis = 36 − 24 = 12&#10;Hoogte = 72 − 48 = 24&#10;&#10;B = ½ × 12 × 24&#10;= € ">
            <a:extLst xmlns:a="http://schemas.openxmlformats.org/drawingml/2006/main">
              <a:ext uri="{FF2B5EF4-FFF2-40B4-BE49-F238E27FC236}">
                <a16:creationId xmlns:a16="http://schemas.microsoft.com/office/drawing/2014/main" id="{B8B89CA5-5A3F-4BD0-A326-8C2C43F899C5}"/>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Basis = 36 − 24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Hoogte = 72 − 48 = 24</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 = ½ × 12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€ 144 per week</a:t>
            </a:r>
          </a:p>
        </p:txBody>
      </p:sp>
      <p:sp>
        <p:nvSpPr>
          <p:cNvPr id="9" name="Controle:&#10;1.296 − 1.152 = 144">
            <a:extLst xmlns:a="http://schemas.openxmlformats.org/drawingml/2006/main">
              <a:ext uri="{FF2B5EF4-FFF2-40B4-BE49-F238E27FC236}">
                <a16:creationId xmlns:a16="http://schemas.microsoft.com/office/drawing/2014/main" id="{033B5531-3FCE-44EC-A501-645F2792085A}"/>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3302A"/>
                </a:solidFill>
                <a:latin typeface="Arial"/>
                <a:ea typeface="Arial"/>
                <a:cs typeface="Arial"/>
              </a:defRPr>
            </a:pPr>
            <a:r>
              <a:rPr sz="2400" b="1">
                <a:solidFill>
                  <a:srgbClr val="A3302A"/>
                </a:solidFill>
                <a:latin typeface="Arial"/>
                <a:ea typeface="Arial"/>
                <a:cs typeface="Arial"/>
              </a:rPr>
              <a:t>Controle:</a:t>
            </a:r>
          </a:p>
          <a:p xmlns:a="http://schemas.openxmlformats.org/drawingml/2006/main">
            <a:pPr algn="l">
              <a:defRPr sz="2400" b="1">
                <a:solidFill>
                  <a:srgbClr val="A3302A"/>
                </a:solidFill>
                <a:latin typeface="Arial"/>
                <a:ea typeface="Arial"/>
                <a:cs typeface="Arial"/>
              </a:defRPr>
            </a:pPr>
            <a:r>
              <a:rPr sz="2400" b="1">
                <a:solidFill>
                  <a:srgbClr val="A3302A"/>
                </a:solidFill>
                <a:latin typeface="Arial"/>
                <a:ea typeface="Arial"/>
                <a:cs typeface="Arial"/>
              </a:rPr>
              <a:t>1.296 − 1.152 = 144</a:t>
            </a:r>
          </a:p>
        </p:txBody>
      </p:sp>
    </p:spTree>
    <p:extLst>
      <p:ext uri="{BB962C8B-B14F-4D97-AF65-F5344CB8AC3E}">
        <p14:creationId xmlns:p14="http://schemas.microsoft.com/office/powerpoint/2010/main" val="9732445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wee effecten in één verandering">
            <a:extLst xmlns:a="http://schemas.openxmlformats.org/drawingml/2006/main">
              <a:ext uri="{FF2B5EF4-FFF2-40B4-BE49-F238E27FC236}">
                <a16:creationId xmlns:a16="http://schemas.microsoft.com/office/drawing/2014/main" id="{FEAD5D5D-C4EC-48A6-9C35-B337ECEFD68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effecten in één verandering</a:t>
            </a:r>
          </a:p>
        </p:txBody>
      </p:sp>
      <p:sp>
        <p:nvSpPr>
          <p:cNvPr id="2" name="">
            <a:extLst xmlns:a="http://schemas.openxmlformats.org/drawingml/2006/main">
              <a:ext uri="{FF2B5EF4-FFF2-40B4-BE49-F238E27FC236}">
                <a16:creationId xmlns:a16="http://schemas.microsoft.com/office/drawing/2014/main" id="{A119CFB5-D76C-4DF8-9C0F-686E5D436E7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31B08E45-36E2-4F86-9F8D-01FF8248D71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5">
            <a:extLst xmlns:a="http://schemas.openxmlformats.org/drawingml/2006/main">
              <a:ext uri="{FF2B5EF4-FFF2-40B4-BE49-F238E27FC236}">
                <a16:creationId xmlns:a16="http://schemas.microsoft.com/office/drawing/2014/main" id="{15560D77-5198-4E87-A1B3-35CD5D9D4D2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Uitlegvoorbeeld — niet uit het boek · Keramiekoven">
            <a:extLst xmlns:a="http://schemas.openxmlformats.org/drawingml/2006/main">
              <a:ext uri="{FF2B5EF4-FFF2-40B4-BE49-F238E27FC236}">
                <a16:creationId xmlns:a16="http://schemas.microsoft.com/office/drawing/2014/main" id="{088DC462-CE7E-49B2-8585-27BB91EABFFB}"/>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graphicFrame>
        <p:nvGraphicFramePr>
          <p:cNvPr id="13" name=""/>
          <p:cNvGraphicFramePr/>
          <p:nvPr/>
        </p:nvGraphicFramePr>
        <p:xfrm>
          <a:off xmlns:a="http://schemas.openxmlformats.org/drawingml/2006/main" x="571500" y="2695575"/>
          <a:ext xmlns:a="http://schemas.openxmlformats.org/drawingml/2006/main" cx="14097000" cy="3333750"/>
        </p:xfrm>
        <a:graphic xmlns:a="http://schemas.openxmlformats.org/drawingml/2006/main">
          <a:graphicData uri="http://schemas.openxmlformats.org/drawingml/2006/table">
            <a:tbl>
              <a:tblPr/>
              <a:tblGrid>
                <a:gridCol w="6953250"/>
                <a:gridCol w="2381250"/>
                <a:gridCol w="2381250"/>
                <a:gridCol w="2381250"/>
              </a:tblGrid>
              <a:tr h="833438">
                <a:tc>
                  <a:txBody>
                    <a:bodyPr lIns="171450" tIns="95250" rIns="152400" bIns="95250"/>
                    <a:lstStyle/>
                    <a:p>
                      <a:r>
                        <a:rPr sz="2475" b="1">
                          <a:solidFill>
                            <a:srgbClr val="FFFFFF"/>
                          </a:solidFill>
                          <a:latin typeface="Arial"/>
                          <a:ea typeface="Arial"/>
                          <a:cs typeface="Arial"/>
                        </a:rPr>
                        <a:t>Van efficiënt naar monopolie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ΔCS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ΔPS</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ΔTS</a:t>
                      </a:r>
                    </a:p>
                  </a:txBody>
                  <a:tcPr marL="91440" marR="91440" marT="45720" marB="45720" anchor="ctr">
                    <a:solidFill>
                      <a:srgbClr val="183247"/>
                    </a:solidFill>
                  </a:tcPr>
                </a:tc>
              </a:tr>
              <a:tr h="833438">
                <a:tc>
                  <a:txBody>
                    <a:bodyPr lIns="171450" tIns="95250" rIns="152400" bIns="95250"/>
                    <a:lstStyle/>
                    <a:p>
                      <a:r>
                        <a:rPr sz="2475" b="0">
                          <a:solidFill>
                            <a:srgbClr val="183247"/>
                          </a:solidFill>
                          <a:latin typeface="Arial"/>
                          <a:ea typeface="Arial"/>
                          <a:cs typeface="Arial"/>
                        </a:rPr>
                        <a:t>A: overdracht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−288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+288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0</a:t>
                      </a:r>
                    </a:p>
                  </a:txBody>
                  <a:tcPr marL="91440" marR="91440" marT="45720" marB="45720" anchor="ctr">
                    <a:solidFill>
                      <a:srgbClr val="FFFFFF"/>
                    </a:solidFill>
                  </a:tcPr>
                </a:tc>
              </a:tr>
              <a:tr h="833438">
                <a:tc>
                  <a:txBody>
                    <a:bodyPr lIns="171450" tIns="95250" rIns="152400" bIns="95250"/>
                    <a:lstStyle/>
                    <a:p>
                      <a:r>
                        <a:rPr sz="2475" b="0">
                          <a:solidFill>
                            <a:srgbClr val="183247"/>
                          </a:solidFill>
                          <a:latin typeface="Arial"/>
                          <a:ea typeface="Arial"/>
                          <a:cs typeface="Arial"/>
                        </a:rPr>
                        <a:t>Gemiste transacties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−72</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−72</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−144</a:t>
                      </a:r>
                    </a:p>
                  </a:txBody>
                  <a:tcPr marL="91440" marR="91440" marT="45720" marB="45720" anchor="ctr">
                    <a:solidFill>
                      <a:srgbClr val="EFF4F7"/>
                    </a:solidFill>
                  </a:tcPr>
                </a:tc>
              </a:tr>
              <a:tr h="833438">
                <a:tc>
                  <a:txBody>
                    <a:bodyPr lIns="171450" tIns="95250" rIns="152400" bIns="95250"/>
                    <a:lstStyle/>
                    <a:p>
                      <a:r>
                        <a:rPr sz="2475" b="0">
                          <a:solidFill>
                            <a:srgbClr val="183247"/>
                          </a:solidFill>
                          <a:latin typeface="Arial"/>
                          <a:ea typeface="Arial"/>
                          <a:cs typeface="Arial"/>
                        </a:rPr>
                        <a:t>Totale verandering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−360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+216</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−144</a:t>
                      </a:r>
                    </a:p>
                  </a:txBody>
                  <a:tcPr marL="91440" marR="91440" marT="45720" marB="45720" anchor="ctr">
                    <a:solidFill>
                      <a:srgbClr val="FFFFFF"/>
                    </a:solidFill>
                  </a:tcPr>
                </a:tc>
              </a:tr>
            </a:tbl>
          </a:graphicData>
        </a:graphic>
      </p:graphicFrame>
      <p:sp>
        <p:nvSpPr>
          <p:cNvPr id="7" name="Alle bedragen in euro per week. De ontvanger van A blijft in het">
            <a:extLst xmlns:a="http://schemas.openxmlformats.org/drawingml/2006/main">
              <a:ext uri="{FF2B5EF4-FFF2-40B4-BE49-F238E27FC236}">
                <a16:creationId xmlns:a16="http://schemas.microsoft.com/office/drawing/2014/main" id="{75FB1526-8FB2-4321-8835-8D14106E22C9}"/>
              </a:ext>
            </a:extLst>
          </p:cNvPr>
          <p:cNvSpPr>
            <a:spLocks xmlns:a="http://schemas.openxmlformats.org/drawingml/2006/main" noGrp="1"/>
          </p:cNvSpPr>
          <p:nvPr/>
        </p:nvSpPr>
        <p:spPr>
          <a:xfrm xmlns:a="http://schemas.openxmlformats.org/drawingml/2006/main">
            <a:off x="571500" y="67913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Alle bedragen in euro per week. De ontvanger van A blijft in het totaal.</a:t>
            </a:r>
          </a:p>
        </p:txBody>
      </p:sp>
    </p:spTree>
    <p:extLst>
      <p:ext uri="{BB962C8B-B14F-4D97-AF65-F5344CB8AC3E}">
        <p14:creationId xmlns:p14="http://schemas.microsoft.com/office/powerpoint/2010/main" val="20855931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23D173AE-B701-4B67-96D0-C8027DB2FD8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6A3623E6-9E6B-4E0B-A1B2-F5E636BFB65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C1867654-5B4E-4179-93AD-2F07A57E5B4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6">
            <a:extLst xmlns:a="http://schemas.openxmlformats.org/drawingml/2006/main">
              <a:ext uri="{FF2B5EF4-FFF2-40B4-BE49-F238E27FC236}">
                <a16:creationId xmlns:a16="http://schemas.microsoft.com/office/drawing/2014/main" id="{D3DF193F-1D50-4073-98F1-40EC7F7AE84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Uitlegvoorbeeld — niet uit het boek · Keramiekoven">
            <a:extLst xmlns:a="http://schemas.openxmlformats.org/drawingml/2006/main">
              <a:ext uri="{FF2B5EF4-FFF2-40B4-BE49-F238E27FC236}">
                <a16:creationId xmlns:a16="http://schemas.microsoft.com/office/drawing/2014/main" id="{6CE60B09-0DB4-402F-830B-F8B919ED86B3}"/>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Uitlegvoorbeeld — niet uit het boek · Keramiekoven</a:t>
            </a:r>
          </a:p>
        </p:txBody>
      </p:sp>
      <p:sp>
        <p:nvSpPr>
          <p:cNvPr id="6" name="“Het verlies aan CS is helemaal welvaartsverlies.”">
            <a:extLst xmlns:a="http://schemas.openxmlformats.org/drawingml/2006/main">
              <a:ext uri="{FF2B5EF4-FFF2-40B4-BE49-F238E27FC236}">
                <a16:creationId xmlns:a16="http://schemas.microsoft.com/office/drawing/2014/main" id="{E9553E97-D11C-4360-A67F-41FCAA71F520}"/>
              </a:ext>
            </a:extLst>
          </p:cNvPr>
          <p:cNvSpPr>
            <a:spLocks xmlns:a="http://schemas.openxmlformats.org/drawingml/2006/main" noGrp="1"/>
          </p:cNvSpPr>
          <p:nvPr/>
        </p:nvSpPr>
        <p:spPr>
          <a:xfrm xmlns:a="http://schemas.openxmlformats.org/drawingml/2006/main">
            <a:off x="571500" y="269557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7658A"/>
                </a:solidFill>
                <a:latin typeface="Arial"/>
                <a:ea typeface="Arial"/>
                <a:cs typeface="Arial"/>
              </a:defRPr>
            </a:pPr>
            <a:r>
              <a:rPr sz="3825" b="1">
                <a:solidFill>
                  <a:srgbClr val="17658A"/>
                </a:solidFill>
                <a:latin typeface="Arial"/>
                <a:ea typeface="Arial"/>
                <a:cs typeface="Arial"/>
              </a:rPr>
              <a:t>“Het verlies aan CS is helemaal welvaartsverlies.”</a:t>
            </a:r>
          </a:p>
        </p:txBody>
      </p:sp>
      <p:sp>
        <p:nvSpPr>
          <p:cNvPr id="7" name="Gebruik de € 288 overdracht en de € 144 verloren surplus&#10;in je u">
            <a:extLst xmlns:a="http://schemas.openxmlformats.org/drawingml/2006/main">
              <a:ext uri="{FF2B5EF4-FFF2-40B4-BE49-F238E27FC236}">
                <a16:creationId xmlns:a16="http://schemas.microsoft.com/office/drawing/2014/main" id="{D78AFD4C-8862-44DA-82BE-6E810894C472}"/>
              </a:ext>
            </a:extLst>
          </p:cNvPr>
          <p:cNvSpPr>
            <a:spLocks xmlns:a="http://schemas.openxmlformats.org/drawingml/2006/main" noGrp="1"/>
          </p:cNvSpPr>
          <p:nvPr/>
        </p:nvSpPr>
        <p:spPr>
          <a:xfrm xmlns:a="http://schemas.openxmlformats.org/drawingml/2006/main">
            <a:off x="571500" y="489585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Gebruik de € 288 overdracht en de € 144 verloren surplus</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in je uitleg.</a:t>
            </a:r>
          </a:p>
        </p:txBody>
      </p:sp>
      <p:sp>
        <p:nvSpPr>
          <p:cNvPr id="8" name="Welke informatie zegt iets over verdeling en eerlijkheid?">
            <a:extLst xmlns:a="http://schemas.openxmlformats.org/drawingml/2006/main">
              <a:ext uri="{FF2B5EF4-FFF2-40B4-BE49-F238E27FC236}">
                <a16:creationId xmlns:a16="http://schemas.microsoft.com/office/drawing/2014/main" id="{CAFEC92A-72ED-4952-889A-54650883439A}"/>
              </a:ext>
            </a:extLst>
          </p:cNvPr>
          <p:cNvSpPr>
            <a:spLocks xmlns:a="http://schemas.openxmlformats.org/drawingml/2006/main" noGrp="1"/>
          </p:cNvSpPr>
          <p:nvPr/>
        </p:nvSpPr>
        <p:spPr>
          <a:xfrm xmlns:a="http://schemas.openxmlformats.org/drawingml/2006/main">
            <a:off x="571500" y="69151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Welke informatie zegt iets over verdeling en eerlijkheid?</a:t>
            </a:r>
          </a:p>
        </p:txBody>
      </p:sp>
    </p:spTree>
    <p:extLst>
      <p:ext uri="{BB962C8B-B14F-4D97-AF65-F5344CB8AC3E}">
        <p14:creationId xmlns:p14="http://schemas.microsoft.com/office/powerpoint/2010/main" val="13951205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1 Welvaartseffecten van monopolie">
            <a:extLst xmlns:a="http://schemas.openxmlformats.org/drawingml/2006/main">
              <a:ext uri="{FF2B5EF4-FFF2-40B4-BE49-F238E27FC236}">
                <a16:creationId xmlns:a16="http://schemas.microsoft.com/office/drawing/2014/main" id="{6771CFA9-DF7E-4E1A-BBDC-6A7EFC4AB94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§4.2.1 Welvaartseffecten van monopolie</a:t>
            </a:r>
          </a:p>
        </p:txBody>
      </p:sp>
      <p:sp>
        <p:nvSpPr>
          <p:cNvPr id="2" name="">
            <a:extLst xmlns:a="http://schemas.openxmlformats.org/drawingml/2006/main">
              <a:ext uri="{FF2B5EF4-FFF2-40B4-BE49-F238E27FC236}">
                <a16:creationId xmlns:a16="http://schemas.microsoft.com/office/drawing/2014/main" id="{D9C3D9CF-5919-428A-89D6-BFF4AE9AA2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18A4F022-E46E-49D3-8CCA-E600E41D86A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7">
            <a:extLst xmlns:a="http://schemas.openxmlformats.org/drawingml/2006/main">
              <a:ext uri="{FF2B5EF4-FFF2-40B4-BE49-F238E27FC236}">
                <a16:creationId xmlns:a16="http://schemas.microsoft.com/office/drawing/2014/main" id="{162C2DAA-4442-4015-A284-56297D206E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phase">
            <a:extLst xmlns:a="http://schemas.openxmlformats.org/drawingml/2006/main">
              <a:ext uri="{FF2B5EF4-FFF2-40B4-BE49-F238E27FC236}">
                <a16:creationId xmlns:a16="http://schemas.microsoft.com/office/drawing/2014/main" id="{44444E86-8C78-4BEF-AA75-9E1DCF1709C3}"/>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DBBD6A36-4216-46B1-96D3-FE434C83AED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9CE3BDD-BFC2-4D2A-AAAB-2F567959060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FD1432B-17CC-4327-B19C-8D8996D8FF4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E7E3F0DC-8B5B-4320-B993-142470FC5F6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E71AC05-E4C0-4861-8D12-661CAC7F0D8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52055B2-F0FF-4BF9-9CD8-DA225B055530}"/>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0EBC2A1-F65A-47FA-BDD2-ABB536D649D5}"/>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D9DB5C08-1869-43A5-83AD-ED2F86D300BA}"/>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98783EF-A08E-49DA-9E18-B05F55E98F11}"/>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314AB9F-AAA3-4055-850C-C6EE388242E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0A09CE8-B77A-488B-93E7-F5A2C2B2C47C}"/>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C77DC4A5-A4ED-4A3B-8C28-5404CC82CDBB}"/>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BFF3B56-B975-4E7F-B6B8-00AB71B71A7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A022ED16-0DBA-4528-8359-E4EBCF68514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1D39E012-211D-43A9-AC23-EA0C8CDB328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3576F8F-D2AB-46C2-98F1-66FED735FB66}"/>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EFBA7BD-856F-4955-A779-5FAE5DE0A9DA}"/>
              </a:ext>
            </a:extLst>
          </p:cNvPr>
          <p:cNvSpPr>
            <a:spLocks xmlns:a="http://schemas.openxmlformats.org/drawingml/2006/main" noGrp="1"/>
          </p:cNvSpPr>
          <p:nvPr/>
        </p:nvSpPr>
        <p:spPr>
          <a:xfrm xmlns:a="http://schemas.openxmlformats.org/drawingml/2006/main">
            <a:off x="9258300" y="232410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Monopolie en efficiënt vergelijken.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CS, PS, TS en winst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Overdracht en verlies scheiden.</a:t>
            </a:r>
          </a:p>
        </p:txBody>
      </p:sp>
      <p:sp>
        <p:nvSpPr>
          <p:cNvPr id="23" name="">
            <a:extLst xmlns:a="http://schemas.openxmlformats.org/drawingml/2006/main">
              <a:ext uri="{FF2B5EF4-FFF2-40B4-BE49-F238E27FC236}">
                <a16:creationId xmlns:a16="http://schemas.microsoft.com/office/drawing/2014/main" id="{96E4CA8B-75AD-4CE2-840F-7C877F38217B}"/>
              </a:ext>
            </a:extLst>
          </p:cNvPr>
          <p:cNvSpPr>
            <a:spLocks xmlns:a="http://schemas.openxmlformats.org/drawingml/2006/main" noGrp="1"/>
          </p:cNvSpPr>
          <p:nvPr/>
        </p:nvSpPr>
        <p:spPr>
          <a:xfrm xmlns:a="http://schemas.openxmlformats.org/drawingml/2006/main">
            <a:off x="9258300" y="36195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5D30F47-876F-4CA5-AF10-3DF3D26C7789}"/>
              </a:ext>
            </a:extLst>
          </p:cNvPr>
          <p:cNvSpPr>
            <a:spLocks xmlns:a="http://schemas.openxmlformats.org/drawingml/2006/main" noGrp="1"/>
          </p:cNvSpPr>
          <p:nvPr/>
        </p:nvSpPr>
        <p:spPr>
          <a:xfrm xmlns:a="http://schemas.openxmlformats.org/drawingml/2006/main">
            <a:off x="9258300" y="38290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CA3AB7F-9F1B-44DA-94C6-B9CE4DB3BE46}"/>
              </a:ext>
            </a:extLst>
          </p:cNvPr>
          <p:cNvSpPr>
            <a:spLocks xmlns:a="http://schemas.openxmlformats.org/drawingml/2006/main" noGrp="1"/>
          </p:cNvSpPr>
          <p:nvPr/>
        </p:nvSpPr>
        <p:spPr>
          <a:xfrm xmlns:a="http://schemas.openxmlformats.org/drawingml/2006/main">
            <a:off x="9258300" y="4362450"/>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59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55–57</a:t>
            </a:r>
          </a:p>
        </p:txBody>
      </p:sp>
      <p:sp>
        <p:nvSpPr>
          <p:cNvPr id="26" name="">
            <a:extLst xmlns:a="http://schemas.openxmlformats.org/drawingml/2006/main">
              <a:ext uri="{FF2B5EF4-FFF2-40B4-BE49-F238E27FC236}">
                <a16:creationId xmlns:a16="http://schemas.microsoft.com/office/drawing/2014/main" id="{65E8628F-D46C-4184-A0C3-BF44CF365C73}"/>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721DE39-9380-430B-AE5F-35EDC8F7A7C7}"/>
              </a:ext>
            </a:extLst>
          </p:cNvPr>
          <p:cNvSpPr>
            <a:spLocks xmlns:a="http://schemas.openxmlformats.org/drawingml/2006/main" noGrp="1"/>
          </p:cNvSpPr>
          <p:nvPr/>
        </p:nvSpPr>
        <p:spPr>
          <a:xfrm xmlns:a="http://schemas.openxmlformats.org/drawingml/2006/main">
            <a:off x="9258300" y="5686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383C472-5C3F-4252-9FD3-096CB7FE7268}"/>
              </a:ext>
            </a:extLst>
          </p:cNvPr>
          <p:cNvSpPr>
            <a:spLocks xmlns:a="http://schemas.openxmlformats.org/drawingml/2006/main" noGrp="1"/>
          </p:cNvSpPr>
          <p:nvPr/>
        </p:nvSpPr>
        <p:spPr>
          <a:xfrm xmlns:a="http://schemas.openxmlformats.org/drawingml/2006/main">
            <a:off x="9258300" y="6229350"/>
            <a:ext cx="5381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§4.2.1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p:txBody>
      </p:sp>
    </p:spTree>
    <p:extLst>
      <p:ext uri="{BB962C8B-B14F-4D97-AF65-F5344CB8AC3E}">
        <p14:creationId xmlns:p14="http://schemas.microsoft.com/office/powerpoint/2010/main" val="1134743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De enige VR-studio">
            <a:extLst xmlns:a="http://schemas.openxmlformats.org/drawingml/2006/main">
              <a:ext uri="{FF2B5EF4-FFF2-40B4-BE49-F238E27FC236}">
                <a16:creationId xmlns:a16="http://schemas.microsoft.com/office/drawing/2014/main" id="{11B3F5C4-80D8-4BB3-9CB9-060D5A4F0C7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 enige VR-studio</a:t>
            </a:r>
          </a:p>
        </p:txBody>
      </p:sp>
      <p:sp>
        <p:nvSpPr>
          <p:cNvPr id="2" name="">
            <a:extLst xmlns:a="http://schemas.openxmlformats.org/drawingml/2006/main">
              <a:ext uri="{FF2B5EF4-FFF2-40B4-BE49-F238E27FC236}">
                <a16:creationId xmlns:a16="http://schemas.microsoft.com/office/drawing/2014/main" id="{00981665-1F17-444B-9390-BAF27511073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F3D1BC24-5C7C-49D7-935C-35638C8B509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8">
            <a:extLst xmlns:a="http://schemas.openxmlformats.org/drawingml/2006/main">
              <a:ext uri="{FF2B5EF4-FFF2-40B4-BE49-F238E27FC236}">
                <a16:creationId xmlns:a16="http://schemas.microsoft.com/office/drawing/2014/main" id="{2E391DAD-B83C-4C68-BAD8-12B6BE61F76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Opgave 7 · De VR-studio · Boekpagina 61">
            <a:extLst xmlns:a="http://schemas.openxmlformats.org/drawingml/2006/main">
              <a:ext uri="{FF2B5EF4-FFF2-40B4-BE49-F238E27FC236}">
                <a16:creationId xmlns:a16="http://schemas.microsoft.com/office/drawing/2014/main" id="{C590A9CF-BE00-4BA3-BF00-AC2FE07F63C2}"/>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sp>
        <p:nvSpPr>
          <p:cNvPr id="6" name="Eén studio bedient de hele beschreven markt.">
            <a:extLst xmlns:a="http://schemas.openxmlformats.org/drawingml/2006/main">
              <a:ext uri="{FF2B5EF4-FFF2-40B4-BE49-F238E27FC236}">
                <a16:creationId xmlns:a16="http://schemas.microsoft.com/office/drawing/2014/main" id="{C417810E-3CCB-47D8-B9AC-30D760B4BEE4}"/>
              </a:ext>
            </a:extLst>
          </p:cNvPr>
          <p:cNvSpPr>
            <a:spLocks xmlns:a="http://schemas.openxmlformats.org/drawingml/2006/main" noGrp="1"/>
          </p:cNvSpPr>
          <p:nvPr/>
        </p:nvSpPr>
        <p:spPr>
          <a:xfrm xmlns:a="http://schemas.openxmlformats.org/drawingml/2006/main">
            <a:off x="571500" y="24003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Eén studio bedient de hele beschreven markt.</a:t>
            </a:r>
          </a:p>
        </p:txBody>
      </p:sp>
      <p:graphicFrame>
        <p:nvGraphicFramePr>
          <p:cNvPr id="15" name=""/>
          <p:cNvGraphicFramePr/>
          <p:nvPr/>
        </p:nvGraphicFramePr>
        <p:xfrm>
          <a:off xmlns:a="http://schemas.openxmlformats.org/drawingml/2006/main" x="571500" y="3381375"/>
          <a:ext xmlns:a="http://schemas.openxmlformats.org/drawingml/2006/main" cx="14097000" cy="3000375"/>
        </p:xfrm>
        <a:graphic xmlns:a="http://schemas.openxmlformats.org/drawingml/2006/main">
          <a:graphicData uri="http://schemas.openxmlformats.org/drawingml/2006/table">
            <a:tbl>
              <a:tblPr/>
              <a:tblGrid>
                <a:gridCol w="8191500"/>
                <a:gridCol w="5905500"/>
              </a:tblGrid>
              <a:tr h="750094">
                <a:tc>
                  <a:txBody>
                    <a:bodyPr lIns="171450" tIns="95250" rIns="152400" bIns="95250"/>
                    <a:lstStyle/>
                    <a:p>
                      <a:r>
                        <a:rPr sz="2550" b="1">
                          <a:solidFill>
                            <a:srgbClr val="FFFFFF"/>
                          </a:solidFill>
                          <a:latin typeface="Arial"/>
                          <a:ea typeface="Arial"/>
                          <a:cs typeface="Arial"/>
                        </a:rPr>
                        <a:t>Vraag en kosten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Eenheden en capaciteit</a:t>
                      </a:r>
                    </a:p>
                  </a:txBody>
                  <a:tcPr marL="91440" marR="91440" marT="45720" marB="45720" anchor="ctr">
                    <a:solidFill>
                      <a:srgbClr val="183247"/>
                    </a:solidFill>
                  </a:tcPr>
                </a:tc>
              </a:tr>
              <a:tr h="750094">
                <a:tc>
                  <a:txBody>
                    <a:bodyPr lIns="171450" tIns="95250" rIns="152400" bIns="95250"/>
                    <a:lstStyle/>
                    <a:p>
                      <a:r>
                        <a:rPr sz="2550" b="0">
                          <a:solidFill>
                            <a:srgbClr val="183247"/>
                          </a:solidFill>
                          <a:latin typeface="Arial"/>
                          <a:ea typeface="Arial"/>
                          <a:cs typeface="Arial"/>
                        </a:rPr>
                        <a:t>P = 80 − 0,5Q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euro per sessie</a:t>
                      </a:r>
                    </a:p>
                  </a:txBody>
                  <a:tcPr marL="91440" marR="91440" marT="45720" marB="45720" anchor="ctr">
                    <a:solidFill>
                      <a:srgbClr val="FFFFFF"/>
                    </a:solidFill>
                  </a:tcPr>
                </a:tc>
              </a:tr>
              <a:tr h="750094">
                <a:tc>
                  <a:txBody>
                    <a:bodyPr lIns="171450" tIns="95250" rIns="152400" bIns="95250"/>
                    <a:lstStyle/>
                    <a:p>
                      <a:r>
                        <a:rPr sz="2550" b="0">
                          <a:solidFill>
                            <a:srgbClr val="183247"/>
                          </a:solidFill>
                          <a:latin typeface="Arial"/>
                          <a:ea typeface="Arial"/>
                          <a:cs typeface="Arial"/>
                        </a:rPr>
                        <a:t>TK = 200 + 20Q + 0,25Q²</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Q: sessies per week</a:t>
                      </a:r>
                    </a:p>
                  </a:txBody>
                  <a:tcPr marL="91440" marR="91440" marT="45720" marB="45720" anchor="ctr">
                    <a:solidFill>
                      <a:srgbClr val="EFF4F7"/>
                    </a:solidFill>
                  </a:tcPr>
                </a:tc>
              </a:tr>
              <a:tr h="750094">
                <a:tc>
                  <a:txBody>
                    <a:bodyPr lIns="171450" tIns="95250" rIns="152400" bIns="95250"/>
                    <a:lstStyle/>
                    <a:p>
                      <a:r>
                        <a:rPr sz="2550" b="0">
                          <a:solidFill>
                            <a:srgbClr val="183247"/>
                          </a:solidFill>
                          <a:latin typeface="Arial"/>
                          <a:ea typeface="Arial"/>
                          <a:cs typeface="Arial"/>
                        </a:rPr>
                        <a:t>MK = 20 + 0,5Q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Capaciteit: 100 sessies</a:t>
                      </a:r>
                    </a:p>
                  </a:txBody>
                  <a:tcPr marL="91440" marR="91440" marT="45720" marB="45720" anchor="ctr">
                    <a:solidFill>
                      <a:srgbClr val="FFFFFF"/>
                    </a:solidFill>
                  </a:tcPr>
                </a:tc>
              </a:tr>
            </a:tbl>
          </a:graphicData>
        </a:graphic>
      </p:graphicFrame>
      <p:sp>
        <p:nvSpPr>
          <p:cNvPr id="8" name="De € 200 constante kosten blijven deze week in beide situaties g">
            <a:extLst xmlns:a="http://schemas.openxmlformats.org/drawingml/2006/main">
              <a:ext uri="{FF2B5EF4-FFF2-40B4-BE49-F238E27FC236}">
                <a16:creationId xmlns:a16="http://schemas.microsoft.com/office/drawing/2014/main" id="{9DA8F587-4258-4033-A4AB-0C5CD7AFDD35}"/>
              </a:ext>
            </a:extLst>
          </p:cNvPr>
          <p:cNvSpPr>
            <a:spLocks xmlns:a="http://schemas.openxmlformats.org/drawingml/2006/main" noGrp="1"/>
          </p:cNvSpPr>
          <p:nvPr/>
        </p:nvSpPr>
        <p:spPr>
          <a:xfrm xmlns:a="http://schemas.openxmlformats.org/drawingml/2006/main">
            <a:off x="571500" y="6772275"/>
            <a:ext cx="14097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 € 200 constante kosten blijven deze week in beide situaties gelijk.</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Vergelijk met dezelfde vraag en kosten bij de efficiënte hoeveelheid.</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Geen externe effecten of andere veranderingen.</a:t>
            </a:r>
          </a:p>
        </p:txBody>
      </p:sp>
    </p:spTree>
    <p:extLst>
      <p:ext uri="{BB962C8B-B14F-4D97-AF65-F5344CB8AC3E}">
        <p14:creationId xmlns:p14="http://schemas.microsoft.com/office/powerpoint/2010/main" val="16668445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7 · De gegeven basisgrafiek">
            <a:extLst xmlns:a="http://schemas.openxmlformats.org/drawingml/2006/main">
              <a:ext uri="{FF2B5EF4-FFF2-40B4-BE49-F238E27FC236}">
                <a16:creationId xmlns:a16="http://schemas.microsoft.com/office/drawing/2014/main" id="{388C263A-7FC2-4984-8753-CCC323256A4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 gegeven basisgrafiek</a:t>
            </a:r>
          </a:p>
        </p:txBody>
      </p:sp>
      <p:sp>
        <p:nvSpPr>
          <p:cNvPr id="2" name="">
            <a:extLst xmlns:a="http://schemas.openxmlformats.org/drawingml/2006/main">
              <a:ext uri="{FF2B5EF4-FFF2-40B4-BE49-F238E27FC236}">
                <a16:creationId xmlns:a16="http://schemas.microsoft.com/office/drawing/2014/main" id="{C3B37520-FFAB-4E9F-A788-D618D3DBA5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FEA9435A-9D77-4744-9262-B7ACBA352B4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19">
            <a:extLst xmlns:a="http://schemas.openxmlformats.org/drawingml/2006/main">
              <a:ext uri="{FF2B5EF4-FFF2-40B4-BE49-F238E27FC236}">
                <a16:creationId xmlns:a16="http://schemas.microsoft.com/office/drawing/2014/main" id="{9792DAB0-24E9-4187-9FDF-78D9BA1EE83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Opgave 7 · De VR-studio · Boekpagina 61">
            <a:extLst xmlns:a="http://schemas.openxmlformats.org/drawingml/2006/main">
              <a:ext uri="{FF2B5EF4-FFF2-40B4-BE49-F238E27FC236}">
                <a16:creationId xmlns:a16="http://schemas.microsoft.com/office/drawing/2014/main" id="{99A5425B-0B26-4D0D-8B97-706F8A50CAA2}"/>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2" name="Chart"/>
          <p:cNvGraphicFramePr/>
          <p:nvPr/>
        </p:nvGraphicFramePr>
        <p:xfrm>
          <a:off xmlns:a="http://schemas.openxmlformats.org/drawingml/2006/main" x="571500" y="2333625"/>
          <a:ext xmlns:a="http://schemas.openxmlformats.org/drawingml/2006/main" cx="14097000" cy="5334000"/>
        </p:xfrm>
        <a:graphic xmlns:a="http://schemas.openxmlformats.org/drawingml/2006/main">
          <a:graphicData uri="http://schemas.openxmlformats.org/drawingml/2006/chart">
            <c:chart xmlns:r="http://schemas.openxmlformats.org/officeDocument/2006/relationships" xmlns:c="http://schemas.openxmlformats.org/drawingml/2006/chart" r:id="R3a16041830384086"/>
          </a:graphicData>
        </a:graphic>
      </p:graphicFrame>
    </p:spTree>
    <p:extLst>
      <p:ext uri="{BB962C8B-B14F-4D97-AF65-F5344CB8AC3E}">
        <p14:creationId xmlns:p14="http://schemas.microsoft.com/office/powerpoint/2010/main" val="179685916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Vragen a en b">
            <a:extLst xmlns:a="http://schemas.openxmlformats.org/drawingml/2006/main">
              <a:ext uri="{FF2B5EF4-FFF2-40B4-BE49-F238E27FC236}">
                <a16:creationId xmlns:a16="http://schemas.microsoft.com/office/drawing/2014/main" id="{C8008538-2E6E-4423-B566-9C0396E4A16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Vragen a en b</a:t>
            </a:r>
          </a:p>
        </p:txBody>
      </p:sp>
      <p:sp>
        <p:nvSpPr>
          <p:cNvPr id="2" name="">
            <a:extLst xmlns:a="http://schemas.openxmlformats.org/drawingml/2006/main">
              <a:ext uri="{FF2B5EF4-FFF2-40B4-BE49-F238E27FC236}">
                <a16:creationId xmlns:a16="http://schemas.microsoft.com/office/drawing/2014/main" id="{C2C017EB-8641-4406-AA70-2E73E29948F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22AFF5E1-CC66-4DAA-877E-1B2378C8D6A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0">
            <a:extLst xmlns:a="http://schemas.openxmlformats.org/drawingml/2006/main">
              <a:ext uri="{FF2B5EF4-FFF2-40B4-BE49-F238E27FC236}">
                <a16:creationId xmlns:a16="http://schemas.microsoft.com/office/drawing/2014/main" id="{531CCD03-31E5-4AC9-AE96-0AD9515FF1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Opgave 7 · De VR-studio · Boekpagina 61">
            <a:extLst xmlns:a="http://schemas.openxmlformats.org/drawingml/2006/main">
              <a:ext uri="{FF2B5EF4-FFF2-40B4-BE49-F238E27FC236}">
                <a16:creationId xmlns:a16="http://schemas.microsoft.com/office/drawing/2014/main" id="{BA894B81-AD78-483E-AB27-D6F369643F21}"/>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sp>
        <p:nvSpPr>
          <p:cNvPr id="6" name="Gebruik de bron en de basisgrafiek. De lijnen zijn al gegeven.">
            <a:extLst xmlns:a="http://schemas.openxmlformats.org/drawingml/2006/main">
              <a:ext uri="{FF2B5EF4-FFF2-40B4-BE49-F238E27FC236}">
                <a16:creationId xmlns:a16="http://schemas.microsoft.com/office/drawing/2014/main" id="{CC16A704-5181-4C00-98E9-FBBA5F3D4BDD}"/>
              </a:ext>
            </a:extLst>
          </p:cNvPr>
          <p:cNvSpPr>
            <a:spLocks xmlns:a="http://schemas.openxmlformats.org/drawingml/2006/main" noGrp="1"/>
          </p:cNvSpPr>
          <p:nvPr/>
        </p:nvSpPr>
        <p:spPr>
          <a:xfrm xmlns:a="http://schemas.openxmlformats.org/drawingml/2006/main">
            <a:off x="571500" y="25146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Gebruik de bron en de basisgrafiek. De lijnen zijn al gegeven.</a:t>
            </a:r>
          </a:p>
        </p:txBody>
      </p:sp>
      <p:sp>
        <p:nvSpPr>
          <p:cNvPr id="7" name="a. (3p) Bereken Qm en Pm, en daarna Qe en Pe.">
            <a:extLst xmlns:a="http://schemas.openxmlformats.org/drawingml/2006/main">
              <a:ext uri="{FF2B5EF4-FFF2-40B4-BE49-F238E27FC236}">
                <a16:creationId xmlns:a16="http://schemas.microsoft.com/office/drawing/2014/main" id="{48C0DB77-3A4C-49DE-AE29-32D1534BEB82}"/>
              </a:ext>
            </a:extLst>
          </p:cNvPr>
          <p:cNvSpPr>
            <a:spLocks xmlns:a="http://schemas.openxmlformats.org/drawingml/2006/main" noGrp="1"/>
          </p:cNvSpPr>
          <p:nvPr/>
        </p:nvSpPr>
        <p:spPr>
          <a:xfrm xmlns:a="http://schemas.openxmlformats.org/drawingml/2006/main">
            <a:off x="571500" y="372427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 (3p) Bereken Qm en Pm, en daarna Qe en Pe.</a:t>
            </a:r>
          </a:p>
        </p:txBody>
      </p:sp>
      <p:sp>
        <p:nvSpPr>
          <p:cNvPr id="8" name="b. (3p) Markeer beide uitkomsten en arceer CS en PS bij monopoli">
            <a:extLst xmlns:a="http://schemas.openxmlformats.org/drawingml/2006/main">
              <a:ext uri="{FF2B5EF4-FFF2-40B4-BE49-F238E27FC236}">
                <a16:creationId xmlns:a16="http://schemas.microsoft.com/office/drawing/2014/main" id="{7C980927-FDFE-4E27-9B92-36E73C81D06B}"/>
              </a:ext>
            </a:extLst>
          </p:cNvPr>
          <p:cNvSpPr>
            <a:spLocks xmlns:a="http://schemas.openxmlformats.org/drawingml/2006/main" noGrp="1"/>
          </p:cNvSpPr>
          <p:nvPr/>
        </p:nvSpPr>
        <p:spPr>
          <a:xfrm xmlns:a="http://schemas.openxmlformats.org/drawingml/2006/main">
            <a:off x="571500" y="5362575"/>
            <a:ext cx="140970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 (3p) Markeer beide uitkomsten en arceer CS en PS bij monopolie.</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Bereken die bedragen en de winst.</a:t>
            </a:r>
          </a:p>
        </p:txBody>
      </p:sp>
    </p:spTree>
    <p:extLst>
      <p:ext uri="{BB962C8B-B14F-4D97-AF65-F5344CB8AC3E}">
        <p14:creationId xmlns:p14="http://schemas.microsoft.com/office/powerpoint/2010/main" val="15223307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Vragen c, d en e">
            <a:extLst xmlns:a="http://schemas.openxmlformats.org/drawingml/2006/main">
              <a:ext uri="{FF2B5EF4-FFF2-40B4-BE49-F238E27FC236}">
                <a16:creationId xmlns:a16="http://schemas.microsoft.com/office/drawing/2014/main" id="{00F2B22C-E42B-45D5-9139-9D179A85300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Vragen c, d en e</a:t>
            </a:r>
          </a:p>
        </p:txBody>
      </p:sp>
      <p:sp>
        <p:nvSpPr>
          <p:cNvPr id="2" name="">
            <a:extLst xmlns:a="http://schemas.openxmlformats.org/drawingml/2006/main">
              <a:ext uri="{FF2B5EF4-FFF2-40B4-BE49-F238E27FC236}">
                <a16:creationId xmlns:a16="http://schemas.microsoft.com/office/drawing/2014/main" id="{6ABB9BAD-EBD2-4AB4-BECA-24A9F49E3B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F1D93F44-5A01-4454-A526-D121FE17AA2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1">
            <a:extLst xmlns:a="http://schemas.openxmlformats.org/drawingml/2006/main">
              <a:ext uri="{FF2B5EF4-FFF2-40B4-BE49-F238E27FC236}">
                <a16:creationId xmlns:a16="http://schemas.microsoft.com/office/drawing/2014/main" id="{E9243D18-2669-4452-BEC5-C3F92C54DF0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Opgave 7 · De VR-studio · Boekpagina 61">
            <a:extLst xmlns:a="http://schemas.openxmlformats.org/drawingml/2006/main">
              <a:ext uri="{FF2B5EF4-FFF2-40B4-BE49-F238E27FC236}">
                <a16:creationId xmlns:a16="http://schemas.microsoft.com/office/drawing/2014/main" id="{861282F1-2BC4-4E2A-A949-712435459D5B}"/>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sp>
        <p:nvSpPr>
          <p:cNvPr id="6" name="c. (3p) Bereken TS in beide situaties en het welvaartsverlies.&#10;B">
            <a:extLst xmlns:a="http://schemas.openxmlformats.org/drawingml/2006/main">
              <a:ext uri="{FF2B5EF4-FFF2-40B4-BE49-F238E27FC236}">
                <a16:creationId xmlns:a16="http://schemas.microsoft.com/office/drawing/2014/main" id="{6F39B29C-18F8-420F-8BB1-2E7DA5386D87}"/>
              </a:ext>
            </a:extLst>
          </p:cNvPr>
          <p:cNvSpPr>
            <a:spLocks xmlns:a="http://schemas.openxmlformats.org/drawingml/2006/main" noGrp="1"/>
          </p:cNvSpPr>
          <p:nvPr/>
        </p:nvSpPr>
        <p:spPr>
          <a:xfrm xmlns:a="http://schemas.openxmlformats.org/drawingml/2006/main">
            <a:off x="571500" y="2581275"/>
            <a:ext cx="1409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 (3p) Bereken TS in beide situaties en het welvaartsverlies.</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Benoem basis en hoogte van de verliesdriehoek.</a:t>
            </a:r>
          </a:p>
        </p:txBody>
      </p:sp>
      <p:sp>
        <p:nvSpPr>
          <p:cNvPr id="7" name="d. (2p) Bereken de overdracht op de blijvende sessies.&#10;Leg uit w">
            <a:extLst xmlns:a="http://schemas.openxmlformats.org/drawingml/2006/main">
              <a:ext uri="{FF2B5EF4-FFF2-40B4-BE49-F238E27FC236}">
                <a16:creationId xmlns:a16="http://schemas.microsoft.com/office/drawing/2014/main" id="{A6382C81-72A3-48E2-BEEA-0F6C03692FA3}"/>
              </a:ext>
            </a:extLst>
          </p:cNvPr>
          <p:cNvSpPr>
            <a:spLocks xmlns:a="http://schemas.openxmlformats.org/drawingml/2006/main" noGrp="1"/>
          </p:cNvSpPr>
          <p:nvPr/>
        </p:nvSpPr>
        <p:spPr>
          <a:xfrm xmlns:a="http://schemas.openxmlformats.org/drawingml/2006/main">
            <a:off x="571500" y="4371975"/>
            <a:ext cx="1409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 (2p) Bereken de overdracht op de blijvende sessies.</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Leg uit waarom die niet zelf het welvaartsverlies is.</a:t>
            </a:r>
          </a:p>
        </p:txBody>
      </p:sp>
      <p:sp>
        <p:nvSpPr>
          <p:cNvPr id="8" name="e. (2p) Beoordeel: “Meer producentensurplus betekent dat deze&#10;ui">
            <a:extLst xmlns:a="http://schemas.openxmlformats.org/drawingml/2006/main">
              <a:ext uri="{FF2B5EF4-FFF2-40B4-BE49-F238E27FC236}">
                <a16:creationId xmlns:a16="http://schemas.microsoft.com/office/drawing/2014/main" id="{E2F649F2-33F1-4106-81E1-1FAE2388AA21}"/>
              </a:ext>
            </a:extLst>
          </p:cNvPr>
          <p:cNvSpPr>
            <a:spLocks xmlns:a="http://schemas.openxmlformats.org/drawingml/2006/main" noGrp="1"/>
          </p:cNvSpPr>
          <p:nvPr/>
        </p:nvSpPr>
        <p:spPr>
          <a:xfrm xmlns:a="http://schemas.openxmlformats.org/drawingml/2006/main">
            <a:off x="571500" y="61722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 (2p) Beoordeel: “Meer producentensurplus betekent dat deze</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uitkomst voor de samenleving beter én eerlijker is.”</a:t>
            </a:r>
          </a:p>
        </p:txBody>
      </p:sp>
    </p:spTree>
    <p:extLst>
      <p:ext uri="{BB962C8B-B14F-4D97-AF65-F5344CB8AC3E}">
        <p14:creationId xmlns:p14="http://schemas.microsoft.com/office/powerpoint/2010/main" val="15296396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7a · De monopolie-uitkomst">
            <a:extLst xmlns:a="http://schemas.openxmlformats.org/drawingml/2006/main">
              <a:ext uri="{FF2B5EF4-FFF2-40B4-BE49-F238E27FC236}">
                <a16:creationId xmlns:a16="http://schemas.microsoft.com/office/drawing/2014/main" id="{4A2D6B8C-11E2-4E1E-BA2C-BAB90194C540}"/>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7a · De monopolie-uitkomst</a:t>
            </a:r>
          </a:p>
        </p:txBody>
      </p:sp>
      <p:sp>
        <p:nvSpPr>
          <p:cNvPr id="2" name="">
            <a:extLst xmlns:a="http://schemas.openxmlformats.org/drawingml/2006/main">
              <a:ext uri="{FF2B5EF4-FFF2-40B4-BE49-F238E27FC236}">
                <a16:creationId xmlns:a16="http://schemas.microsoft.com/office/drawing/2014/main" id="{859966DF-82D8-49DE-87D1-E17FA4849D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A84240F2-03DA-4AD9-AAA3-52ADD47F95A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2">
            <a:extLst xmlns:a="http://schemas.openxmlformats.org/drawingml/2006/main">
              <a:ext uri="{FF2B5EF4-FFF2-40B4-BE49-F238E27FC236}">
                <a16:creationId xmlns:a16="http://schemas.microsoft.com/office/drawing/2014/main" id="{40142218-D826-4188-9E10-641E6CCB8EB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Opgave 7 · De VR-studio · Boekpagina 61">
            <a:extLst xmlns:a="http://schemas.openxmlformats.org/drawingml/2006/main">
              <a:ext uri="{FF2B5EF4-FFF2-40B4-BE49-F238E27FC236}">
                <a16:creationId xmlns:a16="http://schemas.microsoft.com/office/drawing/2014/main" id="{E81953FB-B359-443F-9C5F-F3F08B6C323C}"/>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7bad0510c2974515"/>
          </a:graphicData>
        </a:graphic>
      </p:graphicFrame>
      <p:sp>
        <p:nvSpPr>
          <p:cNvPr id="7" name="MO = MK">
            <a:extLst xmlns:a="http://schemas.openxmlformats.org/drawingml/2006/main">
              <a:ext uri="{FF2B5EF4-FFF2-40B4-BE49-F238E27FC236}">
                <a16:creationId xmlns:a16="http://schemas.microsoft.com/office/drawing/2014/main" id="{CF7297BE-83E0-40B9-BF56-BD2FC3F47AED}"/>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MO = MK</a:t>
            </a:r>
          </a:p>
        </p:txBody>
      </p:sp>
      <p:sp>
        <p:nvSpPr>
          <p:cNvPr id="8" name="TO = 80Q − 0,5Q²&#10;MO = 80 − Q&#10;&#10;80 − Q = 20 + 0,5Q&#10;60 = 1,5Q&#10;Qm = ">
            <a:extLst xmlns:a="http://schemas.openxmlformats.org/drawingml/2006/main">
              <a:ext uri="{FF2B5EF4-FFF2-40B4-BE49-F238E27FC236}">
                <a16:creationId xmlns:a16="http://schemas.microsoft.com/office/drawing/2014/main" id="{133A1DF1-361C-48F1-B4BB-78D8ADC12EDF}"/>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TO = 80Q − 0,5Q²</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MO = 80 − 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80 − Q = 20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60 = 1,5Q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Qm = 40</a:t>
            </a:r>
          </a:p>
        </p:txBody>
      </p:sp>
      <p:sp>
        <p:nvSpPr>
          <p:cNvPr id="9" name="Pm = 80 − 0,5 × 40&#10;= € 60 per sessie">
            <a:extLst xmlns:a="http://schemas.openxmlformats.org/drawingml/2006/main">
              <a:ext uri="{FF2B5EF4-FFF2-40B4-BE49-F238E27FC236}">
                <a16:creationId xmlns:a16="http://schemas.microsoft.com/office/drawing/2014/main" id="{9D32626C-EC60-484D-B1B0-18F59B79E516}"/>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Pm = 80 − 0,5 × 40</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 € 60 per sessie</a:t>
            </a:r>
          </a:p>
        </p:txBody>
      </p:sp>
    </p:spTree>
    <p:extLst>
      <p:ext uri="{BB962C8B-B14F-4D97-AF65-F5344CB8AC3E}">
        <p14:creationId xmlns:p14="http://schemas.microsoft.com/office/powerpoint/2010/main" val="3581097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7a · De efficiënte uitkomst">
            <a:extLst xmlns:a="http://schemas.openxmlformats.org/drawingml/2006/main">
              <a:ext uri="{FF2B5EF4-FFF2-40B4-BE49-F238E27FC236}">
                <a16:creationId xmlns:a16="http://schemas.microsoft.com/office/drawing/2014/main" id="{25341178-7B35-4E5E-AE71-BC1213668F7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7a · De efficiënte uitkomst</a:t>
            </a:r>
          </a:p>
        </p:txBody>
      </p:sp>
      <p:sp>
        <p:nvSpPr>
          <p:cNvPr id="2" name="">
            <a:extLst xmlns:a="http://schemas.openxmlformats.org/drawingml/2006/main">
              <a:ext uri="{FF2B5EF4-FFF2-40B4-BE49-F238E27FC236}">
                <a16:creationId xmlns:a16="http://schemas.microsoft.com/office/drawing/2014/main" id="{928FDA4C-1E65-487D-AED2-77995D36312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2D41C113-9A75-4C38-A151-3FC26C2BE25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3">
            <a:extLst xmlns:a="http://schemas.openxmlformats.org/drawingml/2006/main">
              <a:ext uri="{FF2B5EF4-FFF2-40B4-BE49-F238E27FC236}">
                <a16:creationId xmlns:a16="http://schemas.microsoft.com/office/drawing/2014/main" id="{5574A6FE-4FE0-4B4C-8811-4467DE44F3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Opgave 7 · De VR-studio · Boekpagina 61">
            <a:extLst xmlns:a="http://schemas.openxmlformats.org/drawingml/2006/main">
              <a:ext uri="{FF2B5EF4-FFF2-40B4-BE49-F238E27FC236}">
                <a16:creationId xmlns:a16="http://schemas.microsoft.com/office/drawing/2014/main" id="{5CA6B6B5-AA73-47A1-8CAB-2B2EAE4F4250}"/>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0be06e4e15ca41e4"/>
          </a:graphicData>
        </a:graphic>
      </p:graphicFrame>
      <p:sp>
        <p:nvSpPr>
          <p:cNvPr id="7" name="P = MK">
            <a:extLst xmlns:a="http://schemas.openxmlformats.org/drawingml/2006/main">
              <a:ext uri="{FF2B5EF4-FFF2-40B4-BE49-F238E27FC236}">
                <a16:creationId xmlns:a16="http://schemas.microsoft.com/office/drawing/2014/main" id="{7D2E5F51-9EBE-4175-8944-31F2D80D810D}"/>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P = MK</a:t>
            </a:r>
          </a:p>
        </p:txBody>
      </p:sp>
      <p:sp>
        <p:nvSpPr>
          <p:cNvPr id="8" name="80 − 0,5Q = 20 + 0,5Q&#10;60 = Q&#10;Qe = 60&#10;&#10;Pe = 80 − 0,5 × 60&#10;= € 50 ">
            <a:extLst xmlns:a="http://schemas.openxmlformats.org/drawingml/2006/main">
              <a:ext uri="{FF2B5EF4-FFF2-40B4-BE49-F238E27FC236}">
                <a16:creationId xmlns:a16="http://schemas.microsoft.com/office/drawing/2014/main" id="{E7E891EC-96C6-4FBC-9958-2263305BC277}"/>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80 − 0,5Q = 20 + 0,5Q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60 = 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Qe = 60</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Pe = 80 − 0,5 × 60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€ 50 per sessie</a:t>
            </a:r>
          </a:p>
        </p:txBody>
      </p:sp>
      <p:sp>
        <p:nvSpPr>
          <p:cNvPr id="9" name="40 en 60 sessies&#10;passen binnen 100.">
            <a:extLst xmlns:a="http://schemas.openxmlformats.org/drawingml/2006/main">
              <a:ext uri="{FF2B5EF4-FFF2-40B4-BE49-F238E27FC236}">
                <a16:creationId xmlns:a16="http://schemas.microsoft.com/office/drawing/2014/main" id="{CDA5E98D-2701-44B2-A533-42E28A18D7BC}"/>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40 en 60 sessies</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passen binnen 100.</a:t>
            </a:r>
          </a:p>
        </p:txBody>
      </p:sp>
    </p:spTree>
    <p:extLst>
      <p:ext uri="{BB962C8B-B14F-4D97-AF65-F5344CB8AC3E}">
        <p14:creationId xmlns:p14="http://schemas.microsoft.com/office/powerpoint/2010/main" val="162389666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7b · Het consumentensurplus">
            <a:extLst xmlns:a="http://schemas.openxmlformats.org/drawingml/2006/main">
              <a:ext uri="{FF2B5EF4-FFF2-40B4-BE49-F238E27FC236}">
                <a16:creationId xmlns:a16="http://schemas.microsoft.com/office/drawing/2014/main" id="{5CC1A1FE-B2FB-46EB-9DB0-381AB7341187}"/>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7b · Het consumentensurplus</a:t>
            </a:r>
          </a:p>
        </p:txBody>
      </p:sp>
      <p:sp>
        <p:nvSpPr>
          <p:cNvPr id="2" name="">
            <a:extLst xmlns:a="http://schemas.openxmlformats.org/drawingml/2006/main">
              <a:ext uri="{FF2B5EF4-FFF2-40B4-BE49-F238E27FC236}">
                <a16:creationId xmlns:a16="http://schemas.microsoft.com/office/drawing/2014/main" id="{28847CF8-80B6-4A88-BCE1-63385A976C8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A59D740D-78D2-44EE-999F-76D604A795E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4">
            <a:extLst xmlns:a="http://schemas.openxmlformats.org/drawingml/2006/main">
              <a:ext uri="{FF2B5EF4-FFF2-40B4-BE49-F238E27FC236}">
                <a16:creationId xmlns:a16="http://schemas.microsoft.com/office/drawing/2014/main" id="{A8C2B962-582E-44A6-A5DE-3A1375F685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Opgave 7 · De VR-studio · Boekpagina 61">
            <a:extLst xmlns:a="http://schemas.openxmlformats.org/drawingml/2006/main">
              <a:ext uri="{FF2B5EF4-FFF2-40B4-BE49-F238E27FC236}">
                <a16:creationId xmlns:a16="http://schemas.microsoft.com/office/drawing/2014/main" id="{2CE8A329-7DF9-4DC8-81B8-E11BAD87B8A8}"/>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06bbb5cd4ddb4d4e"/>
          </a:graphicData>
        </a:graphic>
      </p:graphicFrame>
      <p:sp>
        <p:nvSpPr>
          <p:cNvPr id="7" name="CSm">
            <a:extLst xmlns:a="http://schemas.openxmlformats.org/drawingml/2006/main">
              <a:ext uri="{FF2B5EF4-FFF2-40B4-BE49-F238E27FC236}">
                <a16:creationId xmlns:a16="http://schemas.microsoft.com/office/drawing/2014/main" id="{6225241C-2999-4B93-95F3-7EA6ACC37227}"/>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CSm</a:t>
            </a:r>
          </a:p>
        </p:txBody>
      </p:sp>
      <p:sp>
        <p:nvSpPr>
          <p:cNvPr id="8" name="Basis = 40 sessies&#10;Hoogte = 80 − 60&#10;= € 20 per sessie&#10;&#10;CSm = ½ ×">
            <a:extLst xmlns:a="http://schemas.openxmlformats.org/drawingml/2006/main">
              <a:ext uri="{FF2B5EF4-FFF2-40B4-BE49-F238E27FC236}">
                <a16:creationId xmlns:a16="http://schemas.microsoft.com/office/drawing/2014/main" id="{BA2ADEF8-BB00-4E52-811A-4A18488A485E}"/>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Basis = 40 sessies</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Hoogte = 80 − 60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€ 20 per sessie</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CSm = ½ × 40 × 20</a:t>
            </a:r>
          </a:p>
        </p:txBody>
      </p:sp>
      <p:sp>
        <p:nvSpPr>
          <p:cNvPr id="9" name="CSm = € 400 per week">
            <a:extLst xmlns:a="http://schemas.openxmlformats.org/drawingml/2006/main">
              <a:ext uri="{FF2B5EF4-FFF2-40B4-BE49-F238E27FC236}">
                <a16:creationId xmlns:a16="http://schemas.microsoft.com/office/drawing/2014/main" id="{314C75CB-EFF9-4618-ACC6-EB82426EF5E8}"/>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CSm = € 400 per week</a:t>
            </a:r>
          </a:p>
        </p:txBody>
      </p:sp>
    </p:spTree>
    <p:extLst>
      <p:ext uri="{BB962C8B-B14F-4D97-AF65-F5344CB8AC3E}">
        <p14:creationId xmlns:p14="http://schemas.microsoft.com/office/powerpoint/2010/main" val="9450610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7b · Het producentensurplus">
            <a:extLst xmlns:a="http://schemas.openxmlformats.org/drawingml/2006/main">
              <a:ext uri="{FF2B5EF4-FFF2-40B4-BE49-F238E27FC236}">
                <a16:creationId xmlns:a16="http://schemas.microsoft.com/office/drawing/2014/main" id="{3FDEC0D4-B498-4D0C-AC28-1CB431FBBC9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7b · Het producentensurplus</a:t>
            </a:r>
          </a:p>
        </p:txBody>
      </p:sp>
      <p:sp>
        <p:nvSpPr>
          <p:cNvPr id="2" name="">
            <a:extLst xmlns:a="http://schemas.openxmlformats.org/drawingml/2006/main">
              <a:ext uri="{FF2B5EF4-FFF2-40B4-BE49-F238E27FC236}">
                <a16:creationId xmlns:a16="http://schemas.microsoft.com/office/drawing/2014/main" id="{D7A7B57E-CD48-4E31-9B03-A4BD8B53E0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0CD56D58-3ED6-4B3C-A2F0-4054A0735EC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5">
            <a:extLst xmlns:a="http://schemas.openxmlformats.org/drawingml/2006/main">
              <a:ext uri="{FF2B5EF4-FFF2-40B4-BE49-F238E27FC236}">
                <a16:creationId xmlns:a16="http://schemas.microsoft.com/office/drawing/2014/main" id="{1C983D10-2A52-47A2-89C2-C18100EDE17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Opgave 7 · De VR-studio · Boekpagina 61">
            <a:extLst xmlns:a="http://schemas.openxmlformats.org/drawingml/2006/main">
              <a:ext uri="{FF2B5EF4-FFF2-40B4-BE49-F238E27FC236}">
                <a16:creationId xmlns:a16="http://schemas.microsoft.com/office/drawing/2014/main" id="{41B07360-175A-42B6-A2CA-AF094B9AA9D2}"/>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ebb5001d7021487c"/>
          </a:graphicData>
        </a:graphic>
      </p:graphicFrame>
      <p:sp>
        <p:nvSpPr>
          <p:cNvPr id="7" name="MK(40) = € 40">
            <a:extLst xmlns:a="http://schemas.openxmlformats.org/drawingml/2006/main">
              <a:ext uri="{FF2B5EF4-FFF2-40B4-BE49-F238E27FC236}">
                <a16:creationId xmlns:a16="http://schemas.microsoft.com/office/drawing/2014/main" id="{366F065B-C026-4996-AEB1-5019F157F5D4}"/>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MK(40) = € 40</a:t>
            </a:r>
          </a:p>
        </p:txBody>
      </p:sp>
      <p:sp>
        <p:nvSpPr>
          <p:cNvPr id="8" name="Rechthoek:&#10;40 × (60 − 40) = 800&#10;&#10;Driehoek:&#10;½ × 40 × (40 − 20)&#10;= ">
            <a:extLst xmlns:a="http://schemas.openxmlformats.org/drawingml/2006/main">
              <a:ext uri="{FF2B5EF4-FFF2-40B4-BE49-F238E27FC236}">
                <a16:creationId xmlns:a16="http://schemas.microsoft.com/office/drawing/2014/main" id="{0AB9A4BB-AB7D-48E2-B13A-590B979E8A94}"/>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Rechthoek: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40 × (60 − 40) = 800</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Driehoek: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40 × (40 − 20)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400</a:t>
            </a:r>
          </a:p>
        </p:txBody>
      </p:sp>
      <p:sp>
        <p:nvSpPr>
          <p:cNvPr id="9" name="PSm = 800 + 400&#10;= € 1.200 per week">
            <a:extLst xmlns:a="http://schemas.openxmlformats.org/drawingml/2006/main">
              <a:ext uri="{FF2B5EF4-FFF2-40B4-BE49-F238E27FC236}">
                <a16:creationId xmlns:a16="http://schemas.microsoft.com/office/drawing/2014/main" id="{EE55979D-6BA2-4E8B-8512-478BF8FD4A17}"/>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PSm = 800 + 400</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 € 1.200 per week</a:t>
            </a:r>
          </a:p>
        </p:txBody>
      </p:sp>
    </p:spTree>
    <p:extLst>
      <p:ext uri="{BB962C8B-B14F-4D97-AF65-F5344CB8AC3E}">
        <p14:creationId xmlns:p14="http://schemas.microsoft.com/office/powerpoint/2010/main" val="18817841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7b · De winst">
            <a:extLst xmlns:a="http://schemas.openxmlformats.org/drawingml/2006/main">
              <a:ext uri="{FF2B5EF4-FFF2-40B4-BE49-F238E27FC236}">
                <a16:creationId xmlns:a16="http://schemas.microsoft.com/office/drawing/2014/main" id="{BBE3381D-B82A-4936-B7BB-A7E34C23B12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7b · De winst</a:t>
            </a:r>
          </a:p>
        </p:txBody>
      </p:sp>
      <p:sp>
        <p:nvSpPr>
          <p:cNvPr id="2" name="">
            <a:extLst xmlns:a="http://schemas.openxmlformats.org/drawingml/2006/main">
              <a:ext uri="{FF2B5EF4-FFF2-40B4-BE49-F238E27FC236}">
                <a16:creationId xmlns:a16="http://schemas.microsoft.com/office/drawing/2014/main" id="{D3B8BCD8-525B-4086-A8FD-FD19477514B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DC2574E3-D246-47E2-AFCE-18E769EF23D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6">
            <a:extLst xmlns:a="http://schemas.openxmlformats.org/drawingml/2006/main">
              <a:ext uri="{FF2B5EF4-FFF2-40B4-BE49-F238E27FC236}">
                <a16:creationId xmlns:a16="http://schemas.microsoft.com/office/drawing/2014/main" id="{4BBEB04A-4680-4BC2-BD92-C5236535788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Opgave 7 · De VR-studio · Boekpagina 61">
            <a:extLst xmlns:a="http://schemas.openxmlformats.org/drawingml/2006/main">
              <a:ext uri="{FF2B5EF4-FFF2-40B4-BE49-F238E27FC236}">
                <a16:creationId xmlns:a16="http://schemas.microsoft.com/office/drawing/2014/main" id="{25513CE0-D317-4021-A43B-80348D189CA7}"/>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sp>
        <p:nvSpPr>
          <p:cNvPr id="6" name="Winst = PS − TCK = 1.200 − 200 = € 1.000 per week">
            <a:extLst xmlns:a="http://schemas.openxmlformats.org/drawingml/2006/main">
              <a:ext uri="{FF2B5EF4-FFF2-40B4-BE49-F238E27FC236}">
                <a16:creationId xmlns:a16="http://schemas.microsoft.com/office/drawing/2014/main" id="{4DBF5748-AB77-4107-BCDA-03843630E12A}"/>
              </a:ext>
            </a:extLst>
          </p:cNvPr>
          <p:cNvSpPr>
            <a:spLocks xmlns:a="http://schemas.openxmlformats.org/drawingml/2006/main" noGrp="1"/>
          </p:cNvSpPr>
          <p:nvPr/>
        </p:nvSpPr>
        <p:spPr>
          <a:xfrm xmlns:a="http://schemas.openxmlformats.org/drawingml/2006/main">
            <a:off x="571500" y="26670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Winst = PS − TCK = 1.200 − 200 = € 1.000 per week</a:t>
            </a:r>
          </a:p>
        </p:txBody>
      </p:sp>
      <p:graphicFrame>
        <p:nvGraphicFramePr>
          <p:cNvPr id="14" name=""/>
          <p:cNvGraphicFramePr/>
          <p:nvPr/>
        </p:nvGraphicFramePr>
        <p:xfrm>
          <a:off xmlns:a="http://schemas.openxmlformats.org/drawingml/2006/main" x="571500" y="4295775"/>
          <a:ext xmlns:a="http://schemas.openxmlformats.org/drawingml/2006/main" cx="14097000" cy="2819400"/>
        </p:xfrm>
        <a:graphic xmlns:a="http://schemas.openxmlformats.org/drawingml/2006/main">
          <a:graphicData uri="http://schemas.openxmlformats.org/drawingml/2006/table">
            <a:tbl>
              <a:tblPr/>
              <a:tblGrid>
                <a:gridCol w="10668000"/>
                <a:gridCol w="3429000"/>
              </a:tblGrid>
              <a:tr h="704850">
                <a:tc>
                  <a:txBody>
                    <a:bodyPr lIns="171450" tIns="95250" rIns="152400" bIns="95250"/>
                    <a:lstStyle/>
                    <a:p>
                      <a:r>
                        <a:rPr sz="2475" b="1">
                          <a:solidFill>
                            <a:srgbClr val="FFFFFF"/>
                          </a:solidFill>
                          <a:latin typeface="Arial"/>
                          <a:ea typeface="Arial"/>
                          <a:cs typeface="Arial"/>
                        </a:rPr>
                        <a:t>Controle met TO − TK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 per week</a:t>
                      </a:r>
                    </a:p>
                  </a:txBody>
                  <a:tcPr marL="91440" marR="91440" marT="45720" marB="45720" anchor="ctr">
                    <a:solidFill>
                      <a:srgbClr val="183247"/>
                    </a:solidFill>
                  </a:tcPr>
                </a:tc>
              </a:tr>
              <a:tr h="704850">
                <a:tc>
                  <a:txBody>
                    <a:bodyPr lIns="171450" tIns="95250" rIns="152400" bIns="95250"/>
                    <a:lstStyle/>
                    <a:p>
                      <a:r>
                        <a:rPr sz="2475" b="0">
                          <a:solidFill>
                            <a:srgbClr val="183247"/>
                          </a:solidFill>
                          <a:latin typeface="Arial"/>
                          <a:ea typeface="Arial"/>
                          <a:cs typeface="Arial"/>
                        </a:rPr>
                        <a:t>TO = 60 × 40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2.400</a:t>
                      </a:r>
                    </a:p>
                  </a:txBody>
                  <a:tcPr marL="91440" marR="91440" marT="45720" marB="45720" anchor="ctr">
                    <a:solidFill>
                      <a:srgbClr val="FFFFFF"/>
                    </a:solidFill>
                  </a:tcPr>
                </a:tc>
              </a:tr>
              <a:tr h="704850">
                <a:tc>
                  <a:txBody>
                    <a:bodyPr lIns="171450" tIns="95250" rIns="152400" bIns="95250"/>
                    <a:lstStyle/>
                    <a:p>
                      <a:r>
                        <a:rPr sz="2475" b="0">
                          <a:solidFill>
                            <a:srgbClr val="183247"/>
                          </a:solidFill>
                          <a:latin typeface="Arial"/>
                          <a:ea typeface="Arial"/>
                          <a:cs typeface="Arial"/>
                        </a:rPr>
                        <a:t>TK = 200 + 20 × 40 + 0,25 × 40²</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1.400</a:t>
                      </a:r>
                    </a:p>
                  </a:txBody>
                  <a:tcPr marL="91440" marR="91440" marT="45720" marB="45720" anchor="ctr">
                    <a:solidFill>
                      <a:srgbClr val="EFF4F7"/>
                    </a:solidFill>
                  </a:tcPr>
                </a:tc>
              </a:tr>
              <a:tr h="704850">
                <a:tc>
                  <a:txBody>
                    <a:bodyPr lIns="171450" tIns="95250" rIns="152400" bIns="95250"/>
                    <a:lstStyle/>
                    <a:p>
                      <a:r>
                        <a:rPr sz="2475" b="0">
                          <a:solidFill>
                            <a:srgbClr val="183247"/>
                          </a:solidFill>
                          <a:latin typeface="Arial"/>
                          <a:ea typeface="Arial"/>
                          <a:cs typeface="Arial"/>
                        </a:rPr>
                        <a:t>Winst = 2.400 − 1.400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1.000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0450334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7c · Het totale surplus in beide situaties">
            <a:extLst xmlns:a="http://schemas.openxmlformats.org/drawingml/2006/main">
              <a:ext uri="{FF2B5EF4-FFF2-40B4-BE49-F238E27FC236}">
                <a16:creationId xmlns:a16="http://schemas.microsoft.com/office/drawing/2014/main" id="{76BB20AD-2C39-4FAF-843E-8136D6D1CF49}"/>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7c · Het totale surplus in beide situaties</a:t>
            </a:r>
          </a:p>
        </p:txBody>
      </p:sp>
      <p:sp>
        <p:nvSpPr>
          <p:cNvPr id="2" name="">
            <a:extLst xmlns:a="http://schemas.openxmlformats.org/drawingml/2006/main">
              <a:ext uri="{FF2B5EF4-FFF2-40B4-BE49-F238E27FC236}">
                <a16:creationId xmlns:a16="http://schemas.microsoft.com/office/drawing/2014/main" id="{80C70393-EA2D-4BDF-85A9-EA6253D239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071A99A8-0820-4DB9-AA5D-1C97D919384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7">
            <a:extLst xmlns:a="http://schemas.openxmlformats.org/drawingml/2006/main">
              <a:ext uri="{FF2B5EF4-FFF2-40B4-BE49-F238E27FC236}">
                <a16:creationId xmlns:a16="http://schemas.microsoft.com/office/drawing/2014/main" id="{541B7FD2-FC80-4691-B201-08E61BC1F1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Opgave 7 · De VR-studio · Boekpagina 61">
            <a:extLst xmlns:a="http://schemas.openxmlformats.org/drawingml/2006/main">
              <a:ext uri="{FF2B5EF4-FFF2-40B4-BE49-F238E27FC236}">
                <a16:creationId xmlns:a16="http://schemas.microsoft.com/office/drawing/2014/main" id="{CA2BB5F2-BEB2-4843-AAE8-7B1E840B8E63}"/>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3" name=""/>
          <p:cNvGraphicFramePr/>
          <p:nvPr/>
        </p:nvGraphicFramePr>
        <p:xfrm>
          <a:off xmlns:a="http://schemas.openxmlformats.org/drawingml/2006/main" x="571500" y="2762250"/>
          <a:ext xmlns:a="http://schemas.openxmlformats.org/drawingml/2006/main" cx="14097000" cy="3457575"/>
        </p:xfrm>
        <a:graphic xmlns:a="http://schemas.openxmlformats.org/drawingml/2006/main">
          <a:graphicData uri="http://schemas.openxmlformats.org/drawingml/2006/table">
            <a:tbl>
              <a:tblPr/>
              <a:tblGrid>
                <a:gridCol w="4191000"/>
                <a:gridCol w="3238500"/>
                <a:gridCol w="6667500"/>
              </a:tblGrid>
              <a:tr h="864394">
                <a:tc>
                  <a:txBody>
                    <a:bodyPr lIns="171450" tIns="95250" rIns="152400" bIns="95250"/>
                    <a:lstStyle/>
                    <a:p>
                      <a:r>
                        <a:rPr sz="2475"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Monopolie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Efficiënt</a:t>
                      </a:r>
                    </a:p>
                  </a:txBody>
                  <a:tcPr marL="91440" marR="91440" marT="45720" marB="45720" anchor="ctr">
                    <a:solidFill>
                      <a:srgbClr val="183247"/>
                    </a:solidFill>
                  </a:tcPr>
                </a:tc>
              </a:tr>
              <a:tr h="864394">
                <a:tc>
                  <a:txBody>
                    <a:bodyPr lIns="171450" tIns="95250" rIns="152400" bIns="95250"/>
                    <a:lstStyle/>
                    <a:p>
                      <a:r>
                        <a:rPr sz="24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½ × 60 × (80 − 50) = 900</a:t>
                      </a:r>
                    </a:p>
                  </a:txBody>
                  <a:tcPr marL="91440" marR="91440" marT="45720" marB="45720" anchor="ctr">
                    <a:solidFill>
                      <a:srgbClr val="FFFFFF"/>
                    </a:solidFill>
                  </a:tcPr>
                </a:tc>
              </a:tr>
              <a:tr h="864394">
                <a:tc>
                  <a:txBody>
                    <a:bodyPr lIns="171450" tIns="95250" rIns="152400" bIns="95250"/>
                    <a:lstStyle/>
                    <a:p>
                      <a:r>
                        <a:rPr sz="247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1.200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½ × 60 × (50 − 20) = 900</a:t>
                      </a:r>
                    </a:p>
                  </a:txBody>
                  <a:tcPr marL="91440" marR="91440" marT="45720" marB="45720" anchor="ctr">
                    <a:solidFill>
                      <a:srgbClr val="EFF4F7"/>
                    </a:solidFill>
                  </a:tcPr>
                </a:tc>
              </a:tr>
              <a:tr h="864394">
                <a:tc>
                  <a:txBody>
                    <a:bodyPr lIns="171450" tIns="95250" rIns="152400" bIns="95250"/>
                    <a:lstStyle/>
                    <a:p>
                      <a:r>
                        <a:rPr sz="2475"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1.600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1.800</a:t>
                      </a:r>
                    </a:p>
                  </a:txBody>
                  <a:tcPr marL="91440" marR="91440" marT="45720" marB="45720" anchor="ctr">
                    <a:solidFill>
                      <a:srgbClr val="FFFFFF"/>
                    </a:solidFill>
                  </a:tcPr>
                </a:tc>
              </a:tr>
            </a:tbl>
          </a:graphicData>
        </a:graphic>
      </p:graphicFrame>
      <p:sp>
        <p:nvSpPr>
          <p:cNvPr id="7" name="Welvaartsverlies = TSe − TSm = 1.800 − 1.600 = € 200 per week">
            <a:extLst xmlns:a="http://schemas.openxmlformats.org/drawingml/2006/main">
              <a:ext uri="{FF2B5EF4-FFF2-40B4-BE49-F238E27FC236}">
                <a16:creationId xmlns:a16="http://schemas.microsoft.com/office/drawing/2014/main" id="{C82B7E4D-B61E-4063-92F7-5E940127980D}"/>
              </a:ext>
            </a:extLst>
          </p:cNvPr>
          <p:cNvSpPr>
            <a:spLocks xmlns:a="http://schemas.openxmlformats.org/drawingml/2006/main" noGrp="1"/>
          </p:cNvSpPr>
          <p:nvPr/>
        </p:nvSpPr>
        <p:spPr>
          <a:xfrm xmlns:a="http://schemas.openxmlformats.org/drawingml/2006/main">
            <a:off x="571500" y="6905625"/>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3302A"/>
                </a:solidFill>
                <a:latin typeface="Arial"/>
                <a:ea typeface="Arial"/>
                <a:cs typeface="Arial"/>
              </a:defRPr>
            </a:pPr>
            <a:r>
              <a:rPr sz="2775" b="1">
                <a:solidFill>
                  <a:srgbClr val="A3302A"/>
                </a:solidFill>
                <a:latin typeface="Arial"/>
                <a:ea typeface="Arial"/>
                <a:cs typeface="Arial"/>
              </a:rPr>
              <a:t>Welvaartsverlies = TSe − TSm = 1.800 − 1.600 = € 200 per week</a:t>
            </a:r>
          </a:p>
        </p:txBody>
      </p:sp>
    </p:spTree>
    <p:extLst>
      <p:ext uri="{BB962C8B-B14F-4D97-AF65-F5344CB8AC3E}">
        <p14:creationId xmlns:p14="http://schemas.microsoft.com/office/powerpoint/2010/main" val="7502553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7c · De verliesdriehoek">
            <a:extLst xmlns:a="http://schemas.openxmlformats.org/drawingml/2006/main">
              <a:ext uri="{FF2B5EF4-FFF2-40B4-BE49-F238E27FC236}">
                <a16:creationId xmlns:a16="http://schemas.microsoft.com/office/drawing/2014/main" id="{79F552B7-8289-48D8-A3BD-2F1A96501B80}"/>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7c · De verliesdriehoek</a:t>
            </a:r>
          </a:p>
        </p:txBody>
      </p:sp>
      <p:sp>
        <p:nvSpPr>
          <p:cNvPr id="2" name="">
            <a:extLst xmlns:a="http://schemas.openxmlformats.org/drawingml/2006/main">
              <a:ext uri="{FF2B5EF4-FFF2-40B4-BE49-F238E27FC236}">
                <a16:creationId xmlns:a16="http://schemas.microsoft.com/office/drawing/2014/main" id="{A6A0E109-E1CA-433D-9AD4-06CD78D6BE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265455A0-B025-401F-BA54-EE5E6AB0EDB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8">
            <a:extLst xmlns:a="http://schemas.openxmlformats.org/drawingml/2006/main">
              <a:ext uri="{FF2B5EF4-FFF2-40B4-BE49-F238E27FC236}">
                <a16:creationId xmlns:a16="http://schemas.microsoft.com/office/drawing/2014/main" id="{768C42BC-8A36-4571-8D96-D2169233C6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Opgave 7 · De VR-studio · Boekpagina 61">
            <a:extLst xmlns:a="http://schemas.openxmlformats.org/drawingml/2006/main">
              <a:ext uri="{FF2B5EF4-FFF2-40B4-BE49-F238E27FC236}">
                <a16:creationId xmlns:a16="http://schemas.microsoft.com/office/drawing/2014/main" id="{F7FA419E-A0EA-46D9-8AB5-5FD1FDED9445}"/>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75b310fbad7941d8"/>
          </a:graphicData>
        </a:graphic>
      </p:graphicFrame>
      <p:sp>
        <p:nvSpPr>
          <p:cNvPr id="7" name="B: verloren surplus">
            <a:extLst xmlns:a="http://schemas.openxmlformats.org/drawingml/2006/main">
              <a:ext uri="{FF2B5EF4-FFF2-40B4-BE49-F238E27FC236}">
                <a16:creationId xmlns:a16="http://schemas.microsoft.com/office/drawing/2014/main" id="{8597D9D8-3C70-47C2-B6FB-0569D8C051D6}"/>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3302A"/>
                </a:solidFill>
                <a:latin typeface="Arial"/>
                <a:ea typeface="Arial"/>
                <a:cs typeface="Arial"/>
              </a:defRPr>
            </a:pPr>
            <a:r>
              <a:rPr sz="2625" b="1">
                <a:solidFill>
                  <a:srgbClr val="A3302A"/>
                </a:solidFill>
                <a:latin typeface="Arial"/>
                <a:ea typeface="Arial"/>
                <a:cs typeface="Arial"/>
              </a:rPr>
              <a:t>B: verloren surplus</a:t>
            </a:r>
          </a:p>
        </p:txBody>
      </p:sp>
      <p:sp>
        <p:nvSpPr>
          <p:cNvPr id="8" name="Basis = Qe − Qm&#10;= 60 − 40 = 20 sessies&#10;&#10;Hoogte = Pm − MK(40)&#10;= 6">
            <a:extLst xmlns:a="http://schemas.openxmlformats.org/drawingml/2006/main">
              <a:ext uri="{FF2B5EF4-FFF2-40B4-BE49-F238E27FC236}">
                <a16:creationId xmlns:a16="http://schemas.microsoft.com/office/drawing/2014/main" id="{41B6FDE9-C6C0-4717-84DF-2B7859D90D2E}"/>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Basis = Qe − Qm</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60 − 40 = 20 sessies</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Hoogte = Pm − MK(40)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60 − 40 = € 20</a:t>
            </a:r>
          </a:p>
        </p:txBody>
      </p:sp>
      <p:sp>
        <p:nvSpPr>
          <p:cNvPr id="9" name="½ × 20 × 20&#10;= € 200 per week">
            <a:extLst xmlns:a="http://schemas.openxmlformats.org/drawingml/2006/main">
              <a:ext uri="{FF2B5EF4-FFF2-40B4-BE49-F238E27FC236}">
                <a16:creationId xmlns:a16="http://schemas.microsoft.com/office/drawing/2014/main" id="{7F81FE11-9D2C-46DA-9D90-F2CAFB5D1172}"/>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3302A"/>
                </a:solidFill>
                <a:latin typeface="Arial"/>
                <a:ea typeface="Arial"/>
                <a:cs typeface="Arial"/>
              </a:defRPr>
            </a:pPr>
            <a:r>
              <a:rPr sz="2400" b="1">
                <a:solidFill>
                  <a:srgbClr val="A3302A"/>
                </a:solidFill>
                <a:latin typeface="Arial"/>
                <a:ea typeface="Arial"/>
                <a:cs typeface="Arial"/>
              </a:rPr>
              <a:t>½ × 20 × 20</a:t>
            </a:r>
          </a:p>
          <a:p xmlns:a="http://schemas.openxmlformats.org/drawingml/2006/main">
            <a:pPr algn="l">
              <a:defRPr sz="2400" b="1">
                <a:solidFill>
                  <a:srgbClr val="A3302A"/>
                </a:solidFill>
                <a:latin typeface="Arial"/>
                <a:ea typeface="Arial"/>
                <a:cs typeface="Arial"/>
              </a:defRPr>
            </a:pPr>
            <a:r>
              <a:rPr sz="2400" b="1">
                <a:solidFill>
                  <a:srgbClr val="A3302A"/>
                </a:solidFill>
                <a:latin typeface="Arial"/>
                <a:ea typeface="Arial"/>
                <a:cs typeface="Arial"/>
              </a:rPr>
              <a:t>= € 200 per week</a:t>
            </a:r>
          </a:p>
        </p:txBody>
      </p:sp>
    </p:spTree>
    <p:extLst>
      <p:ext uri="{BB962C8B-B14F-4D97-AF65-F5344CB8AC3E}">
        <p14:creationId xmlns:p14="http://schemas.microsoft.com/office/powerpoint/2010/main" val="18279833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7d · De overdracht">
            <a:extLst xmlns:a="http://schemas.openxmlformats.org/drawingml/2006/main">
              <a:ext uri="{FF2B5EF4-FFF2-40B4-BE49-F238E27FC236}">
                <a16:creationId xmlns:a16="http://schemas.microsoft.com/office/drawing/2014/main" id="{9A6B530E-AB5E-41B0-A029-609685D0D8CA}"/>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7d · De overdracht</a:t>
            </a:r>
          </a:p>
        </p:txBody>
      </p:sp>
      <p:sp>
        <p:nvSpPr>
          <p:cNvPr id="2" name="">
            <a:extLst xmlns:a="http://schemas.openxmlformats.org/drawingml/2006/main">
              <a:ext uri="{FF2B5EF4-FFF2-40B4-BE49-F238E27FC236}">
                <a16:creationId xmlns:a16="http://schemas.microsoft.com/office/drawing/2014/main" id="{22132792-3A07-466F-B642-A2E2182DB95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90DEE554-E65C-42F9-9BBB-CB7441BF91A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29">
            <a:extLst xmlns:a="http://schemas.openxmlformats.org/drawingml/2006/main">
              <a:ext uri="{FF2B5EF4-FFF2-40B4-BE49-F238E27FC236}">
                <a16:creationId xmlns:a16="http://schemas.microsoft.com/office/drawing/2014/main" id="{22A9FF91-DB39-45E2-9366-CE4377FDA21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Opgave 7 · De VR-studio · Boekpagina 61">
            <a:extLst xmlns:a="http://schemas.openxmlformats.org/drawingml/2006/main">
              <a:ext uri="{FF2B5EF4-FFF2-40B4-BE49-F238E27FC236}">
                <a16:creationId xmlns:a16="http://schemas.microsoft.com/office/drawing/2014/main" id="{998FAE66-52DD-440B-90E2-8BB4BD6B49B6}"/>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5" name="Chart"/>
          <p:cNvGraphicFramePr/>
          <p:nvPr/>
        </p:nvGraphicFramePr>
        <p:xfrm>
          <a:off xmlns:a="http://schemas.openxmlformats.org/drawingml/2006/main" x="571500" y="2333625"/>
          <a:ext xmlns:a="http://schemas.openxmlformats.org/drawingml/2006/main" cx="9477375" cy="5334000"/>
        </p:xfrm>
        <a:graphic xmlns:a="http://schemas.openxmlformats.org/drawingml/2006/main">
          <a:graphicData uri="http://schemas.openxmlformats.org/drawingml/2006/chart">
            <c:chart xmlns:r="http://schemas.openxmlformats.org/officeDocument/2006/relationships" xmlns:c="http://schemas.openxmlformats.org/drawingml/2006/chart" r:id="R8888bac9d8824f96"/>
          </a:graphicData>
        </a:graphic>
      </p:graphicFrame>
      <p:sp>
        <p:nvSpPr>
          <p:cNvPr id="7" name="A: blijvende sessies">
            <a:extLst xmlns:a="http://schemas.openxmlformats.org/drawingml/2006/main">
              <a:ext uri="{FF2B5EF4-FFF2-40B4-BE49-F238E27FC236}">
                <a16:creationId xmlns:a16="http://schemas.microsoft.com/office/drawing/2014/main" id="{BCF84E3E-1004-46B8-9973-A6E0D352B7C2}"/>
              </a:ext>
            </a:extLst>
          </p:cNvPr>
          <p:cNvSpPr>
            <a:spLocks xmlns:a="http://schemas.openxmlformats.org/drawingml/2006/main" noGrp="1"/>
          </p:cNvSpPr>
          <p:nvPr/>
        </p:nvSpPr>
        <p:spPr>
          <a:xfrm xmlns:a="http://schemas.openxmlformats.org/drawingml/2006/main">
            <a:off x="10363200" y="2381250"/>
            <a:ext cx="430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A: blijvende sessies</a:t>
            </a:r>
          </a:p>
        </p:txBody>
      </p:sp>
      <p:sp>
        <p:nvSpPr>
          <p:cNvPr id="8" name="A = Qm × (Pm − Pe)&#10;= 40 × (60 − 50)&#10;= € 400 per week&#10;&#10;Kopers −40">
            <a:extLst xmlns:a="http://schemas.openxmlformats.org/drawingml/2006/main">
              <a:ext uri="{FF2B5EF4-FFF2-40B4-BE49-F238E27FC236}">
                <a16:creationId xmlns:a16="http://schemas.microsoft.com/office/drawing/2014/main" id="{52893521-E832-4CEB-A0C8-FBDEE1995D32}"/>
              </a:ext>
            </a:extLst>
          </p:cNvPr>
          <p:cNvSpPr>
            <a:spLocks xmlns:a="http://schemas.openxmlformats.org/drawingml/2006/main" noGrp="1"/>
          </p:cNvSpPr>
          <p:nvPr/>
        </p:nvSpPr>
        <p:spPr>
          <a:xfrm xmlns:a="http://schemas.openxmlformats.org/drawingml/2006/main">
            <a:off x="10363200" y="3286125"/>
            <a:ext cx="43053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A = Qm × (Pm − Pe)</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40 × (60 − 50)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€ 400 per week</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Kopers −400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Aanbieder +400</a:t>
            </a:r>
          </a:p>
        </p:txBody>
      </p:sp>
      <p:sp>
        <p:nvSpPr>
          <p:cNvPr id="9" name="A blijft in CS + PS.&#10;B = € 200 verdwijnt.">
            <a:extLst xmlns:a="http://schemas.openxmlformats.org/drawingml/2006/main">
              <a:ext uri="{FF2B5EF4-FFF2-40B4-BE49-F238E27FC236}">
                <a16:creationId xmlns:a16="http://schemas.microsoft.com/office/drawing/2014/main" id="{83C06F0D-6BFA-4ED2-A0E5-2117458B5A26}"/>
              </a:ext>
            </a:extLst>
          </p:cNvPr>
          <p:cNvSpPr>
            <a:spLocks xmlns:a="http://schemas.openxmlformats.org/drawingml/2006/main" noGrp="1"/>
          </p:cNvSpPr>
          <p:nvPr/>
        </p:nvSpPr>
        <p:spPr>
          <a:xfrm xmlns:a="http://schemas.openxmlformats.org/drawingml/2006/main">
            <a:off x="10363200" y="6610350"/>
            <a:ext cx="4305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A blijft in CS + PS.</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B = € 200 verdwijnt.</a:t>
            </a:r>
          </a:p>
        </p:txBody>
      </p:sp>
    </p:spTree>
    <p:extLst>
      <p:ext uri="{BB962C8B-B14F-4D97-AF65-F5344CB8AC3E}">
        <p14:creationId xmlns:p14="http://schemas.microsoft.com/office/powerpoint/2010/main" val="75062191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7e · Meer PS is geen volledig welvaartsoordeel">
            <a:extLst xmlns:a="http://schemas.openxmlformats.org/drawingml/2006/main">
              <a:ext uri="{FF2B5EF4-FFF2-40B4-BE49-F238E27FC236}">
                <a16:creationId xmlns:a16="http://schemas.microsoft.com/office/drawing/2014/main" id="{DAF8F5EB-FEB6-40A8-B7B6-636722647386}"/>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7e · Meer PS is geen volledig welvaartsoordeel</a:t>
            </a:r>
          </a:p>
        </p:txBody>
      </p:sp>
      <p:sp>
        <p:nvSpPr>
          <p:cNvPr id="2" name="">
            <a:extLst xmlns:a="http://schemas.openxmlformats.org/drawingml/2006/main">
              <a:ext uri="{FF2B5EF4-FFF2-40B4-BE49-F238E27FC236}">
                <a16:creationId xmlns:a16="http://schemas.microsoft.com/office/drawing/2014/main" id="{42BE5CC2-39B3-49F3-9695-A05EA222C24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DE5E1EEA-DAE8-427D-B475-645E94EA352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30">
            <a:extLst xmlns:a="http://schemas.openxmlformats.org/drawingml/2006/main">
              <a:ext uri="{FF2B5EF4-FFF2-40B4-BE49-F238E27FC236}">
                <a16:creationId xmlns:a16="http://schemas.microsoft.com/office/drawing/2014/main" id="{914C4C37-B654-4BC5-817D-B4E40D0D47A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30</a:t>
            </a:r>
          </a:p>
        </p:txBody>
      </p:sp>
      <p:sp>
        <p:nvSpPr>
          <p:cNvPr id="5" name="Opgave 7 · De VR-studio · Boekpagina 61">
            <a:extLst xmlns:a="http://schemas.openxmlformats.org/drawingml/2006/main">
              <a:ext uri="{FF2B5EF4-FFF2-40B4-BE49-F238E27FC236}">
                <a16:creationId xmlns:a16="http://schemas.microsoft.com/office/drawing/2014/main" id="{6450EAE4-6FD4-4340-8DAC-D61EF8D8056C}"/>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Opgave 7 · De VR-studio · Boekpagina 61</a:t>
            </a:r>
          </a:p>
        </p:txBody>
      </p:sp>
      <p:graphicFrame>
        <p:nvGraphicFramePr>
          <p:cNvPr id="14" name=""/>
          <p:cNvGraphicFramePr/>
          <p:nvPr/>
        </p:nvGraphicFramePr>
        <p:xfrm>
          <a:off xmlns:a="http://schemas.openxmlformats.org/drawingml/2006/main" x="571500" y="2695575"/>
          <a:ext xmlns:a="http://schemas.openxmlformats.org/drawingml/2006/main" cx="14097000" cy="3057525"/>
        </p:xfrm>
        <a:graphic xmlns:a="http://schemas.openxmlformats.org/drawingml/2006/main">
          <a:graphicData uri="http://schemas.openxmlformats.org/drawingml/2006/table">
            <a:tbl>
              <a:tblPr/>
              <a:tblGrid>
                <a:gridCol w="10191750"/>
                <a:gridCol w="3905250"/>
              </a:tblGrid>
              <a:tr h="764381">
                <a:tc>
                  <a:txBody>
                    <a:bodyPr lIns="171450" tIns="95250" rIns="152400" bIns="95250"/>
                    <a:lstStyle/>
                    <a:p>
                      <a:r>
                        <a:rPr sz="2625" b="1">
                          <a:solidFill>
                            <a:srgbClr val="FFFFFF"/>
                          </a:solidFill>
                          <a:latin typeface="Arial"/>
                          <a:ea typeface="Arial"/>
                          <a:cs typeface="Arial"/>
                        </a:rPr>
                        <a:t>Van efficiënt naar monopolie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 per week</a:t>
                      </a:r>
                    </a:p>
                  </a:txBody>
                  <a:tcPr marL="91440" marR="91440" marT="45720" marB="45720" anchor="ctr">
                    <a:solidFill>
                      <a:srgbClr val="183247"/>
                    </a:solidFill>
                  </a:tcPr>
                </a:tc>
              </a:tr>
              <a:tr h="764381">
                <a:tc>
                  <a:txBody>
                    <a:bodyPr lIns="171450" tIns="95250" rIns="152400" bIns="95250"/>
                    <a:lstStyle/>
                    <a:p>
                      <a:r>
                        <a:rPr sz="2625" b="0">
                          <a:solidFill>
                            <a:srgbClr val="183247"/>
                          </a:solidFill>
                          <a:latin typeface="Arial"/>
                          <a:ea typeface="Arial"/>
                          <a:cs typeface="Arial"/>
                        </a:rPr>
                        <a:t>PS: 900 naar 1.200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+300</a:t>
                      </a:r>
                    </a:p>
                  </a:txBody>
                  <a:tcPr marL="91440" marR="91440" marT="45720" marB="45720" anchor="ctr">
                    <a:solidFill>
                      <a:srgbClr val="FFFFFF"/>
                    </a:solidFill>
                  </a:tcPr>
                </a:tc>
              </a:tr>
              <a:tr h="764381">
                <a:tc>
                  <a:txBody>
                    <a:bodyPr lIns="171450" tIns="95250" rIns="152400" bIns="95250"/>
                    <a:lstStyle/>
                    <a:p>
                      <a:r>
                        <a:rPr sz="2625" b="0">
                          <a:solidFill>
                            <a:srgbClr val="183247"/>
                          </a:solidFill>
                          <a:latin typeface="Arial"/>
                          <a:ea typeface="Arial"/>
                          <a:cs typeface="Arial"/>
                        </a:rPr>
                        <a:t>CS: 900 naar 400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−500</a:t>
                      </a:r>
                    </a:p>
                  </a:txBody>
                  <a:tcPr marL="91440" marR="91440" marT="45720" marB="45720" anchor="ctr">
                    <a:solidFill>
                      <a:srgbClr val="EFF4F7"/>
                    </a:solidFill>
                  </a:tcPr>
                </a:tc>
              </a:tr>
              <a:tr h="764381">
                <a:tc>
                  <a:txBody>
                    <a:bodyPr lIns="171450" tIns="95250" rIns="152400" bIns="95250"/>
                    <a:lstStyle/>
                    <a:p>
                      <a:r>
                        <a:rPr sz="2625" b="0">
                          <a:solidFill>
                            <a:srgbClr val="183247"/>
                          </a:solidFill>
                          <a:latin typeface="Arial"/>
                          <a:ea typeface="Arial"/>
                          <a:cs typeface="Arial"/>
                        </a:rPr>
                        <a:t>TS: 1.800 naar 1.600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−200</a:t>
                      </a:r>
                    </a:p>
                  </a:txBody>
                  <a:tcPr marL="91440" marR="91440" marT="45720" marB="45720" anchor="ctr">
                    <a:solidFill>
                      <a:srgbClr val="FFFFFF"/>
                    </a:solidFill>
                  </a:tcPr>
                </a:tc>
              </a:tr>
            </a:tbl>
          </a:graphicData>
        </a:graphic>
      </p:graphicFrame>
      <p:sp>
        <p:nvSpPr>
          <p:cNvPr id="7" name="Beter? Het totale surplus daalt in deze vergelijking.">
            <a:extLst xmlns:a="http://schemas.openxmlformats.org/drawingml/2006/main">
              <a:ext uri="{FF2B5EF4-FFF2-40B4-BE49-F238E27FC236}">
                <a16:creationId xmlns:a16="http://schemas.microsoft.com/office/drawing/2014/main" id="{3ED890CC-B64A-497B-A19C-FE45DA96E57C}"/>
              </a:ext>
            </a:extLst>
          </p:cNvPr>
          <p:cNvSpPr>
            <a:spLocks xmlns:a="http://schemas.openxmlformats.org/drawingml/2006/main" noGrp="1"/>
          </p:cNvSpPr>
          <p:nvPr/>
        </p:nvSpPr>
        <p:spPr>
          <a:xfrm xmlns:a="http://schemas.openxmlformats.org/drawingml/2006/main">
            <a:off x="571500" y="624840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3302A"/>
                </a:solidFill>
                <a:latin typeface="Arial"/>
                <a:ea typeface="Arial"/>
                <a:cs typeface="Arial"/>
              </a:defRPr>
            </a:pPr>
            <a:r>
              <a:rPr sz="2925" b="1">
                <a:solidFill>
                  <a:srgbClr val="A3302A"/>
                </a:solidFill>
                <a:latin typeface="Arial"/>
                <a:ea typeface="Arial"/>
                <a:cs typeface="Arial"/>
              </a:rPr>
              <a:t>Beter? Het totale surplus daalt in deze vergelijking.</a:t>
            </a:r>
          </a:p>
        </p:txBody>
      </p:sp>
      <p:sp>
        <p:nvSpPr>
          <p:cNvPr id="8" name="Eerlijker? De berekening bevat geen norm voor eerlijkheid.">
            <a:extLst xmlns:a="http://schemas.openxmlformats.org/drawingml/2006/main">
              <a:ext uri="{FF2B5EF4-FFF2-40B4-BE49-F238E27FC236}">
                <a16:creationId xmlns:a16="http://schemas.microsoft.com/office/drawing/2014/main" id="{CE19644A-6365-4851-AE8D-08F1E7B5FFBF}"/>
              </a:ext>
            </a:extLst>
          </p:cNvPr>
          <p:cNvSpPr>
            <a:spLocks xmlns:a="http://schemas.openxmlformats.org/drawingml/2006/main" noGrp="1"/>
          </p:cNvSpPr>
          <p:nvPr/>
        </p:nvSpPr>
        <p:spPr>
          <a:xfrm xmlns:a="http://schemas.openxmlformats.org/drawingml/2006/main">
            <a:off x="571500" y="71437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Eerlijker? De berekening bevat geen norm voor eerlijkheid.</a:t>
            </a:r>
          </a:p>
        </p:txBody>
      </p:sp>
    </p:spTree>
    <p:extLst>
      <p:ext uri="{BB962C8B-B14F-4D97-AF65-F5344CB8AC3E}">
        <p14:creationId xmlns:p14="http://schemas.microsoft.com/office/powerpoint/2010/main" val="204915697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1 Welvaartseffecten van monopolie">
            <a:extLst xmlns:a="http://schemas.openxmlformats.org/drawingml/2006/main">
              <a:ext uri="{FF2B5EF4-FFF2-40B4-BE49-F238E27FC236}">
                <a16:creationId xmlns:a16="http://schemas.microsoft.com/office/drawing/2014/main" id="{FC52DD85-3B1D-460A-9F83-8B0592FE610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§4.2.1 Welvaartseffecten van monopolie</a:t>
            </a:r>
          </a:p>
        </p:txBody>
      </p:sp>
      <p:sp>
        <p:nvSpPr>
          <p:cNvPr id="2" name="">
            <a:extLst xmlns:a="http://schemas.openxmlformats.org/drawingml/2006/main">
              <a:ext uri="{FF2B5EF4-FFF2-40B4-BE49-F238E27FC236}">
                <a16:creationId xmlns:a16="http://schemas.microsoft.com/office/drawing/2014/main" id="{86815AA7-9405-4108-9BB2-75AFCFA2C8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1 Welvaartseffecten van monopolie">
            <a:extLst xmlns:a="http://schemas.openxmlformats.org/drawingml/2006/main">
              <a:ext uri="{FF2B5EF4-FFF2-40B4-BE49-F238E27FC236}">
                <a16:creationId xmlns:a16="http://schemas.microsoft.com/office/drawing/2014/main" id="{77854530-E173-462C-8B98-5E17BFD72A7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§4.2.1 Welvaartseffecten van monopolie</a:t>
            </a:r>
          </a:p>
        </p:txBody>
      </p:sp>
      <p:sp>
        <p:nvSpPr>
          <p:cNvPr id="4" name="31">
            <a:extLst xmlns:a="http://schemas.openxmlformats.org/drawingml/2006/main">
              <a:ext uri="{FF2B5EF4-FFF2-40B4-BE49-F238E27FC236}">
                <a16:creationId xmlns:a16="http://schemas.microsoft.com/office/drawing/2014/main" id="{A3465CB0-A257-4C7D-84CF-8B274A85795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31</a:t>
            </a:r>
          </a:p>
        </p:txBody>
      </p:sp>
      <p:sp>
        <p:nvSpPr>
          <p:cNvPr id="5" name="phase">
            <a:extLst xmlns:a="http://schemas.openxmlformats.org/drawingml/2006/main">
              <a:ext uri="{FF2B5EF4-FFF2-40B4-BE49-F238E27FC236}">
                <a16:creationId xmlns:a16="http://schemas.microsoft.com/office/drawing/2014/main" id="{E8143E3D-EFFD-4B65-B220-2DB28AB91970}"/>
              </a:ext>
            </a:extLst>
          </p:cNvPr>
          <p:cNvSpPr>
            <a:spLocks xmlns:a="http://schemas.openxmlformats.org/drawingml/2006/main" noGrp="1"/>
          </p:cNvSpPr>
          <p:nvPr/>
        </p:nvSpPr>
        <p:spPr>
          <a:xfrm xmlns:a="http://schemas.openxmlformats.org/drawingml/2006/main">
            <a:off x="571500" y="10668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A2F304E-F0F2-43DF-9C3E-6F3C8CE9588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DB713C9-C950-49CC-A29D-EF404F05D45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B8B6D2E-16BE-457A-97BC-9E2F2749F457}"/>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8F2B16CF-C6E9-42D0-A142-BB6250C67B1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C7D8FEF7-FBEA-4258-AD8E-522ED0DA2EF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4F93972-419A-4083-9AAB-20E43B7D25F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12A02088-5709-482F-88D6-E1366789AD6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B025B1BA-4768-4C97-9828-D12522AFF8B6}"/>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1062728F-8588-484E-8DE3-C00B3416E616}"/>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65A2DD2-7915-480C-A3AB-610560B79B91}"/>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A17AEE5-9A01-4369-B1BB-2B1E11A7186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5928524-690E-4B40-BD9A-5FA62FA8534B}"/>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439F774-8A14-4072-B8E5-74D2DA1B2FA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CFAF888-5EC0-4B26-83E7-1E6B84D6FB1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ADFE928D-6296-4A94-BAB6-129857ED9A9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08968CD-1CCF-430F-BFE0-9B4B0D29A5E6}"/>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D26D4CB-452D-4C31-B9CB-820B6A578E80}"/>
              </a:ext>
            </a:extLst>
          </p:cNvPr>
          <p:cNvSpPr>
            <a:spLocks xmlns:a="http://schemas.openxmlformats.org/drawingml/2006/main" noGrp="1"/>
          </p:cNvSpPr>
          <p:nvPr/>
        </p:nvSpPr>
        <p:spPr>
          <a:xfrm xmlns:a="http://schemas.openxmlformats.org/drawingml/2006/main">
            <a:off x="9258300" y="232410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Monopolie en efficiënt vergelijken.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CS, PS, TS en winst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Overdracht en verlies scheiden.</a:t>
            </a:r>
          </a:p>
        </p:txBody>
      </p:sp>
      <p:sp>
        <p:nvSpPr>
          <p:cNvPr id="23" name="">
            <a:extLst xmlns:a="http://schemas.openxmlformats.org/drawingml/2006/main">
              <a:ext uri="{FF2B5EF4-FFF2-40B4-BE49-F238E27FC236}">
                <a16:creationId xmlns:a16="http://schemas.microsoft.com/office/drawing/2014/main" id="{CE2B70EC-BC38-41B6-9D5B-26D6D8B82944}"/>
              </a:ext>
            </a:extLst>
          </p:cNvPr>
          <p:cNvSpPr>
            <a:spLocks xmlns:a="http://schemas.openxmlformats.org/drawingml/2006/main" noGrp="1"/>
          </p:cNvSpPr>
          <p:nvPr/>
        </p:nvSpPr>
        <p:spPr>
          <a:xfrm xmlns:a="http://schemas.openxmlformats.org/drawingml/2006/main">
            <a:off x="9258300" y="36195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F923C54-6DA7-46E5-BE09-35A9CA1A3768}"/>
              </a:ext>
            </a:extLst>
          </p:cNvPr>
          <p:cNvSpPr>
            <a:spLocks xmlns:a="http://schemas.openxmlformats.org/drawingml/2006/main" noGrp="1"/>
          </p:cNvSpPr>
          <p:nvPr/>
        </p:nvSpPr>
        <p:spPr>
          <a:xfrm xmlns:a="http://schemas.openxmlformats.org/drawingml/2006/main">
            <a:off x="9258300" y="38290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4664F2B-F7B9-4325-AE71-71D515224A93}"/>
              </a:ext>
            </a:extLst>
          </p:cNvPr>
          <p:cNvSpPr>
            <a:spLocks xmlns:a="http://schemas.openxmlformats.org/drawingml/2006/main" noGrp="1"/>
          </p:cNvSpPr>
          <p:nvPr/>
        </p:nvSpPr>
        <p:spPr>
          <a:xfrm xmlns:a="http://schemas.openxmlformats.org/drawingml/2006/main">
            <a:off x="9258300" y="4362450"/>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59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55–57</a:t>
            </a:r>
          </a:p>
        </p:txBody>
      </p:sp>
      <p:sp>
        <p:nvSpPr>
          <p:cNvPr id="26" name="">
            <a:extLst xmlns:a="http://schemas.openxmlformats.org/drawingml/2006/main">
              <a:ext uri="{FF2B5EF4-FFF2-40B4-BE49-F238E27FC236}">
                <a16:creationId xmlns:a16="http://schemas.microsoft.com/office/drawing/2014/main" id="{9048E85F-3291-44ED-A43B-8A1380EF614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6603E3F-8518-4549-BF03-7B4224E420A9}"/>
              </a:ext>
            </a:extLst>
          </p:cNvPr>
          <p:cNvSpPr>
            <a:spLocks xmlns:a="http://schemas.openxmlformats.org/drawingml/2006/main" noGrp="1"/>
          </p:cNvSpPr>
          <p:nvPr/>
        </p:nvSpPr>
        <p:spPr>
          <a:xfrm xmlns:a="http://schemas.openxmlformats.org/drawingml/2006/main">
            <a:off x="9258300" y="56864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6F15D8F-8A72-49A0-8772-BA9C99CC5BA4}"/>
              </a:ext>
            </a:extLst>
          </p:cNvPr>
          <p:cNvSpPr>
            <a:spLocks xmlns:a="http://schemas.openxmlformats.org/drawingml/2006/main" noGrp="1"/>
          </p:cNvSpPr>
          <p:nvPr/>
        </p:nvSpPr>
        <p:spPr>
          <a:xfrm xmlns:a="http://schemas.openxmlformats.org/drawingml/2006/main">
            <a:off x="9258300" y="6229350"/>
            <a:ext cx="5381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§4.2.1 · Maken en nakijken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p:txBody>
      </p:sp>
    </p:spTree>
    <p:extLst>
      <p:ext uri="{BB962C8B-B14F-4D97-AF65-F5344CB8AC3E}">
        <p14:creationId xmlns:p14="http://schemas.microsoft.com/office/powerpoint/2010/main" val="4057437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2026-10-01T17:06:43.2370000Z</dcterms:created>
  <dcterms:modified xsi:type="dcterms:W3CDTF">2026-10-01T17:06:43.2370000Z</dcterms:modified>
</coreProperties>
</file>
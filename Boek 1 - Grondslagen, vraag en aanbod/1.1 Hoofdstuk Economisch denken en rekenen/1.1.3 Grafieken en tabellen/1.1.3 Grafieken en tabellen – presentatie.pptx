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met de ijskraam. Laat leerlingen hardop noemen wat de twee kolommen betekenen. Maak duidelijk dat een grafiek pas betrouwbaar is als de bron goed gelezen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bronwaarde-route. De kern is dat leerlingen eerst labelen. Zonder labels zijn latere berekeningen moeilijk te controleren.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dat dit anders voelt dan bij wiskunde, maar in economie heel bewust gebeurt. Laat leerlingen de assen aanwijzen voordat ze een punt tekenen.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Interpoleren is hier niet gokken. Het is schatten met informatie: de prijs ligt in het midden, dus bij een rechte lijn ligt de hoeveelheid ook in het midden.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met grafiekgeletterdheid. Een schaalkeuze kan een klein verschil dramatischer laten lijken. Dat maakt de broncheck economisch belangrijk.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Van tabel naar verhaal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Eerst de bron lezen, daarna pas tekenen of rekenen.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Prijs en aantal verkochte ijsjes staan in verschillende kolommen.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tabel ordent de data; een grafiek maakt het verband zichtbaar.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De eerste vraag is steeds: wat betekenen deze getallen?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Tabelwaarden kiezen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Kies niet zomaar een zichtbaar getal.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Lees de vraag: welke rij, kolom of periode heb je nodig?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Controleer tabelkop, rijlabel, kolomlabel en eenheid.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Label je waarden: oud = 500 ijsjes, nieuw = 300 ijsjes.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De economie-conventie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In P-Q grafieken staat prijs verticaal.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P staat op de verticale 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Q staat op de horizontale 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punt schrijf je als (Q; P), bijvoorbeeld (300; 2,00).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Interpoleren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Schatten tussen twee bekende punten.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Zoek EUR 1,75 op de prijsas.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Trek een lijn naar de grafiek en lees Q af.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Tussen 400 en 300 ligt ongeveer 350.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Kritisch kijken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Een grafiek kan sturen hoe groot een verschil voelt.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Controleer altijd of de as bij nul begint.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Vraag welke twee waarden worden vergeleken.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kop met procenten klopt alleen met de juiste basis.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Grafieken en tabellen</dc:title>
  <dc:subject>1.1.3 Grafieken en tabellen</dc:subject>
  <dc:creator>4VECO</dc:creator>
  <cp:lastModifiedBy>4VECO</cp:lastModifiedBy>
  <cp:revision>1</cp:revision>
  <dcterms:created xsi:type="dcterms:W3CDTF">2026-05-18T13:21:09Z</dcterms:created>
  <dcterms:modified xsi:type="dcterms:W3CDTF">2026-05-18T13:21:09Z</dcterms:modified>
</cp:coreProperties>
</file>
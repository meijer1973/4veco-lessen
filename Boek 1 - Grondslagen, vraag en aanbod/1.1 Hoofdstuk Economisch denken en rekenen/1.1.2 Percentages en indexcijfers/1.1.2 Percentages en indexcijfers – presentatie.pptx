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1.1.2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50292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Percentages en indexcijfers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2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vergelijk je prijzen door de tijd?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bedragen vertellen niet genoeg.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Percentages maken veranderingen vergelijkbaar.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Indexcijfers maken reeksen door de tijd overzichtelijk.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1.1.2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5029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Smartphone: EUR 48 duurder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2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EUR 600 naar EUR 648 is niet “een beetje”: het is 8%.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Oud = EUR 600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Nieuw = EUR 648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(648 - 600) / 600 x 100% = 8%</a:t>
            </a:r>
            <a:endParaRPr lang="en-US" sz="1800" dirty="0"/>
          </a:p>
        </p:txBody>
      </p:sp>
      <p:pic>
        <p:nvPicPr>
          <p:cNvPr id="8" name="Image 0" descr="C:\Projects\4veco\4veco-lessen\Boek 1 - Grondslagen, vraag en aanbod\1.1 Hoofdstuk Economisch denken en rekenen\1.1.2 Percentages en indexcijfers\_assets\1.1.2_fig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25880"/>
            <a:ext cx="566928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0" y="461772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1.1.2_fig_1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1.1.2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5029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 1: procentuele verandering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2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oude waarde staat altijd in de noemer.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Noteer oud en nieuw.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Bereken (nieuw - oud) / oud x 100%.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Interpreteer: positief stijging, negatief daling.</a:t>
            </a:r>
            <a:endParaRPr lang="en-US" sz="1800" dirty="0"/>
          </a:p>
        </p:txBody>
      </p:sp>
      <p:pic>
        <p:nvPicPr>
          <p:cNvPr id="8" name="Image 0" descr="C:\Projects\4veco\4veco-lessen\Boek 1 - Grondslagen, vraag en aanbod\1.1 Hoofdstuk Economisch denken en rekenen\1.1.2 Percentages en indexcijfers\_assets\1.1.2_fig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25880"/>
            <a:ext cx="566928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0" y="461772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1.1.2_fig_1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1.1.2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5029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Indexcijfer: basisjaar = 100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2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indexcijfer vergelijkt elk jaar met hetzelfde startpunt.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Indexcijfer = waarde / basiswaarde x 100.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125 betekent: 25% hoger dan het basisjaar.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basisjaar kun je een index niet interpreteren.</a:t>
            </a:r>
            <a:endParaRPr lang="en-US" sz="1800" dirty="0"/>
          </a:p>
        </p:txBody>
      </p:sp>
      <p:pic>
        <p:nvPicPr>
          <p:cNvPr id="8" name="Image 0" descr="C:\Projects\4veco\4veco-lessen\Boek 1 - Grondslagen, vraag en aanbod\1.1 Hoofdstuk Economisch denken en rekenen\1.1.2 Percentages en indexcijfers\_assets\1.1.2_fig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25880"/>
            <a:ext cx="566928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0" y="461772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1.1.2_fig_2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1.1.2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5029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Valkuil: indexpunten zijn geen procenten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2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125 naar 135 is 10 indexpunten, maar 8%.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Indexpunten: 135 - 125 = 10.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Procentuele verandering: 10 / 125 x 100% = 8%.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Alleen vanaf index 100 zijn punten en procenten gelijk.</a:t>
            </a:r>
            <a:endParaRPr lang="en-US" sz="1800" dirty="0"/>
          </a:p>
        </p:txBody>
      </p:sp>
      <p:pic>
        <p:nvPicPr>
          <p:cNvPr id="8" name="Image 0" descr="C:\Projects\4veco\4veco-lessen\Boek 1 - Grondslagen, vraag en aanbod\1.1 Hoofdstuk Economisch denken en rekenen\1.1.2 Percentages en indexcijfers\_assets\1.1.2_fig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25880"/>
            <a:ext cx="566928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0" y="461772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1.1.2_fig_3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1.1.2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50292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Uitgewerkt voorbeeld: benzineprijs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2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Dezelfde procedure werkt bij stijging en daling.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= EUR 1,80, dus index 100.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 = EUR 1,98, dus index 110.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= EUR 1,89, dus index 105.</a:t>
            </a:r>
            <a:endParaRPr lang="en-US" sz="1800" dirty="0"/>
          </a:p>
        </p:txBody>
      </p:sp>
      <p:pic>
        <p:nvPicPr>
          <p:cNvPr id="8" name="Image 0" descr="C:\Projects\4veco\4veco-lessen\Boek 1 - Grondslagen, vraag en aanbod\1.1 Hoofdstuk Economisch denken en rekenen\1.1.2 Percentages en indexcijfers\_assets\1.1.2_w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325880"/>
            <a:ext cx="5669280" cy="3200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0" y="461772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85"/>
                </a:solidFill>
              </a:rPr>
              <a:t>1.1.2_we_1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28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§ 1.1.2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11480" y="502920"/>
            <a:ext cx="111556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26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Drie afspraken die overal terugkomen.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Procentuele verandering: deel door oud.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19456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Indexcijfer: deel door basiswaarde en vermenigvuldig met 100.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Indexpunten ≠ procenten.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1.1.2 Percentages en indexcijfers - presentatie</dc:title>
  <dc:subject>1.1.2 Percentages en indexcijfers</dc:subject>
  <dc:creator>4veco</dc:creator>
  <cp:lastModifiedBy>4veco</cp:lastModifiedBy>
  <cp:revision>1</cp:revision>
  <dcterms:created xsi:type="dcterms:W3CDTF">2026-04-24T08:14:11Z</dcterms:created>
  <dcterms:modified xsi:type="dcterms:W3CDTF">2026-04-24T08:14:11Z</dcterms:modified>
</cp:coreProperties>
</file>
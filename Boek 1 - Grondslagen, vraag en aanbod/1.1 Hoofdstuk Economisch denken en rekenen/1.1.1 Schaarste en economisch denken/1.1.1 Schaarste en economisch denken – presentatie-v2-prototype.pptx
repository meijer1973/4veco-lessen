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" y="64465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19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· Kiezen kost iets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0080" y="65844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81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§ 1.1.1 · SCHAARSTE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0080" y="1115640"/>
            <a:ext cx="6034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11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Kiezen kost altijd iets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58440" y="2788920"/>
            <a:ext cx="5440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Lisa heeft €20. Haar twee verleidingen kosten samen €27.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8440" y="404172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Wat laat je liggen als je kiest?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040880" y="594360"/>
            <a:ext cx="4434480" cy="4571640"/>
          </a:xfrm>
          <a:prstGeom prst="rect">
            <a:avLst/>
          </a:prstGeom>
          <a:solidFill>
            <a:srgbClr val="EDEAE3">
              <a:alpha val="80000"/>
            </a:srgbClr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98080" y="77724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81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452360" y="105156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pc="-15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€20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498080" y="2011680"/>
            <a:ext cx="30632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498080" y="23500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81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SAMEN NODIG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52360" y="262440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pc="-15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€27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498080" y="3584160"/>
            <a:ext cx="30632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498080" y="392292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81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TEKORT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452360" y="419724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150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€7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31520" y="5092920"/>
            <a:ext cx="4526280" cy="360"/>
          </a:xfrm>
          <a:prstGeom prst="line">
            <a:avLst/>
          </a:prstGeom>
          <a:ln w="27940">
            <a:solidFill>
              <a:srgbClr val="0FA3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49880" y="47365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ZICHTBARE KEUZE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606040" y="473652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wat Lisa wél doet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31520" y="5769720"/>
            <a:ext cx="4526280" cy="360"/>
          </a:xfrm>
          <a:prstGeom prst="line">
            <a:avLst/>
          </a:prstGeom>
          <a:ln w="2794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49880" y="54133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ONZICHTBARE KEUZE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2606040" y="541332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wat Lisa opgeeft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502920" y="64465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19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· Lisa moet kiezen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594360" y="50292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81" strike="noStrike">
                <a:solidFill>
                  <a:srgbClr val="8B2A20"/>
                </a:solidFill>
                <a:effectLst/>
                <a:uFillTx/>
                <a:latin typeface="Segoe UI"/>
                <a:ea typeface="Segoe UI"/>
              </a:rPr>
              <a:t>NARRATIEF VERHAAL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594360" y="8686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6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Lisa heeft €20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621720" y="144468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Zaterdagmiddag. Twee verleidingen.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621720" y="182880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Na deze les kun je: schaarste herkennen · alternatieve kosten bepalen · nettowaarde beoordelen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658080" y="2560320"/>
            <a:ext cx="4343400" cy="360"/>
          </a:xfrm>
          <a:prstGeom prst="line">
            <a:avLst/>
          </a:prstGeom>
          <a:ln w="4191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658440" y="2788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OPTIE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658440" y="3090600"/>
            <a:ext cx="4023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4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Bioscoop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658440" y="363924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119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€12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658440" y="44622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Een middag kijkplezier.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5989320" y="2560320"/>
            <a:ext cx="4343400" cy="360"/>
          </a:xfrm>
          <a:prstGeom prst="line">
            <a:avLst/>
          </a:prstGeom>
          <a:ln w="4191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5989320" y="2788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OPTIE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5989320" y="3090600"/>
            <a:ext cx="4023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4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Nieuw boek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5989320" y="363924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119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€15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5989320" y="44622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Avonden leesplezier.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5550120" y="2450520"/>
            <a:ext cx="360" cy="2395800"/>
          </a:xfrm>
          <a:prstGeom prst="line">
            <a:avLst/>
          </a:prstGeom>
          <a:ln w="1524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594360" y="5321520"/>
            <a:ext cx="10972800" cy="360"/>
          </a:xfrm>
          <a:prstGeom prst="line">
            <a:avLst/>
          </a:prstGeom>
          <a:ln w="22860">
            <a:solidFill>
              <a:srgbClr val="0B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786240" y="542232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Beide samen kost €27. Lisa heeft maar €20. Ze móét kiezen.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02920" y="64465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19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· Alternatieve kosten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94360" y="502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81" strike="noStrike">
                <a:solidFill>
                  <a:srgbClr val="8B2A20"/>
                </a:solidFill>
                <a:effectLst/>
                <a:uFillTx/>
                <a:latin typeface="Segoe UI"/>
                <a:ea typeface="Segoe UI"/>
              </a:rPr>
              <a:t>ALTERNATIEVE KOSTEN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94360" y="86868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6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Van keuze naar nettowaarde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21720" y="14446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Alternatieve kosten in een keuze-situatie: van alternatieven naar nettowaarde.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1069560" y="3108960"/>
            <a:ext cx="8549640" cy="360"/>
          </a:xfrm>
          <a:prstGeom prst="line">
            <a:avLst/>
          </a:prstGeom>
          <a:ln w="2794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841320" y="2606040"/>
            <a:ext cx="1005480" cy="1005480"/>
          </a:xfrm>
          <a:prstGeom prst="ellipse">
            <a:avLst/>
          </a:prstGeom>
          <a:solidFill>
            <a:srgbClr val="EDEAE3"/>
          </a:solidFill>
          <a:ln w="2794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978480" y="290772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548640" y="376740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Benoem alternatieven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365760" y="4279320"/>
            <a:ext cx="1965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Welke opties heb je?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3630240" y="2606040"/>
            <a:ext cx="1005480" cy="1005480"/>
          </a:xfrm>
          <a:prstGeom prst="ellipse">
            <a:avLst/>
          </a:prstGeom>
          <a:solidFill>
            <a:srgbClr val="EDEAE3"/>
          </a:solidFill>
          <a:ln w="27940">
            <a:solidFill>
              <a:srgbClr val="3E5A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3767400" y="290772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E5A26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3337560" y="376740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Bereken opbrengsten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3154680" y="4279320"/>
            <a:ext cx="1965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Wat levert elk alternatief op?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6419160" y="2606040"/>
            <a:ext cx="1005480" cy="1005480"/>
          </a:xfrm>
          <a:prstGeom prst="ellipse">
            <a:avLst/>
          </a:prstGeom>
          <a:solidFill>
            <a:srgbClr val="EDEAE3"/>
          </a:solidFill>
          <a:ln w="2794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6556320" y="290772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6126480" y="376740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Rangschik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5943600" y="4279320"/>
            <a:ext cx="1965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Beste niet-gekozen = alternatieve kosten.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9208080" y="2606040"/>
            <a:ext cx="1005480" cy="1005480"/>
          </a:xfrm>
          <a:prstGeom prst="ellipse">
            <a:avLst/>
          </a:prstGeom>
          <a:solidFill>
            <a:srgbClr val="EDEAE3"/>
          </a:solidFill>
          <a:ln w="27940">
            <a:solidFill>
              <a:srgbClr val="8B2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9345240" y="290772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B2A20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8915400" y="376740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Bereken nettowaarde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8732520" y="4279320"/>
            <a:ext cx="1965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Opbrengst − alternatieve kosten.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4"/>
          <p:cNvSpPr/>
          <p:nvPr/>
        </p:nvSpPr>
        <p:spPr>
          <a:xfrm>
            <a:off x="960120" y="5349240"/>
            <a:ext cx="10149840" cy="360"/>
          </a:xfrm>
          <a:prstGeom prst="line">
            <a:avLst/>
          </a:prstGeom>
          <a:ln w="22860">
            <a:solidFill>
              <a:srgbClr val="0B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5"/>
          <p:cNvSpPr/>
          <p:nvPr/>
        </p:nvSpPr>
        <p:spPr>
          <a:xfrm>
            <a:off x="1143000" y="5449680"/>
            <a:ext cx="9738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Tarwe kiezen → opbrengst €5.000; beste alternatief maïs €3.500; nettowaarde €1.500.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4veco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2026-05-12T08:06:41Z</dcterms:created>
  <dc:creator>4VWO Economie</dc:creator>
  <dc:description/>
  <dc:language>en-US</dc:language>
  <cp:lastModifiedBy>4VWO Economie</cp:lastModifiedBy>
  <dcterms:modified xsi:type="dcterms:W3CDTF">2026-05-12T08:06:41Z</dcterms:modified>
  <cp:revision>1</cp:revision>
  <dc:subject>Schaarste en economisch denken</dc:subject>
  <dc:title>1.1.1 Schaarste en economisch denken — presentatie v2 prototype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</vt:r8>
  </property>
  <property fmtid="{D5CDD505-2E9C-101B-9397-08002B2CF9AE}" pid="3" name="PresentationFormat">
    <vt:lpwstr>On-screen Show (16:9)</vt:lpwstr>
  </property>
  <property fmtid="{D5CDD505-2E9C-101B-9397-08002B2CF9AE}" pid="4" name="Slides">
    <vt:r8>3</vt:r8>
  </property>
</Properties>
</file>